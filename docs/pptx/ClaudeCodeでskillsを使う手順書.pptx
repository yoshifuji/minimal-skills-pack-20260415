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ja-JP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ja-JP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クリックしてタイトルテキストを編集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ja-JP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クリックしてアウトラインのテキストを編集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ja-JP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ja-JP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747720" y="2226600"/>
            <a:ext cx="1883520" cy="426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2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Claude Code</a:t>
            </a:r>
            <a:endParaRPr lang="en-US" sz="25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2586960" y="2251800"/>
            <a:ext cx="32076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52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で</a:t>
            </a:r>
            <a:endParaRPr lang="en-US" sz="25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2907000" y="2226600"/>
            <a:ext cx="734040" cy="426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2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skills</a:t>
            </a:r>
            <a:endParaRPr lang="en-US" sz="25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" name=""/>
          <p:cNvSpPr/>
          <p:nvPr/>
        </p:nvSpPr>
        <p:spPr>
          <a:xfrm>
            <a:off x="752400" y="2914560"/>
            <a:ext cx="1972080" cy="276480"/>
          </a:xfrm>
          <a:custGeom>
            <a:avLst/>
            <a:gdLst/>
            <a:ahLst/>
            <a:rect l="0" t="0" r="r" b="b"/>
            <a:pathLst>
              <a:path w="5478" h="768">
                <a:moveTo>
                  <a:pt x="0" y="608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5319" y="0"/>
                </a:lnTo>
                <a:cubicBezTo>
                  <a:pt x="5329" y="0"/>
                  <a:pt x="5340" y="1"/>
                  <a:pt x="5350" y="3"/>
                </a:cubicBezTo>
                <a:cubicBezTo>
                  <a:pt x="5360" y="5"/>
                  <a:pt x="5370" y="8"/>
                  <a:pt x="5380" y="12"/>
                </a:cubicBezTo>
                <a:cubicBezTo>
                  <a:pt x="5389" y="16"/>
                  <a:pt x="5398" y="21"/>
                  <a:pt x="5407" y="27"/>
                </a:cubicBezTo>
                <a:cubicBezTo>
                  <a:pt x="5416" y="32"/>
                  <a:pt x="5424" y="39"/>
                  <a:pt x="5431" y="46"/>
                </a:cubicBezTo>
                <a:cubicBezTo>
                  <a:pt x="5438" y="54"/>
                  <a:pt x="5445" y="62"/>
                  <a:pt x="5451" y="70"/>
                </a:cubicBezTo>
                <a:cubicBezTo>
                  <a:pt x="5457" y="79"/>
                  <a:pt x="5462" y="88"/>
                  <a:pt x="5465" y="98"/>
                </a:cubicBezTo>
                <a:cubicBezTo>
                  <a:pt x="5469" y="107"/>
                  <a:pt x="5472" y="117"/>
                  <a:pt x="5475" y="128"/>
                </a:cubicBezTo>
                <a:cubicBezTo>
                  <a:pt x="5477" y="138"/>
                  <a:pt x="5478" y="148"/>
                  <a:pt x="5478" y="158"/>
                </a:cubicBezTo>
                <a:lnTo>
                  <a:pt x="5478" y="608"/>
                </a:lnTo>
                <a:cubicBezTo>
                  <a:pt x="5478" y="619"/>
                  <a:pt x="5477" y="629"/>
                  <a:pt x="5475" y="639"/>
                </a:cubicBezTo>
                <a:cubicBezTo>
                  <a:pt x="5472" y="649"/>
                  <a:pt x="5469" y="659"/>
                  <a:pt x="5465" y="669"/>
                </a:cubicBezTo>
                <a:cubicBezTo>
                  <a:pt x="5462" y="679"/>
                  <a:pt x="5457" y="688"/>
                  <a:pt x="5451" y="696"/>
                </a:cubicBezTo>
                <a:cubicBezTo>
                  <a:pt x="5445" y="705"/>
                  <a:pt x="5438" y="713"/>
                  <a:pt x="5431" y="721"/>
                </a:cubicBezTo>
                <a:cubicBezTo>
                  <a:pt x="5424" y="729"/>
                  <a:pt x="5416" y="735"/>
                  <a:pt x="5407" y="741"/>
                </a:cubicBezTo>
                <a:cubicBezTo>
                  <a:pt x="5398" y="747"/>
                  <a:pt x="5389" y="752"/>
                  <a:pt x="5380" y="756"/>
                </a:cubicBezTo>
                <a:cubicBezTo>
                  <a:pt x="5370" y="760"/>
                  <a:pt x="5360" y="763"/>
                  <a:pt x="5350" y="765"/>
                </a:cubicBezTo>
                <a:cubicBezTo>
                  <a:pt x="5340" y="767"/>
                  <a:pt x="5329" y="768"/>
                  <a:pt x="5319" y="768"/>
                </a:cubicBezTo>
                <a:lnTo>
                  <a:pt x="158" y="768"/>
                </a:lnTo>
                <a:cubicBezTo>
                  <a:pt x="148" y="768"/>
                  <a:pt x="138" y="767"/>
                  <a:pt x="127" y="765"/>
                </a:cubicBezTo>
                <a:cubicBezTo>
                  <a:pt x="117" y="763"/>
                  <a:pt x="107" y="760"/>
                  <a:pt x="98" y="756"/>
                </a:cubicBezTo>
                <a:cubicBezTo>
                  <a:pt x="88" y="752"/>
                  <a:pt x="79" y="747"/>
                  <a:pt x="70" y="741"/>
                </a:cubicBezTo>
                <a:cubicBezTo>
                  <a:pt x="62" y="735"/>
                  <a:pt x="54" y="729"/>
                  <a:pt x="46" y="721"/>
                </a:cubicBezTo>
                <a:cubicBezTo>
                  <a:pt x="39" y="713"/>
                  <a:pt x="32" y="705"/>
                  <a:pt x="26" y="696"/>
                </a:cubicBezTo>
                <a:cubicBezTo>
                  <a:pt x="21" y="688"/>
                  <a:pt x="16" y="679"/>
                  <a:pt x="12" y="669"/>
                </a:cubicBezTo>
                <a:cubicBezTo>
                  <a:pt x="8" y="659"/>
                  <a:pt x="5" y="649"/>
                  <a:pt x="3" y="639"/>
                </a:cubicBezTo>
                <a:cubicBezTo>
                  <a:pt x="1" y="629"/>
                  <a:pt x="0" y="619"/>
                  <a:pt x="0" y="60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3601440" y="2251800"/>
            <a:ext cx="192096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52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を使う⼿順書</a:t>
            </a:r>
            <a:endParaRPr lang="en-US" sz="25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818280" y="2980800"/>
            <a:ext cx="18475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minimal-skills-pack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2727360" y="289872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2782080" y="291456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747720" y="3194280"/>
            <a:ext cx="12301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Claude Code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1952640" y="3209760"/>
            <a:ext cx="219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で使える形にするための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4149000" y="319428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" name=""/>
          <p:cNvSpPr/>
          <p:nvPr/>
        </p:nvSpPr>
        <p:spPr>
          <a:xfrm>
            <a:off x="942840" y="37526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3" y="53"/>
                  <a:pt x="22" y="42"/>
                  <a:pt x="32" y="32"/>
                </a:cubicBezTo>
                <a:cubicBezTo>
                  <a:pt x="42" y="22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2"/>
                  <a:pt x="182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4203720" y="3209760"/>
            <a:ext cx="599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⼿順書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1147680" y="3657600"/>
            <a:ext cx="39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対象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" name=""/>
          <p:cNvSpPr/>
          <p:nvPr/>
        </p:nvSpPr>
        <p:spPr>
          <a:xfrm>
            <a:off x="1647720" y="3657240"/>
            <a:ext cx="819360" cy="286200"/>
          </a:xfrm>
          <a:custGeom>
            <a:avLst/>
            <a:gdLst/>
            <a:ahLst/>
            <a:rect l="0" t="0" r="r" b="b"/>
            <a:pathLst>
              <a:path w="2276" h="795">
                <a:moveTo>
                  <a:pt x="0" y="636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7" y="9"/>
                  <a:pt x="117" y="6"/>
                  <a:pt x="128" y="4"/>
                </a:cubicBezTo>
                <a:cubicBezTo>
                  <a:pt x="138" y="2"/>
                  <a:pt x="148" y="0"/>
                  <a:pt x="159" y="0"/>
                </a:cubicBezTo>
                <a:lnTo>
                  <a:pt x="2117" y="0"/>
                </a:lnTo>
                <a:cubicBezTo>
                  <a:pt x="2128" y="0"/>
                  <a:pt x="2138" y="2"/>
                  <a:pt x="2148" y="4"/>
                </a:cubicBezTo>
                <a:cubicBezTo>
                  <a:pt x="2159" y="6"/>
                  <a:pt x="2169" y="9"/>
                  <a:pt x="2178" y="13"/>
                </a:cubicBezTo>
                <a:cubicBezTo>
                  <a:pt x="2188" y="17"/>
                  <a:pt x="2197" y="21"/>
                  <a:pt x="2206" y="27"/>
                </a:cubicBezTo>
                <a:cubicBezTo>
                  <a:pt x="2214" y="33"/>
                  <a:pt x="2222" y="40"/>
                  <a:pt x="2230" y="47"/>
                </a:cubicBezTo>
                <a:cubicBezTo>
                  <a:pt x="2237" y="54"/>
                  <a:pt x="2244" y="62"/>
                  <a:pt x="2249" y="71"/>
                </a:cubicBezTo>
                <a:cubicBezTo>
                  <a:pt x="2255" y="80"/>
                  <a:pt x="2260" y="89"/>
                  <a:pt x="2264" y="98"/>
                </a:cubicBezTo>
                <a:cubicBezTo>
                  <a:pt x="2268" y="108"/>
                  <a:pt x="2271" y="118"/>
                  <a:pt x="2273" y="128"/>
                </a:cubicBezTo>
                <a:cubicBezTo>
                  <a:pt x="2275" y="139"/>
                  <a:pt x="2276" y="149"/>
                  <a:pt x="2276" y="159"/>
                </a:cubicBezTo>
                <a:lnTo>
                  <a:pt x="2276" y="636"/>
                </a:lnTo>
                <a:cubicBezTo>
                  <a:pt x="2276" y="647"/>
                  <a:pt x="2275" y="657"/>
                  <a:pt x="2273" y="667"/>
                </a:cubicBezTo>
                <a:cubicBezTo>
                  <a:pt x="2271" y="678"/>
                  <a:pt x="2268" y="688"/>
                  <a:pt x="2264" y="697"/>
                </a:cubicBezTo>
                <a:cubicBezTo>
                  <a:pt x="2260" y="707"/>
                  <a:pt x="2255" y="716"/>
                  <a:pt x="2249" y="725"/>
                </a:cubicBezTo>
                <a:cubicBezTo>
                  <a:pt x="2244" y="733"/>
                  <a:pt x="2237" y="741"/>
                  <a:pt x="2230" y="749"/>
                </a:cubicBezTo>
                <a:cubicBezTo>
                  <a:pt x="2222" y="756"/>
                  <a:pt x="2214" y="763"/>
                  <a:pt x="2206" y="768"/>
                </a:cubicBezTo>
                <a:cubicBezTo>
                  <a:pt x="2197" y="774"/>
                  <a:pt x="2188" y="779"/>
                  <a:pt x="2178" y="783"/>
                </a:cubicBezTo>
                <a:cubicBezTo>
                  <a:pt x="2169" y="787"/>
                  <a:pt x="2159" y="790"/>
                  <a:pt x="2148" y="792"/>
                </a:cubicBezTo>
                <a:cubicBezTo>
                  <a:pt x="2138" y="794"/>
                  <a:pt x="2128" y="795"/>
                  <a:pt x="2117" y="795"/>
                </a:cubicBezTo>
                <a:lnTo>
                  <a:pt x="159" y="795"/>
                </a:lnTo>
                <a:cubicBezTo>
                  <a:pt x="148" y="795"/>
                  <a:pt x="138" y="794"/>
                  <a:pt x="128" y="792"/>
                </a:cubicBezTo>
                <a:cubicBezTo>
                  <a:pt x="117" y="790"/>
                  <a:pt x="107" y="787"/>
                  <a:pt x="98" y="783"/>
                </a:cubicBezTo>
                <a:cubicBezTo>
                  <a:pt x="88" y="779"/>
                  <a:pt x="79" y="774"/>
                  <a:pt x="70" y="768"/>
                </a:cubicBezTo>
                <a:cubicBezTo>
                  <a:pt x="62" y="763"/>
                  <a:pt x="54" y="756"/>
                  <a:pt x="46" y="749"/>
                </a:cubicBezTo>
                <a:cubicBezTo>
                  <a:pt x="39" y="741"/>
                  <a:pt x="32" y="733"/>
                  <a:pt x="27" y="725"/>
                </a:cubicBezTo>
                <a:cubicBezTo>
                  <a:pt x="21" y="716"/>
                  <a:pt x="16" y="707"/>
                  <a:pt x="12" y="697"/>
                </a:cubicBezTo>
                <a:cubicBezTo>
                  <a:pt x="8" y="688"/>
                  <a:pt x="5" y="678"/>
                  <a:pt x="3" y="667"/>
                </a:cubicBezTo>
                <a:cubicBezTo>
                  <a:pt x="1" y="657"/>
                  <a:pt x="0" y="647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1547640" y="364176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: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1716480" y="3723840"/>
            <a:ext cx="681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skills/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2464200" y="364176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2518920" y="365760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と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" name=""/>
          <p:cNvSpPr/>
          <p:nvPr/>
        </p:nvSpPr>
        <p:spPr>
          <a:xfrm>
            <a:off x="2771640" y="3657240"/>
            <a:ext cx="1209960" cy="286200"/>
          </a:xfrm>
          <a:custGeom>
            <a:avLst/>
            <a:gdLst/>
            <a:ahLst/>
            <a:rect l="0" t="0" r="r" b="b"/>
            <a:pathLst>
              <a:path w="3361" h="795">
                <a:moveTo>
                  <a:pt x="0" y="636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8" y="9"/>
                  <a:pt x="117" y="6"/>
                  <a:pt x="128" y="4"/>
                </a:cubicBezTo>
                <a:cubicBezTo>
                  <a:pt x="138" y="2"/>
                  <a:pt x="148" y="0"/>
                  <a:pt x="159" y="0"/>
                </a:cubicBezTo>
                <a:lnTo>
                  <a:pt x="3202" y="0"/>
                </a:lnTo>
                <a:cubicBezTo>
                  <a:pt x="3213" y="0"/>
                  <a:pt x="3223" y="2"/>
                  <a:pt x="3233" y="4"/>
                </a:cubicBezTo>
                <a:cubicBezTo>
                  <a:pt x="3244" y="6"/>
                  <a:pt x="3253" y="9"/>
                  <a:pt x="3263" y="13"/>
                </a:cubicBezTo>
                <a:cubicBezTo>
                  <a:pt x="3273" y="17"/>
                  <a:pt x="3282" y="21"/>
                  <a:pt x="3291" y="27"/>
                </a:cubicBezTo>
                <a:cubicBezTo>
                  <a:pt x="3299" y="33"/>
                  <a:pt x="3307" y="40"/>
                  <a:pt x="3315" y="47"/>
                </a:cubicBezTo>
                <a:cubicBezTo>
                  <a:pt x="3322" y="54"/>
                  <a:pt x="3329" y="62"/>
                  <a:pt x="3334" y="71"/>
                </a:cubicBezTo>
                <a:cubicBezTo>
                  <a:pt x="3340" y="80"/>
                  <a:pt x="3345" y="89"/>
                  <a:pt x="3349" y="98"/>
                </a:cubicBezTo>
                <a:cubicBezTo>
                  <a:pt x="3353" y="108"/>
                  <a:pt x="3356" y="118"/>
                  <a:pt x="3358" y="128"/>
                </a:cubicBezTo>
                <a:cubicBezTo>
                  <a:pt x="3360" y="139"/>
                  <a:pt x="3361" y="149"/>
                  <a:pt x="3361" y="159"/>
                </a:cubicBezTo>
                <a:lnTo>
                  <a:pt x="3361" y="636"/>
                </a:lnTo>
                <a:cubicBezTo>
                  <a:pt x="3361" y="647"/>
                  <a:pt x="3360" y="657"/>
                  <a:pt x="3358" y="667"/>
                </a:cubicBezTo>
                <a:cubicBezTo>
                  <a:pt x="3356" y="678"/>
                  <a:pt x="3353" y="688"/>
                  <a:pt x="3349" y="697"/>
                </a:cubicBezTo>
                <a:cubicBezTo>
                  <a:pt x="3345" y="707"/>
                  <a:pt x="3340" y="716"/>
                  <a:pt x="3334" y="725"/>
                </a:cubicBezTo>
                <a:cubicBezTo>
                  <a:pt x="3329" y="733"/>
                  <a:pt x="3322" y="741"/>
                  <a:pt x="3315" y="749"/>
                </a:cubicBezTo>
                <a:cubicBezTo>
                  <a:pt x="3307" y="756"/>
                  <a:pt x="3299" y="763"/>
                  <a:pt x="3291" y="768"/>
                </a:cubicBezTo>
                <a:cubicBezTo>
                  <a:pt x="3282" y="774"/>
                  <a:pt x="3273" y="779"/>
                  <a:pt x="3263" y="783"/>
                </a:cubicBezTo>
                <a:cubicBezTo>
                  <a:pt x="3253" y="787"/>
                  <a:pt x="3244" y="790"/>
                  <a:pt x="3233" y="792"/>
                </a:cubicBezTo>
                <a:cubicBezTo>
                  <a:pt x="3223" y="794"/>
                  <a:pt x="3213" y="795"/>
                  <a:pt x="3202" y="795"/>
                </a:cubicBezTo>
                <a:lnTo>
                  <a:pt x="159" y="795"/>
                </a:lnTo>
                <a:cubicBezTo>
                  <a:pt x="148" y="795"/>
                  <a:pt x="138" y="794"/>
                  <a:pt x="128" y="792"/>
                </a:cubicBezTo>
                <a:cubicBezTo>
                  <a:pt x="117" y="790"/>
                  <a:pt x="108" y="787"/>
                  <a:pt x="98" y="783"/>
                </a:cubicBezTo>
                <a:cubicBezTo>
                  <a:pt x="88" y="779"/>
                  <a:pt x="79" y="774"/>
                  <a:pt x="70" y="768"/>
                </a:cubicBezTo>
                <a:cubicBezTo>
                  <a:pt x="62" y="763"/>
                  <a:pt x="54" y="756"/>
                  <a:pt x="46" y="749"/>
                </a:cubicBezTo>
                <a:cubicBezTo>
                  <a:pt x="39" y="741"/>
                  <a:pt x="32" y="733"/>
                  <a:pt x="27" y="725"/>
                </a:cubicBezTo>
                <a:cubicBezTo>
                  <a:pt x="21" y="716"/>
                  <a:pt x="16" y="707"/>
                  <a:pt x="12" y="697"/>
                </a:cubicBezTo>
                <a:cubicBezTo>
                  <a:pt x="8" y="688"/>
                  <a:pt x="5" y="678"/>
                  <a:pt x="3" y="667"/>
                </a:cubicBezTo>
                <a:cubicBezTo>
                  <a:pt x="1" y="657"/>
                  <a:pt x="0" y="647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2719080" y="364176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2844360" y="3723840"/>
            <a:ext cx="10699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references/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3979440" y="364176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4034160" y="365760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4234320" y="3641760"/>
            <a:ext cx="1235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Claude Code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" name=""/>
          <p:cNvSpPr/>
          <p:nvPr/>
        </p:nvSpPr>
        <p:spPr>
          <a:xfrm>
            <a:off x="942840" y="41050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5471640" y="3657600"/>
            <a:ext cx="1398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で利⽤したい⼈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1147680" y="4010040"/>
            <a:ext cx="39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前提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1547640" y="3994200"/>
            <a:ext cx="14709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: repository root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3020760" y="401004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は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" name=""/>
          <p:cNvSpPr/>
          <p:nvPr/>
        </p:nvSpPr>
        <p:spPr>
          <a:xfrm>
            <a:off x="3276360" y="4009680"/>
            <a:ext cx="4200840" cy="286200"/>
          </a:xfrm>
          <a:custGeom>
            <a:avLst/>
            <a:gdLst/>
            <a:ahLst/>
            <a:rect l="0" t="0" r="r" b="b"/>
            <a:pathLst>
              <a:path w="11669" h="795">
                <a:moveTo>
                  <a:pt x="0" y="636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9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1"/>
                  <a:pt x="148" y="0"/>
                  <a:pt x="159" y="0"/>
                </a:cubicBezTo>
                <a:lnTo>
                  <a:pt x="11511" y="0"/>
                </a:lnTo>
                <a:cubicBezTo>
                  <a:pt x="11521" y="0"/>
                  <a:pt x="11531" y="1"/>
                  <a:pt x="11542" y="4"/>
                </a:cubicBezTo>
                <a:cubicBezTo>
                  <a:pt x="11552" y="6"/>
                  <a:pt x="11562" y="9"/>
                  <a:pt x="11571" y="13"/>
                </a:cubicBezTo>
                <a:cubicBezTo>
                  <a:pt x="11581" y="17"/>
                  <a:pt x="11590" y="21"/>
                  <a:pt x="11599" y="27"/>
                </a:cubicBezTo>
                <a:cubicBezTo>
                  <a:pt x="11607" y="33"/>
                  <a:pt x="11615" y="40"/>
                  <a:pt x="11623" y="47"/>
                </a:cubicBezTo>
                <a:cubicBezTo>
                  <a:pt x="11630" y="54"/>
                  <a:pt x="11637" y="62"/>
                  <a:pt x="11643" y="71"/>
                </a:cubicBezTo>
                <a:cubicBezTo>
                  <a:pt x="11648" y="80"/>
                  <a:pt x="11653" y="89"/>
                  <a:pt x="11657" y="98"/>
                </a:cubicBezTo>
                <a:cubicBezTo>
                  <a:pt x="11661" y="108"/>
                  <a:pt x="11664" y="118"/>
                  <a:pt x="11666" y="128"/>
                </a:cubicBezTo>
                <a:cubicBezTo>
                  <a:pt x="11668" y="138"/>
                  <a:pt x="11669" y="149"/>
                  <a:pt x="11669" y="159"/>
                </a:cubicBezTo>
                <a:lnTo>
                  <a:pt x="11669" y="636"/>
                </a:lnTo>
                <a:cubicBezTo>
                  <a:pt x="11669" y="647"/>
                  <a:pt x="11668" y="657"/>
                  <a:pt x="11666" y="667"/>
                </a:cubicBezTo>
                <a:cubicBezTo>
                  <a:pt x="11664" y="678"/>
                  <a:pt x="11661" y="688"/>
                  <a:pt x="11657" y="697"/>
                </a:cubicBezTo>
                <a:cubicBezTo>
                  <a:pt x="11653" y="707"/>
                  <a:pt x="11648" y="716"/>
                  <a:pt x="11643" y="725"/>
                </a:cubicBezTo>
                <a:cubicBezTo>
                  <a:pt x="11637" y="733"/>
                  <a:pt x="11630" y="741"/>
                  <a:pt x="11623" y="749"/>
                </a:cubicBezTo>
                <a:cubicBezTo>
                  <a:pt x="11615" y="756"/>
                  <a:pt x="11607" y="763"/>
                  <a:pt x="11599" y="768"/>
                </a:cubicBezTo>
                <a:cubicBezTo>
                  <a:pt x="11590" y="774"/>
                  <a:pt x="11581" y="779"/>
                  <a:pt x="11571" y="783"/>
                </a:cubicBezTo>
                <a:cubicBezTo>
                  <a:pt x="11562" y="787"/>
                  <a:pt x="11552" y="790"/>
                  <a:pt x="11542" y="792"/>
                </a:cubicBezTo>
                <a:cubicBezTo>
                  <a:pt x="11531" y="794"/>
                  <a:pt x="11521" y="795"/>
                  <a:pt x="11511" y="795"/>
                </a:cubicBezTo>
                <a:lnTo>
                  <a:pt x="159" y="795"/>
                </a:lnTo>
                <a:cubicBezTo>
                  <a:pt x="148" y="795"/>
                  <a:pt x="138" y="794"/>
                  <a:pt x="128" y="792"/>
                </a:cubicBezTo>
                <a:cubicBezTo>
                  <a:pt x="118" y="790"/>
                  <a:pt x="108" y="787"/>
                  <a:pt x="98" y="783"/>
                </a:cubicBezTo>
                <a:cubicBezTo>
                  <a:pt x="89" y="779"/>
                  <a:pt x="79" y="774"/>
                  <a:pt x="71" y="768"/>
                </a:cubicBezTo>
                <a:cubicBezTo>
                  <a:pt x="62" y="763"/>
                  <a:pt x="54" y="756"/>
                  <a:pt x="47" y="749"/>
                </a:cubicBezTo>
                <a:cubicBezTo>
                  <a:pt x="39" y="741"/>
                  <a:pt x="33" y="733"/>
                  <a:pt x="27" y="725"/>
                </a:cubicBezTo>
                <a:cubicBezTo>
                  <a:pt x="21" y="716"/>
                  <a:pt x="16" y="707"/>
                  <a:pt x="12" y="697"/>
                </a:cubicBezTo>
                <a:cubicBezTo>
                  <a:pt x="8" y="688"/>
                  <a:pt x="5" y="678"/>
                  <a:pt x="3" y="667"/>
                </a:cubicBezTo>
                <a:cubicBezTo>
                  <a:pt x="1" y="657"/>
                  <a:pt x="0" y="647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3220920" y="399420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1" name=""/>
          <p:cNvSpPr/>
          <p:nvPr/>
        </p:nvSpPr>
        <p:spPr>
          <a:xfrm>
            <a:off x="942840" y="44575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4" y="146"/>
                </a:cubicBezTo>
                <a:cubicBezTo>
                  <a:pt x="199" y="159"/>
                  <a:pt x="191" y="171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1"/>
                  <a:pt x="13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3346200" y="4076280"/>
            <a:ext cx="4083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C:\Users\username\work\minimal-skills-pack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1147680" y="4362480"/>
            <a:ext cx="599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確認⽇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1747800" y="4346640"/>
            <a:ext cx="11192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: 2026-04-15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9" name=""/>
          <p:cNvSpPr/>
          <p:nvPr/>
        </p:nvSpPr>
        <p:spPr>
          <a:xfrm>
            <a:off x="942840" y="21808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2" y="22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747720" y="1511640"/>
            <a:ext cx="51876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04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前提</a:t>
            </a:r>
            <a:endParaRPr lang="en-US" sz="20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1147680" y="2070000"/>
            <a:ext cx="3844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skill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2" name=""/>
          <p:cNvSpPr/>
          <p:nvPr/>
        </p:nvSpPr>
        <p:spPr>
          <a:xfrm>
            <a:off x="1342800" y="247644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20"/>
                  <a:pt x="210" y="133"/>
                  <a:pt x="205" y="146"/>
                </a:cubicBezTo>
                <a:cubicBezTo>
                  <a:pt x="199" y="159"/>
                  <a:pt x="192" y="170"/>
                  <a:pt x="182" y="180"/>
                </a:cubicBezTo>
                <a:cubicBezTo>
                  <a:pt x="171" y="191"/>
                  <a:pt x="159" y="199"/>
                  <a:pt x="146" y="204"/>
                </a:cubicBezTo>
                <a:cubicBezTo>
                  <a:pt x="133" y="210"/>
                  <a:pt x="120" y="212"/>
                  <a:pt x="106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0"/>
                </a:cubicBezTo>
                <a:cubicBezTo>
                  <a:pt x="21" y="170"/>
                  <a:pt x="14" y="159"/>
                  <a:pt x="8" y="146"/>
                </a:cubicBezTo>
                <a:cubicBezTo>
                  <a:pt x="3" y="133"/>
                  <a:pt x="0" y="120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cubicBezTo>
                  <a:pt x="120" y="0"/>
                  <a:pt x="133" y="2"/>
                  <a:pt x="146" y="8"/>
                </a:cubicBezTo>
                <a:cubicBezTo>
                  <a:pt x="159" y="13"/>
                  <a:pt x="171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3" name=""/>
          <p:cNvSpPr/>
          <p:nvPr/>
        </p:nvSpPr>
        <p:spPr>
          <a:xfrm>
            <a:off x="1552320" y="2381040"/>
            <a:ext cx="4877280" cy="276480"/>
          </a:xfrm>
          <a:custGeom>
            <a:avLst/>
            <a:gdLst/>
            <a:ahLst/>
            <a:rect l="0" t="0" r="r" b="b"/>
            <a:pathLst>
              <a:path w="13548" h="768">
                <a:moveTo>
                  <a:pt x="0" y="609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3389" y="0"/>
                </a:lnTo>
                <a:cubicBezTo>
                  <a:pt x="13400" y="0"/>
                  <a:pt x="13410" y="1"/>
                  <a:pt x="13420" y="3"/>
                </a:cubicBezTo>
                <a:cubicBezTo>
                  <a:pt x="13430" y="5"/>
                  <a:pt x="13440" y="8"/>
                  <a:pt x="13450" y="12"/>
                </a:cubicBezTo>
                <a:cubicBezTo>
                  <a:pt x="13460" y="16"/>
                  <a:pt x="13469" y="21"/>
                  <a:pt x="13477" y="27"/>
                </a:cubicBezTo>
                <a:cubicBezTo>
                  <a:pt x="13486" y="33"/>
                  <a:pt x="13494" y="39"/>
                  <a:pt x="13501" y="47"/>
                </a:cubicBezTo>
                <a:cubicBezTo>
                  <a:pt x="13509" y="54"/>
                  <a:pt x="13515" y="62"/>
                  <a:pt x="13521" y="71"/>
                </a:cubicBezTo>
                <a:cubicBezTo>
                  <a:pt x="13527" y="79"/>
                  <a:pt x="13532" y="88"/>
                  <a:pt x="13536" y="98"/>
                </a:cubicBezTo>
                <a:cubicBezTo>
                  <a:pt x="13540" y="108"/>
                  <a:pt x="13543" y="118"/>
                  <a:pt x="13545" y="128"/>
                </a:cubicBezTo>
                <a:cubicBezTo>
                  <a:pt x="13547" y="138"/>
                  <a:pt x="13548" y="148"/>
                  <a:pt x="13548" y="159"/>
                </a:cubicBezTo>
                <a:lnTo>
                  <a:pt x="13548" y="609"/>
                </a:lnTo>
                <a:cubicBezTo>
                  <a:pt x="13548" y="619"/>
                  <a:pt x="13547" y="629"/>
                  <a:pt x="13545" y="640"/>
                </a:cubicBezTo>
                <a:cubicBezTo>
                  <a:pt x="13543" y="650"/>
                  <a:pt x="13540" y="660"/>
                  <a:pt x="13536" y="669"/>
                </a:cubicBezTo>
                <a:cubicBezTo>
                  <a:pt x="13532" y="680"/>
                  <a:pt x="13527" y="689"/>
                  <a:pt x="13521" y="698"/>
                </a:cubicBezTo>
                <a:cubicBezTo>
                  <a:pt x="13515" y="706"/>
                  <a:pt x="13509" y="715"/>
                  <a:pt x="13501" y="722"/>
                </a:cubicBezTo>
                <a:cubicBezTo>
                  <a:pt x="13494" y="729"/>
                  <a:pt x="13486" y="736"/>
                  <a:pt x="13477" y="742"/>
                </a:cubicBezTo>
                <a:cubicBezTo>
                  <a:pt x="13469" y="747"/>
                  <a:pt x="13460" y="752"/>
                  <a:pt x="13450" y="756"/>
                </a:cubicBezTo>
                <a:cubicBezTo>
                  <a:pt x="13440" y="760"/>
                  <a:pt x="13430" y="763"/>
                  <a:pt x="13420" y="765"/>
                </a:cubicBezTo>
                <a:cubicBezTo>
                  <a:pt x="13410" y="767"/>
                  <a:pt x="13400" y="768"/>
                  <a:pt x="13389" y="768"/>
                </a:cubicBezTo>
                <a:lnTo>
                  <a:pt x="159" y="768"/>
                </a:lnTo>
                <a:cubicBezTo>
                  <a:pt x="149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9" y="752"/>
                  <a:pt x="79" y="747"/>
                  <a:pt x="71" y="742"/>
                </a:cubicBezTo>
                <a:cubicBezTo>
                  <a:pt x="62" y="736"/>
                  <a:pt x="54" y="729"/>
                  <a:pt x="47" y="722"/>
                </a:cubicBezTo>
                <a:cubicBezTo>
                  <a:pt x="39" y="715"/>
                  <a:pt x="33" y="706"/>
                  <a:pt x="27" y="698"/>
                </a:cubicBezTo>
                <a:cubicBezTo>
                  <a:pt x="21" y="689"/>
                  <a:pt x="16" y="680"/>
                  <a:pt x="12" y="669"/>
                </a:cubicBezTo>
                <a:cubicBezTo>
                  <a:pt x="8" y="660"/>
                  <a:pt x="5" y="650"/>
                  <a:pt x="3" y="640"/>
                </a:cubicBezTo>
                <a:cubicBezTo>
                  <a:pt x="1" y="629"/>
                  <a:pt x="0" y="619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1532160" y="2085840"/>
            <a:ext cx="39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本体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5" name=""/>
          <p:cNvSpPr/>
          <p:nvPr/>
        </p:nvSpPr>
        <p:spPr>
          <a:xfrm>
            <a:off x="942840" y="28288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1618200" y="2447640"/>
            <a:ext cx="47635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C:\Users\username\work\minimal-skills-pack\skills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7" name=""/>
          <p:cNvSpPr/>
          <p:nvPr/>
        </p:nvSpPr>
        <p:spPr>
          <a:xfrm>
            <a:off x="1342800" y="31143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199" y="161"/>
                  <a:pt x="192" y="172"/>
                  <a:pt x="182" y="182"/>
                </a:cubicBezTo>
                <a:cubicBezTo>
                  <a:pt x="171" y="192"/>
                  <a:pt x="159" y="200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4"/>
                  <a:pt x="171" y="21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79"/>
                  <a:pt x="213" y="92"/>
                  <a:pt x="213" y="107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" name=""/>
          <p:cNvSpPr/>
          <p:nvPr/>
        </p:nvSpPr>
        <p:spPr>
          <a:xfrm>
            <a:off x="1552320" y="3028680"/>
            <a:ext cx="5267880" cy="276840"/>
          </a:xfrm>
          <a:custGeom>
            <a:avLst/>
            <a:gdLst/>
            <a:ahLst/>
            <a:rect l="0" t="0" r="r" b="b"/>
            <a:pathLst>
              <a:path w="14633" h="769">
                <a:moveTo>
                  <a:pt x="0" y="610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4474" y="0"/>
                </a:lnTo>
                <a:cubicBezTo>
                  <a:pt x="14484" y="0"/>
                  <a:pt x="14495" y="1"/>
                  <a:pt x="14505" y="3"/>
                </a:cubicBezTo>
                <a:cubicBezTo>
                  <a:pt x="14515" y="5"/>
                  <a:pt x="14525" y="8"/>
                  <a:pt x="14535" y="12"/>
                </a:cubicBezTo>
                <a:cubicBezTo>
                  <a:pt x="14544" y="16"/>
                  <a:pt x="14553" y="21"/>
                  <a:pt x="14562" y="27"/>
                </a:cubicBezTo>
                <a:cubicBezTo>
                  <a:pt x="14571" y="33"/>
                  <a:pt x="14579" y="39"/>
                  <a:pt x="14586" y="47"/>
                </a:cubicBezTo>
                <a:cubicBezTo>
                  <a:pt x="14594" y="54"/>
                  <a:pt x="14600" y="62"/>
                  <a:pt x="14606" y="71"/>
                </a:cubicBezTo>
                <a:cubicBezTo>
                  <a:pt x="14612" y="79"/>
                  <a:pt x="14617" y="89"/>
                  <a:pt x="14621" y="98"/>
                </a:cubicBezTo>
                <a:cubicBezTo>
                  <a:pt x="14625" y="108"/>
                  <a:pt x="14628" y="118"/>
                  <a:pt x="14630" y="128"/>
                </a:cubicBezTo>
                <a:cubicBezTo>
                  <a:pt x="14632" y="138"/>
                  <a:pt x="14633" y="149"/>
                  <a:pt x="14633" y="159"/>
                </a:cubicBezTo>
                <a:lnTo>
                  <a:pt x="14633" y="610"/>
                </a:lnTo>
                <a:cubicBezTo>
                  <a:pt x="14633" y="620"/>
                  <a:pt x="14632" y="631"/>
                  <a:pt x="14630" y="641"/>
                </a:cubicBezTo>
                <a:cubicBezTo>
                  <a:pt x="14628" y="651"/>
                  <a:pt x="14625" y="661"/>
                  <a:pt x="14621" y="671"/>
                </a:cubicBezTo>
                <a:cubicBezTo>
                  <a:pt x="14617" y="680"/>
                  <a:pt x="14612" y="689"/>
                  <a:pt x="14606" y="698"/>
                </a:cubicBezTo>
                <a:cubicBezTo>
                  <a:pt x="14600" y="707"/>
                  <a:pt x="14594" y="715"/>
                  <a:pt x="14586" y="722"/>
                </a:cubicBezTo>
                <a:cubicBezTo>
                  <a:pt x="14579" y="729"/>
                  <a:pt x="14571" y="736"/>
                  <a:pt x="14562" y="742"/>
                </a:cubicBezTo>
                <a:cubicBezTo>
                  <a:pt x="14553" y="748"/>
                  <a:pt x="14544" y="752"/>
                  <a:pt x="14535" y="756"/>
                </a:cubicBezTo>
                <a:cubicBezTo>
                  <a:pt x="14525" y="760"/>
                  <a:pt x="14515" y="763"/>
                  <a:pt x="14505" y="765"/>
                </a:cubicBezTo>
                <a:cubicBezTo>
                  <a:pt x="14495" y="768"/>
                  <a:pt x="14484" y="769"/>
                  <a:pt x="14474" y="769"/>
                </a:cubicBezTo>
                <a:lnTo>
                  <a:pt x="159" y="769"/>
                </a:lnTo>
                <a:cubicBezTo>
                  <a:pt x="149" y="769"/>
                  <a:pt x="138" y="768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9" y="752"/>
                  <a:pt x="79" y="748"/>
                  <a:pt x="71" y="742"/>
                </a:cubicBezTo>
                <a:cubicBezTo>
                  <a:pt x="62" y="736"/>
                  <a:pt x="54" y="729"/>
                  <a:pt x="47" y="722"/>
                </a:cubicBezTo>
                <a:cubicBezTo>
                  <a:pt x="39" y="715"/>
                  <a:pt x="33" y="707"/>
                  <a:pt x="27" y="698"/>
                </a:cubicBezTo>
                <a:cubicBezTo>
                  <a:pt x="21" y="689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1147680" y="2733840"/>
            <a:ext cx="799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参照資料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" name=""/>
          <p:cNvSpPr/>
          <p:nvPr/>
        </p:nvSpPr>
        <p:spPr>
          <a:xfrm>
            <a:off x="942840" y="34668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1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1618200" y="3095280"/>
            <a:ext cx="51523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C:\Users\username\work\minimal-skills-pack\references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1147680" y="3355920"/>
            <a:ext cx="11811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Claude Code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3" name=""/>
          <p:cNvSpPr/>
          <p:nvPr/>
        </p:nvSpPr>
        <p:spPr>
          <a:xfrm>
            <a:off x="1342800" y="37623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199" y="159"/>
                  <a:pt x="192" y="170"/>
                  <a:pt x="182" y="180"/>
                </a:cubicBezTo>
                <a:cubicBezTo>
                  <a:pt x="171" y="190"/>
                  <a:pt x="159" y="198"/>
                  <a:pt x="146" y="203"/>
                </a:cubicBezTo>
                <a:cubicBezTo>
                  <a:pt x="133" y="210"/>
                  <a:pt x="120" y="212"/>
                  <a:pt x="106" y="212"/>
                </a:cubicBezTo>
                <a:cubicBezTo>
                  <a:pt x="92" y="212"/>
                  <a:pt x="78" y="210"/>
                  <a:pt x="65" y="203"/>
                </a:cubicBezTo>
                <a:cubicBezTo>
                  <a:pt x="52" y="198"/>
                  <a:pt x="41" y="190"/>
                  <a:pt x="31" y="180"/>
                </a:cubicBezTo>
                <a:cubicBezTo>
                  <a:pt x="21" y="170"/>
                  <a:pt x="14" y="159"/>
                  <a:pt x="8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cubicBezTo>
                  <a:pt x="120" y="0"/>
                  <a:pt x="133" y="2"/>
                  <a:pt x="146" y="8"/>
                </a:cubicBezTo>
                <a:cubicBezTo>
                  <a:pt x="159" y="13"/>
                  <a:pt x="171" y="21"/>
                  <a:pt x="182" y="31"/>
                </a:cubicBezTo>
                <a:cubicBezTo>
                  <a:pt x="192" y="40"/>
                  <a:pt x="199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4" name=""/>
          <p:cNvSpPr/>
          <p:nvPr/>
        </p:nvSpPr>
        <p:spPr>
          <a:xfrm>
            <a:off x="1552320" y="3666960"/>
            <a:ext cx="1686240" cy="276480"/>
          </a:xfrm>
          <a:custGeom>
            <a:avLst/>
            <a:gdLst/>
            <a:ahLst/>
            <a:rect l="0" t="0" r="r" b="b"/>
            <a:pathLst>
              <a:path w="4684" h="768">
                <a:moveTo>
                  <a:pt x="0" y="609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526" y="0"/>
                </a:lnTo>
                <a:cubicBezTo>
                  <a:pt x="4536" y="0"/>
                  <a:pt x="4546" y="1"/>
                  <a:pt x="4557" y="3"/>
                </a:cubicBezTo>
                <a:cubicBezTo>
                  <a:pt x="4567" y="5"/>
                  <a:pt x="4577" y="8"/>
                  <a:pt x="4586" y="12"/>
                </a:cubicBezTo>
                <a:cubicBezTo>
                  <a:pt x="4596" y="16"/>
                  <a:pt x="4605" y="21"/>
                  <a:pt x="4614" y="27"/>
                </a:cubicBezTo>
                <a:cubicBezTo>
                  <a:pt x="4622" y="33"/>
                  <a:pt x="4630" y="39"/>
                  <a:pt x="4638" y="46"/>
                </a:cubicBezTo>
                <a:cubicBezTo>
                  <a:pt x="4645" y="54"/>
                  <a:pt x="4652" y="62"/>
                  <a:pt x="4658" y="71"/>
                </a:cubicBezTo>
                <a:cubicBezTo>
                  <a:pt x="4663" y="79"/>
                  <a:pt x="4668" y="88"/>
                  <a:pt x="4672" y="98"/>
                </a:cubicBezTo>
                <a:cubicBezTo>
                  <a:pt x="4676" y="108"/>
                  <a:pt x="4679" y="118"/>
                  <a:pt x="4681" y="128"/>
                </a:cubicBezTo>
                <a:cubicBezTo>
                  <a:pt x="4683" y="138"/>
                  <a:pt x="4684" y="148"/>
                  <a:pt x="4684" y="159"/>
                </a:cubicBezTo>
                <a:lnTo>
                  <a:pt x="4684" y="609"/>
                </a:lnTo>
                <a:cubicBezTo>
                  <a:pt x="4684" y="620"/>
                  <a:pt x="4683" y="630"/>
                  <a:pt x="4681" y="640"/>
                </a:cubicBezTo>
                <a:cubicBezTo>
                  <a:pt x="4679" y="651"/>
                  <a:pt x="4676" y="661"/>
                  <a:pt x="4672" y="670"/>
                </a:cubicBezTo>
                <a:cubicBezTo>
                  <a:pt x="4668" y="680"/>
                  <a:pt x="4663" y="689"/>
                  <a:pt x="4658" y="698"/>
                </a:cubicBezTo>
                <a:cubicBezTo>
                  <a:pt x="4652" y="706"/>
                  <a:pt x="4645" y="714"/>
                  <a:pt x="4638" y="722"/>
                </a:cubicBezTo>
                <a:cubicBezTo>
                  <a:pt x="4630" y="729"/>
                  <a:pt x="4622" y="736"/>
                  <a:pt x="4614" y="741"/>
                </a:cubicBezTo>
                <a:cubicBezTo>
                  <a:pt x="4605" y="747"/>
                  <a:pt x="4596" y="752"/>
                  <a:pt x="4586" y="756"/>
                </a:cubicBezTo>
                <a:cubicBezTo>
                  <a:pt x="4577" y="760"/>
                  <a:pt x="4567" y="763"/>
                  <a:pt x="4557" y="765"/>
                </a:cubicBezTo>
                <a:cubicBezTo>
                  <a:pt x="4546" y="767"/>
                  <a:pt x="4536" y="768"/>
                  <a:pt x="4526" y="768"/>
                </a:cubicBezTo>
                <a:lnTo>
                  <a:pt x="159" y="768"/>
                </a:lnTo>
                <a:cubicBezTo>
                  <a:pt x="149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9" y="752"/>
                  <a:pt x="79" y="747"/>
                  <a:pt x="71" y="741"/>
                </a:cubicBezTo>
                <a:cubicBezTo>
                  <a:pt x="62" y="736"/>
                  <a:pt x="54" y="729"/>
                  <a:pt x="47" y="722"/>
                </a:cubicBezTo>
                <a:cubicBezTo>
                  <a:pt x="39" y="714"/>
                  <a:pt x="33" y="706"/>
                  <a:pt x="27" y="698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1"/>
                  <a:pt x="5" y="651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2330280" y="3371760"/>
            <a:ext cx="99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⽤の配置先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6" name=""/>
          <p:cNvSpPr/>
          <p:nvPr/>
        </p:nvSpPr>
        <p:spPr>
          <a:xfrm>
            <a:off x="1342800" y="41144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199" y="161"/>
                  <a:pt x="192" y="172"/>
                  <a:pt x="182" y="182"/>
                </a:cubicBezTo>
                <a:cubicBezTo>
                  <a:pt x="171" y="192"/>
                  <a:pt x="159" y="200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9"/>
                </a:cubicBezTo>
                <a:cubicBezTo>
                  <a:pt x="159" y="14"/>
                  <a:pt x="171" y="22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7" name=""/>
          <p:cNvSpPr/>
          <p:nvPr/>
        </p:nvSpPr>
        <p:spPr>
          <a:xfrm>
            <a:off x="1552320" y="4019400"/>
            <a:ext cx="2076840" cy="276480"/>
          </a:xfrm>
          <a:custGeom>
            <a:avLst/>
            <a:gdLst/>
            <a:ahLst/>
            <a:rect l="0" t="0" r="r" b="b"/>
            <a:pathLst>
              <a:path w="5769" h="768">
                <a:moveTo>
                  <a:pt x="0" y="60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5610" y="0"/>
                </a:lnTo>
                <a:cubicBezTo>
                  <a:pt x="5621" y="0"/>
                  <a:pt x="5631" y="1"/>
                  <a:pt x="5641" y="3"/>
                </a:cubicBezTo>
                <a:cubicBezTo>
                  <a:pt x="5652" y="5"/>
                  <a:pt x="5661" y="8"/>
                  <a:pt x="5671" y="12"/>
                </a:cubicBezTo>
                <a:cubicBezTo>
                  <a:pt x="5681" y="16"/>
                  <a:pt x="5690" y="21"/>
                  <a:pt x="5699" y="27"/>
                </a:cubicBezTo>
                <a:cubicBezTo>
                  <a:pt x="5707" y="32"/>
                  <a:pt x="5715" y="39"/>
                  <a:pt x="5723" y="46"/>
                </a:cubicBezTo>
                <a:cubicBezTo>
                  <a:pt x="5730" y="54"/>
                  <a:pt x="5737" y="62"/>
                  <a:pt x="5742" y="70"/>
                </a:cubicBezTo>
                <a:cubicBezTo>
                  <a:pt x="5748" y="79"/>
                  <a:pt x="5753" y="88"/>
                  <a:pt x="5757" y="98"/>
                </a:cubicBezTo>
                <a:cubicBezTo>
                  <a:pt x="5761" y="108"/>
                  <a:pt x="5764" y="117"/>
                  <a:pt x="5766" y="128"/>
                </a:cubicBezTo>
                <a:cubicBezTo>
                  <a:pt x="5768" y="138"/>
                  <a:pt x="5769" y="148"/>
                  <a:pt x="5769" y="159"/>
                </a:cubicBezTo>
                <a:lnTo>
                  <a:pt x="5769" y="608"/>
                </a:lnTo>
                <a:cubicBezTo>
                  <a:pt x="5769" y="619"/>
                  <a:pt x="5768" y="629"/>
                  <a:pt x="5766" y="639"/>
                </a:cubicBezTo>
                <a:cubicBezTo>
                  <a:pt x="5764" y="650"/>
                  <a:pt x="5761" y="660"/>
                  <a:pt x="5757" y="669"/>
                </a:cubicBezTo>
                <a:cubicBezTo>
                  <a:pt x="5753" y="679"/>
                  <a:pt x="5748" y="688"/>
                  <a:pt x="5742" y="697"/>
                </a:cubicBezTo>
                <a:cubicBezTo>
                  <a:pt x="5737" y="705"/>
                  <a:pt x="5730" y="713"/>
                  <a:pt x="5723" y="721"/>
                </a:cubicBezTo>
                <a:cubicBezTo>
                  <a:pt x="5715" y="729"/>
                  <a:pt x="5707" y="736"/>
                  <a:pt x="5699" y="741"/>
                </a:cubicBezTo>
                <a:cubicBezTo>
                  <a:pt x="5690" y="747"/>
                  <a:pt x="5681" y="752"/>
                  <a:pt x="5671" y="756"/>
                </a:cubicBezTo>
                <a:cubicBezTo>
                  <a:pt x="5661" y="760"/>
                  <a:pt x="5652" y="763"/>
                  <a:pt x="5641" y="765"/>
                </a:cubicBezTo>
                <a:cubicBezTo>
                  <a:pt x="5631" y="767"/>
                  <a:pt x="5621" y="768"/>
                  <a:pt x="5610" y="768"/>
                </a:cubicBezTo>
                <a:lnTo>
                  <a:pt x="159" y="768"/>
                </a:lnTo>
                <a:cubicBezTo>
                  <a:pt x="149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9" y="752"/>
                  <a:pt x="79" y="747"/>
                  <a:pt x="71" y="741"/>
                </a:cubicBezTo>
                <a:cubicBezTo>
                  <a:pt x="62" y="736"/>
                  <a:pt x="54" y="729"/>
                  <a:pt x="47" y="721"/>
                </a:cubicBezTo>
                <a:cubicBezTo>
                  <a:pt x="39" y="713"/>
                  <a:pt x="33" y="705"/>
                  <a:pt x="27" y="697"/>
                </a:cubicBezTo>
                <a:cubicBezTo>
                  <a:pt x="21" y="688"/>
                  <a:pt x="16" y="679"/>
                  <a:pt x="12" y="669"/>
                </a:cubicBezTo>
                <a:cubicBezTo>
                  <a:pt x="8" y="660"/>
                  <a:pt x="5" y="650"/>
                  <a:pt x="3" y="639"/>
                </a:cubicBezTo>
                <a:cubicBezTo>
                  <a:pt x="1" y="629"/>
                  <a:pt x="0" y="619"/>
                  <a:pt x="0" y="60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1618200" y="3733560"/>
            <a:ext cx="15559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./.claude/skills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1618200" y="4085640"/>
            <a:ext cx="19447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./.claude/references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747720" y="4476600"/>
            <a:ext cx="39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この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1147680" y="4461120"/>
            <a:ext cx="1001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repository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2151000" y="447660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の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3" name=""/>
          <p:cNvSpPr/>
          <p:nvPr/>
        </p:nvSpPr>
        <p:spPr>
          <a:xfrm>
            <a:off x="2409480" y="4476600"/>
            <a:ext cx="914760" cy="276480"/>
          </a:xfrm>
          <a:custGeom>
            <a:avLst/>
            <a:gdLst/>
            <a:ahLst/>
            <a:rect l="0" t="0" r="r" b="b"/>
            <a:pathLst>
              <a:path w="2541" h="768">
                <a:moveTo>
                  <a:pt x="0" y="609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8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383" y="0"/>
                </a:lnTo>
                <a:cubicBezTo>
                  <a:pt x="2393" y="0"/>
                  <a:pt x="2403" y="1"/>
                  <a:pt x="2414" y="3"/>
                </a:cubicBezTo>
                <a:cubicBezTo>
                  <a:pt x="2424" y="5"/>
                  <a:pt x="2434" y="8"/>
                  <a:pt x="2443" y="12"/>
                </a:cubicBezTo>
                <a:cubicBezTo>
                  <a:pt x="2453" y="16"/>
                  <a:pt x="2462" y="21"/>
                  <a:pt x="2471" y="27"/>
                </a:cubicBezTo>
                <a:cubicBezTo>
                  <a:pt x="2480" y="32"/>
                  <a:pt x="2488" y="39"/>
                  <a:pt x="2495" y="46"/>
                </a:cubicBezTo>
                <a:cubicBezTo>
                  <a:pt x="2502" y="54"/>
                  <a:pt x="2509" y="62"/>
                  <a:pt x="2515" y="70"/>
                </a:cubicBezTo>
                <a:cubicBezTo>
                  <a:pt x="2520" y="79"/>
                  <a:pt x="2525" y="88"/>
                  <a:pt x="2529" y="98"/>
                </a:cubicBezTo>
                <a:cubicBezTo>
                  <a:pt x="2533" y="108"/>
                  <a:pt x="2536" y="117"/>
                  <a:pt x="2538" y="128"/>
                </a:cubicBezTo>
                <a:cubicBezTo>
                  <a:pt x="2540" y="138"/>
                  <a:pt x="2541" y="148"/>
                  <a:pt x="2541" y="159"/>
                </a:cubicBezTo>
                <a:lnTo>
                  <a:pt x="2541" y="609"/>
                </a:lnTo>
                <a:cubicBezTo>
                  <a:pt x="2541" y="620"/>
                  <a:pt x="2540" y="630"/>
                  <a:pt x="2538" y="640"/>
                </a:cubicBezTo>
                <a:cubicBezTo>
                  <a:pt x="2536" y="651"/>
                  <a:pt x="2533" y="661"/>
                  <a:pt x="2529" y="670"/>
                </a:cubicBezTo>
                <a:cubicBezTo>
                  <a:pt x="2525" y="680"/>
                  <a:pt x="2520" y="689"/>
                  <a:pt x="2515" y="698"/>
                </a:cubicBezTo>
                <a:cubicBezTo>
                  <a:pt x="2509" y="706"/>
                  <a:pt x="2502" y="714"/>
                  <a:pt x="2495" y="722"/>
                </a:cubicBezTo>
                <a:cubicBezTo>
                  <a:pt x="2488" y="729"/>
                  <a:pt x="2480" y="736"/>
                  <a:pt x="2471" y="741"/>
                </a:cubicBezTo>
                <a:cubicBezTo>
                  <a:pt x="2462" y="747"/>
                  <a:pt x="2453" y="752"/>
                  <a:pt x="2443" y="756"/>
                </a:cubicBezTo>
                <a:cubicBezTo>
                  <a:pt x="2434" y="760"/>
                  <a:pt x="2424" y="763"/>
                  <a:pt x="2414" y="765"/>
                </a:cubicBezTo>
                <a:cubicBezTo>
                  <a:pt x="2403" y="767"/>
                  <a:pt x="2393" y="768"/>
                  <a:pt x="2383" y="768"/>
                </a:cubicBezTo>
                <a:lnTo>
                  <a:pt x="159" y="768"/>
                </a:lnTo>
                <a:cubicBezTo>
                  <a:pt x="149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9" y="752"/>
                  <a:pt x="80" y="747"/>
                  <a:pt x="71" y="741"/>
                </a:cubicBezTo>
                <a:cubicBezTo>
                  <a:pt x="62" y="736"/>
                  <a:pt x="54" y="729"/>
                  <a:pt x="47" y="722"/>
                </a:cubicBezTo>
                <a:cubicBezTo>
                  <a:pt x="40" y="714"/>
                  <a:pt x="33" y="706"/>
                  <a:pt x="27" y="698"/>
                </a:cubicBezTo>
                <a:cubicBezTo>
                  <a:pt x="21" y="689"/>
                  <a:pt x="17" y="680"/>
                  <a:pt x="13" y="670"/>
                </a:cubicBezTo>
                <a:cubicBezTo>
                  <a:pt x="9" y="661"/>
                  <a:pt x="6" y="651"/>
                  <a:pt x="4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2350800" y="446112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2476080" y="4542840"/>
            <a:ext cx="7783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SKILL.md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3321000" y="446112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7" name=""/>
          <p:cNvSpPr/>
          <p:nvPr/>
        </p:nvSpPr>
        <p:spPr>
          <a:xfrm>
            <a:off x="752400" y="4781520"/>
            <a:ext cx="2076840" cy="276480"/>
          </a:xfrm>
          <a:custGeom>
            <a:avLst/>
            <a:gdLst/>
            <a:ahLst/>
            <a:rect l="0" t="0" r="r" b="b"/>
            <a:pathLst>
              <a:path w="5769" h="768">
                <a:moveTo>
                  <a:pt x="0" y="609"/>
                </a:moveTo>
                <a:lnTo>
                  <a:pt x="0" y="159"/>
                </a:lnTo>
                <a:cubicBezTo>
                  <a:pt x="0" y="149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1"/>
                  <a:pt x="39" y="53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5610" y="0"/>
                </a:lnTo>
                <a:cubicBezTo>
                  <a:pt x="5620" y="0"/>
                  <a:pt x="5631" y="1"/>
                  <a:pt x="5641" y="3"/>
                </a:cubicBezTo>
                <a:cubicBezTo>
                  <a:pt x="5651" y="5"/>
                  <a:pt x="5661" y="8"/>
                  <a:pt x="5671" y="12"/>
                </a:cubicBezTo>
                <a:cubicBezTo>
                  <a:pt x="5680" y="16"/>
                  <a:pt x="5689" y="21"/>
                  <a:pt x="5698" y="26"/>
                </a:cubicBezTo>
                <a:cubicBezTo>
                  <a:pt x="5707" y="32"/>
                  <a:pt x="5715" y="39"/>
                  <a:pt x="5722" y="46"/>
                </a:cubicBezTo>
                <a:cubicBezTo>
                  <a:pt x="5729" y="53"/>
                  <a:pt x="5736" y="61"/>
                  <a:pt x="5742" y="70"/>
                </a:cubicBezTo>
                <a:cubicBezTo>
                  <a:pt x="5748" y="79"/>
                  <a:pt x="5753" y="88"/>
                  <a:pt x="5757" y="98"/>
                </a:cubicBezTo>
                <a:cubicBezTo>
                  <a:pt x="5761" y="107"/>
                  <a:pt x="5764" y="117"/>
                  <a:pt x="5766" y="127"/>
                </a:cubicBezTo>
                <a:cubicBezTo>
                  <a:pt x="5768" y="138"/>
                  <a:pt x="5769" y="149"/>
                  <a:pt x="5769" y="159"/>
                </a:cubicBezTo>
                <a:lnTo>
                  <a:pt x="5769" y="609"/>
                </a:lnTo>
                <a:cubicBezTo>
                  <a:pt x="5769" y="620"/>
                  <a:pt x="5768" y="630"/>
                  <a:pt x="5766" y="640"/>
                </a:cubicBezTo>
                <a:cubicBezTo>
                  <a:pt x="5764" y="650"/>
                  <a:pt x="5761" y="660"/>
                  <a:pt x="5757" y="670"/>
                </a:cubicBezTo>
                <a:cubicBezTo>
                  <a:pt x="5753" y="680"/>
                  <a:pt x="5748" y="689"/>
                  <a:pt x="5742" y="697"/>
                </a:cubicBezTo>
                <a:cubicBezTo>
                  <a:pt x="5736" y="706"/>
                  <a:pt x="5729" y="714"/>
                  <a:pt x="5722" y="721"/>
                </a:cubicBezTo>
                <a:cubicBezTo>
                  <a:pt x="5715" y="729"/>
                  <a:pt x="5707" y="735"/>
                  <a:pt x="5698" y="741"/>
                </a:cubicBezTo>
                <a:cubicBezTo>
                  <a:pt x="5689" y="747"/>
                  <a:pt x="5680" y="752"/>
                  <a:pt x="5671" y="756"/>
                </a:cubicBezTo>
                <a:cubicBezTo>
                  <a:pt x="5661" y="760"/>
                  <a:pt x="5651" y="763"/>
                  <a:pt x="5641" y="765"/>
                </a:cubicBezTo>
                <a:cubicBezTo>
                  <a:pt x="5631" y="767"/>
                  <a:pt x="5620" y="768"/>
                  <a:pt x="5610" y="768"/>
                </a:cubicBezTo>
                <a:lnTo>
                  <a:pt x="158" y="768"/>
                </a:lnTo>
                <a:cubicBezTo>
                  <a:pt x="148" y="768"/>
                  <a:pt x="138" y="767"/>
                  <a:pt x="127" y="765"/>
                </a:cubicBezTo>
                <a:cubicBezTo>
                  <a:pt x="117" y="763"/>
                  <a:pt x="107" y="760"/>
                  <a:pt x="98" y="756"/>
                </a:cubicBezTo>
                <a:cubicBezTo>
                  <a:pt x="88" y="752"/>
                  <a:pt x="79" y="747"/>
                  <a:pt x="70" y="741"/>
                </a:cubicBezTo>
                <a:cubicBezTo>
                  <a:pt x="62" y="735"/>
                  <a:pt x="54" y="729"/>
                  <a:pt x="46" y="721"/>
                </a:cubicBezTo>
                <a:cubicBezTo>
                  <a:pt x="39" y="714"/>
                  <a:pt x="32" y="706"/>
                  <a:pt x="26" y="697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0"/>
                  <a:pt x="5" y="650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3375720" y="447660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は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818280" y="4847760"/>
            <a:ext cx="19447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../../references/...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2824200" y="475632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2878920" y="4772160"/>
            <a:ext cx="1997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を参照する前提です。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747720" y="5076720"/>
            <a:ext cx="799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そのため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3" name=""/>
          <p:cNvSpPr/>
          <p:nvPr/>
        </p:nvSpPr>
        <p:spPr>
          <a:xfrm>
            <a:off x="1599840" y="5076720"/>
            <a:ext cx="724320" cy="286200"/>
          </a:xfrm>
          <a:custGeom>
            <a:avLst/>
            <a:gdLst/>
            <a:ahLst/>
            <a:rect l="0" t="0" r="r" b="b"/>
            <a:pathLst>
              <a:path w="2012" h="795">
                <a:moveTo>
                  <a:pt x="0" y="636"/>
                </a:moveTo>
                <a:lnTo>
                  <a:pt x="0" y="159"/>
                </a:lnTo>
                <a:cubicBezTo>
                  <a:pt x="0" y="148"/>
                  <a:pt x="2" y="138"/>
                  <a:pt x="4" y="128"/>
                </a:cubicBezTo>
                <a:cubicBezTo>
                  <a:pt x="6" y="117"/>
                  <a:pt x="9" y="107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9" y="1"/>
                  <a:pt x="149" y="0"/>
                  <a:pt x="159" y="0"/>
                </a:cubicBezTo>
                <a:lnTo>
                  <a:pt x="1854" y="0"/>
                </a:lnTo>
                <a:cubicBezTo>
                  <a:pt x="1864" y="0"/>
                  <a:pt x="1874" y="1"/>
                  <a:pt x="1885" y="3"/>
                </a:cubicBezTo>
                <a:cubicBezTo>
                  <a:pt x="1895" y="5"/>
                  <a:pt x="1905" y="8"/>
                  <a:pt x="1914" y="12"/>
                </a:cubicBezTo>
                <a:cubicBezTo>
                  <a:pt x="1924" y="16"/>
                  <a:pt x="1933" y="21"/>
                  <a:pt x="1942" y="27"/>
                </a:cubicBezTo>
                <a:cubicBezTo>
                  <a:pt x="1950" y="32"/>
                  <a:pt x="1958" y="39"/>
                  <a:pt x="1966" y="46"/>
                </a:cubicBezTo>
                <a:cubicBezTo>
                  <a:pt x="1973" y="54"/>
                  <a:pt x="1980" y="62"/>
                  <a:pt x="1986" y="70"/>
                </a:cubicBezTo>
                <a:cubicBezTo>
                  <a:pt x="1991" y="79"/>
                  <a:pt x="1996" y="88"/>
                  <a:pt x="2000" y="98"/>
                </a:cubicBezTo>
                <a:cubicBezTo>
                  <a:pt x="2004" y="107"/>
                  <a:pt x="2007" y="117"/>
                  <a:pt x="2009" y="128"/>
                </a:cubicBezTo>
                <a:cubicBezTo>
                  <a:pt x="2011" y="138"/>
                  <a:pt x="2012" y="148"/>
                  <a:pt x="2012" y="159"/>
                </a:cubicBezTo>
                <a:lnTo>
                  <a:pt x="2012" y="636"/>
                </a:lnTo>
                <a:cubicBezTo>
                  <a:pt x="2012" y="646"/>
                  <a:pt x="2011" y="657"/>
                  <a:pt x="2009" y="667"/>
                </a:cubicBezTo>
                <a:cubicBezTo>
                  <a:pt x="2007" y="677"/>
                  <a:pt x="2004" y="687"/>
                  <a:pt x="2000" y="697"/>
                </a:cubicBezTo>
                <a:cubicBezTo>
                  <a:pt x="1996" y="706"/>
                  <a:pt x="1991" y="715"/>
                  <a:pt x="1986" y="724"/>
                </a:cubicBezTo>
                <a:cubicBezTo>
                  <a:pt x="1980" y="733"/>
                  <a:pt x="1973" y="741"/>
                  <a:pt x="1966" y="748"/>
                </a:cubicBezTo>
                <a:cubicBezTo>
                  <a:pt x="1958" y="755"/>
                  <a:pt x="1950" y="762"/>
                  <a:pt x="1942" y="768"/>
                </a:cubicBezTo>
                <a:cubicBezTo>
                  <a:pt x="1933" y="774"/>
                  <a:pt x="1924" y="778"/>
                  <a:pt x="1914" y="782"/>
                </a:cubicBezTo>
                <a:cubicBezTo>
                  <a:pt x="1905" y="786"/>
                  <a:pt x="1895" y="789"/>
                  <a:pt x="1885" y="791"/>
                </a:cubicBezTo>
                <a:cubicBezTo>
                  <a:pt x="1874" y="794"/>
                  <a:pt x="1864" y="795"/>
                  <a:pt x="1854" y="795"/>
                </a:cubicBezTo>
                <a:lnTo>
                  <a:pt x="159" y="795"/>
                </a:lnTo>
                <a:cubicBezTo>
                  <a:pt x="149" y="795"/>
                  <a:pt x="139" y="794"/>
                  <a:pt x="128" y="791"/>
                </a:cubicBezTo>
                <a:cubicBezTo>
                  <a:pt x="118" y="789"/>
                  <a:pt x="108" y="786"/>
                  <a:pt x="98" y="782"/>
                </a:cubicBezTo>
                <a:cubicBezTo>
                  <a:pt x="89" y="778"/>
                  <a:pt x="80" y="774"/>
                  <a:pt x="71" y="768"/>
                </a:cubicBezTo>
                <a:cubicBezTo>
                  <a:pt x="62" y="762"/>
                  <a:pt x="54" y="755"/>
                  <a:pt x="47" y="748"/>
                </a:cubicBezTo>
                <a:cubicBezTo>
                  <a:pt x="40" y="741"/>
                  <a:pt x="33" y="733"/>
                  <a:pt x="27" y="724"/>
                </a:cubicBezTo>
                <a:cubicBezTo>
                  <a:pt x="21" y="715"/>
                  <a:pt x="17" y="706"/>
                  <a:pt x="13" y="697"/>
                </a:cubicBezTo>
                <a:cubicBezTo>
                  <a:pt x="9" y="687"/>
                  <a:pt x="6" y="677"/>
                  <a:pt x="4" y="667"/>
                </a:cubicBezTo>
                <a:cubicBezTo>
                  <a:pt x="2" y="657"/>
                  <a:pt x="0" y="646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1547640" y="506088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1673280" y="5142960"/>
            <a:ext cx="5839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1" u="none" strike="noStrike">
                <a:solidFill>
                  <a:srgbClr val="1D4ED8"/>
                </a:solidFill>
                <a:effectLst/>
                <a:uFillTx/>
                <a:latin typeface="Consolas"/>
                <a:ea typeface="Consolas"/>
              </a:rPr>
              <a:t>skills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2324160" y="506088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2379240" y="5076720"/>
            <a:ext cx="99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だけでなく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8" name=""/>
          <p:cNvSpPr/>
          <p:nvPr/>
        </p:nvSpPr>
        <p:spPr>
          <a:xfrm>
            <a:off x="3438360" y="5076720"/>
            <a:ext cx="1105200" cy="286200"/>
          </a:xfrm>
          <a:custGeom>
            <a:avLst/>
            <a:gdLst/>
            <a:ahLst/>
            <a:rect l="0" t="0" r="r" b="b"/>
            <a:pathLst>
              <a:path w="3070" h="795">
                <a:moveTo>
                  <a:pt x="0" y="636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6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911" y="0"/>
                </a:lnTo>
                <a:cubicBezTo>
                  <a:pt x="2922" y="0"/>
                  <a:pt x="2932" y="1"/>
                  <a:pt x="2942" y="3"/>
                </a:cubicBezTo>
                <a:cubicBezTo>
                  <a:pt x="2953" y="5"/>
                  <a:pt x="2962" y="8"/>
                  <a:pt x="2972" y="12"/>
                </a:cubicBezTo>
                <a:cubicBezTo>
                  <a:pt x="2982" y="16"/>
                  <a:pt x="2991" y="21"/>
                  <a:pt x="3000" y="27"/>
                </a:cubicBezTo>
                <a:cubicBezTo>
                  <a:pt x="3008" y="32"/>
                  <a:pt x="3016" y="39"/>
                  <a:pt x="3024" y="46"/>
                </a:cubicBezTo>
                <a:cubicBezTo>
                  <a:pt x="3031" y="54"/>
                  <a:pt x="3038" y="62"/>
                  <a:pt x="3043" y="70"/>
                </a:cubicBezTo>
                <a:cubicBezTo>
                  <a:pt x="3049" y="79"/>
                  <a:pt x="3054" y="88"/>
                  <a:pt x="3058" y="98"/>
                </a:cubicBezTo>
                <a:cubicBezTo>
                  <a:pt x="3062" y="107"/>
                  <a:pt x="3065" y="117"/>
                  <a:pt x="3067" y="128"/>
                </a:cubicBezTo>
                <a:cubicBezTo>
                  <a:pt x="3069" y="138"/>
                  <a:pt x="3070" y="148"/>
                  <a:pt x="3070" y="159"/>
                </a:cubicBezTo>
                <a:lnTo>
                  <a:pt x="3070" y="636"/>
                </a:lnTo>
                <a:cubicBezTo>
                  <a:pt x="3070" y="646"/>
                  <a:pt x="3069" y="657"/>
                  <a:pt x="3067" y="667"/>
                </a:cubicBezTo>
                <a:cubicBezTo>
                  <a:pt x="3065" y="677"/>
                  <a:pt x="3062" y="687"/>
                  <a:pt x="3058" y="697"/>
                </a:cubicBezTo>
                <a:cubicBezTo>
                  <a:pt x="3054" y="706"/>
                  <a:pt x="3049" y="715"/>
                  <a:pt x="3043" y="724"/>
                </a:cubicBezTo>
                <a:cubicBezTo>
                  <a:pt x="3038" y="733"/>
                  <a:pt x="3031" y="741"/>
                  <a:pt x="3024" y="748"/>
                </a:cubicBezTo>
                <a:cubicBezTo>
                  <a:pt x="3016" y="755"/>
                  <a:pt x="3008" y="762"/>
                  <a:pt x="3000" y="768"/>
                </a:cubicBezTo>
                <a:cubicBezTo>
                  <a:pt x="2991" y="774"/>
                  <a:pt x="2982" y="778"/>
                  <a:pt x="2972" y="782"/>
                </a:cubicBezTo>
                <a:cubicBezTo>
                  <a:pt x="2962" y="786"/>
                  <a:pt x="2953" y="789"/>
                  <a:pt x="2942" y="791"/>
                </a:cubicBezTo>
                <a:cubicBezTo>
                  <a:pt x="2932" y="794"/>
                  <a:pt x="2922" y="795"/>
                  <a:pt x="2911" y="795"/>
                </a:cubicBezTo>
                <a:lnTo>
                  <a:pt x="159" y="795"/>
                </a:lnTo>
                <a:cubicBezTo>
                  <a:pt x="148" y="795"/>
                  <a:pt x="138" y="794"/>
                  <a:pt x="128" y="791"/>
                </a:cubicBezTo>
                <a:cubicBezTo>
                  <a:pt x="118" y="789"/>
                  <a:pt x="108" y="786"/>
                  <a:pt x="98" y="782"/>
                </a:cubicBezTo>
                <a:cubicBezTo>
                  <a:pt x="88" y="778"/>
                  <a:pt x="79" y="774"/>
                  <a:pt x="71" y="768"/>
                </a:cubicBezTo>
                <a:cubicBezTo>
                  <a:pt x="62" y="762"/>
                  <a:pt x="54" y="755"/>
                  <a:pt x="46" y="748"/>
                </a:cubicBezTo>
                <a:cubicBezTo>
                  <a:pt x="39" y="741"/>
                  <a:pt x="33" y="733"/>
                  <a:pt x="27" y="724"/>
                </a:cubicBezTo>
                <a:cubicBezTo>
                  <a:pt x="21" y="715"/>
                  <a:pt x="16" y="706"/>
                  <a:pt x="12" y="697"/>
                </a:cubicBezTo>
                <a:cubicBezTo>
                  <a:pt x="8" y="687"/>
                  <a:pt x="5" y="677"/>
                  <a:pt x="3" y="667"/>
                </a:cubicBezTo>
                <a:cubicBezTo>
                  <a:pt x="1" y="657"/>
                  <a:pt x="0" y="646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3379320" y="506088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3504600" y="5142960"/>
            <a:ext cx="9727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1" u="none" strike="noStrike">
                <a:solidFill>
                  <a:srgbClr val="1D4ED8"/>
                </a:solidFill>
                <a:effectLst/>
                <a:uFillTx/>
                <a:latin typeface="Consolas"/>
                <a:ea typeface="Consolas"/>
              </a:rPr>
              <a:t>references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4542840" y="506088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4597920" y="5076720"/>
            <a:ext cx="1198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も⼀緒に置く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5798160" y="506088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5852880" y="5076720"/>
            <a:ext cx="1598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必要があります。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747720" y="1854360"/>
            <a:ext cx="233244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04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もっとも確実な⽅法</a:t>
            </a:r>
            <a:endParaRPr lang="en-US" sz="20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747720" y="2422440"/>
            <a:ext cx="11811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Claude Code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1930320" y="243828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の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2130480" y="2422440"/>
            <a:ext cx="15973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project-local skill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3" name=""/>
          <p:cNvSpPr/>
          <p:nvPr/>
        </p:nvSpPr>
        <p:spPr>
          <a:xfrm>
            <a:off x="942840" y="29714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2" y="22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04" name=""/>
          <p:cNvSpPr/>
          <p:nvPr/>
        </p:nvSpPr>
        <p:spPr>
          <a:xfrm>
            <a:off x="1152360" y="2876400"/>
            <a:ext cx="3619800" cy="286200"/>
          </a:xfrm>
          <a:custGeom>
            <a:avLst/>
            <a:gdLst/>
            <a:ahLst/>
            <a:rect l="0" t="0" r="r" b="b"/>
            <a:pathLst>
              <a:path w="10055" h="795">
                <a:moveTo>
                  <a:pt x="0" y="636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6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9896" y="0"/>
                </a:lnTo>
                <a:cubicBezTo>
                  <a:pt x="9907" y="0"/>
                  <a:pt x="9917" y="1"/>
                  <a:pt x="9927" y="3"/>
                </a:cubicBezTo>
                <a:cubicBezTo>
                  <a:pt x="9938" y="5"/>
                  <a:pt x="9947" y="8"/>
                  <a:pt x="9957" y="12"/>
                </a:cubicBezTo>
                <a:cubicBezTo>
                  <a:pt x="9967" y="16"/>
                  <a:pt x="9976" y="21"/>
                  <a:pt x="9985" y="27"/>
                </a:cubicBezTo>
                <a:cubicBezTo>
                  <a:pt x="9993" y="32"/>
                  <a:pt x="10001" y="39"/>
                  <a:pt x="10009" y="46"/>
                </a:cubicBezTo>
                <a:cubicBezTo>
                  <a:pt x="10016" y="54"/>
                  <a:pt x="10023" y="62"/>
                  <a:pt x="10028" y="70"/>
                </a:cubicBezTo>
                <a:cubicBezTo>
                  <a:pt x="10034" y="79"/>
                  <a:pt x="10039" y="88"/>
                  <a:pt x="10043" y="98"/>
                </a:cubicBezTo>
                <a:cubicBezTo>
                  <a:pt x="10047" y="108"/>
                  <a:pt x="10050" y="117"/>
                  <a:pt x="10052" y="128"/>
                </a:cubicBezTo>
                <a:cubicBezTo>
                  <a:pt x="10054" y="138"/>
                  <a:pt x="10055" y="148"/>
                  <a:pt x="10055" y="159"/>
                </a:cubicBezTo>
                <a:lnTo>
                  <a:pt x="10055" y="636"/>
                </a:lnTo>
                <a:cubicBezTo>
                  <a:pt x="10055" y="646"/>
                  <a:pt x="10054" y="657"/>
                  <a:pt x="10052" y="667"/>
                </a:cubicBezTo>
                <a:cubicBezTo>
                  <a:pt x="10050" y="677"/>
                  <a:pt x="10047" y="687"/>
                  <a:pt x="10043" y="697"/>
                </a:cubicBezTo>
                <a:cubicBezTo>
                  <a:pt x="10039" y="706"/>
                  <a:pt x="10034" y="715"/>
                  <a:pt x="10028" y="724"/>
                </a:cubicBezTo>
                <a:cubicBezTo>
                  <a:pt x="10023" y="733"/>
                  <a:pt x="10016" y="741"/>
                  <a:pt x="10009" y="748"/>
                </a:cubicBezTo>
                <a:cubicBezTo>
                  <a:pt x="10001" y="756"/>
                  <a:pt x="9993" y="762"/>
                  <a:pt x="9985" y="768"/>
                </a:cubicBezTo>
                <a:cubicBezTo>
                  <a:pt x="9976" y="774"/>
                  <a:pt x="9967" y="779"/>
                  <a:pt x="9957" y="783"/>
                </a:cubicBezTo>
                <a:cubicBezTo>
                  <a:pt x="9947" y="787"/>
                  <a:pt x="9938" y="790"/>
                  <a:pt x="9927" y="792"/>
                </a:cubicBezTo>
                <a:cubicBezTo>
                  <a:pt x="9917" y="794"/>
                  <a:pt x="9907" y="795"/>
                  <a:pt x="9896" y="795"/>
                </a:cubicBezTo>
                <a:lnTo>
                  <a:pt x="159" y="795"/>
                </a:lnTo>
                <a:cubicBezTo>
                  <a:pt x="148" y="795"/>
                  <a:pt x="138" y="794"/>
                  <a:pt x="128" y="792"/>
                </a:cubicBezTo>
                <a:cubicBezTo>
                  <a:pt x="118" y="790"/>
                  <a:pt x="108" y="787"/>
                  <a:pt x="98" y="783"/>
                </a:cubicBezTo>
                <a:cubicBezTo>
                  <a:pt x="88" y="779"/>
                  <a:pt x="79" y="774"/>
                  <a:pt x="71" y="768"/>
                </a:cubicBezTo>
                <a:cubicBezTo>
                  <a:pt x="62" y="762"/>
                  <a:pt x="54" y="756"/>
                  <a:pt x="46" y="748"/>
                </a:cubicBezTo>
                <a:cubicBezTo>
                  <a:pt x="39" y="741"/>
                  <a:pt x="33" y="733"/>
                  <a:pt x="27" y="724"/>
                </a:cubicBezTo>
                <a:cubicBezTo>
                  <a:pt x="21" y="715"/>
                  <a:pt x="16" y="706"/>
                  <a:pt x="12" y="697"/>
                </a:cubicBezTo>
                <a:cubicBezTo>
                  <a:pt x="8" y="687"/>
                  <a:pt x="5" y="677"/>
                  <a:pt x="3" y="667"/>
                </a:cubicBezTo>
                <a:cubicBezTo>
                  <a:pt x="1" y="657"/>
                  <a:pt x="0" y="646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3730320" y="2438280"/>
            <a:ext cx="1398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配置は次です。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1218240" y="2942640"/>
            <a:ext cx="34999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.claude/skills/&lt;skill-name&gt;/SKILL.md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747720" y="3333600"/>
            <a:ext cx="39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この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147680" y="3318120"/>
            <a:ext cx="1001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repository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2151000" y="3333600"/>
            <a:ext cx="599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では、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2751120" y="3318120"/>
            <a:ext cx="7192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project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3443040" y="3333600"/>
            <a:ext cx="219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内へコピーして使う⽅式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5637600" y="331812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3" name=""/>
          <p:cNvSpPr/>
          <p:nvPr/>
        </p:nvSpPr>
        <p:spPr>
          <a:xfrm>
            <a:off x="942840" y="38671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5692320" y="3333600"/>
            <a:ext cx="1997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がもっとも確実です。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5" name=""/>
          <p:cNvSpPr/>
          <p:nvPr/>
        </p:nvSpPr>
        <p:spPr>
          <a:xfrm>
            <a:off x="1342800" y="41623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199" y="160"/>
                  <a:pt x="192" y="172"/>
                  <a:pt x="182" y="181"/>
                </a:cubicBezTo>
                <a:cubicBezTo>
                  <a:pt x="171" y="191"/>
                  <a:pt x="159" y="199"/>
                  <a:pt x="146" y="204"/>
                </a:cubicBezTo>
                <a:cubicBezTo>
                  <a:pt x="133" y="210"/>
                  <a:pt x="120" y="212"/>
                  <a:pt x="106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2"/>
                  <a:pt x="14" y="160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cubicBezTo>
                  <a:pt x="120" y="0"/>
                  <a:pt x="133" y="2"/>
                  <a:pt x="146" y="8"/>
                </a:cubicBezTo>
                <a:cubicBezTo>
                  <a:pt x="159" y="13"/>
                  <a:pt x="171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1147680" y="3771720"/>
            <a:ext cx="39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利点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1547640" y="4051440"/>
            <a:ext cx="11811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Claude Code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8" name=""/>
          <p:cNvSpPr/>
          <p:nvPr/>
        </p:nvSpPr>
        <p:spPr>
          <a:xfrm>
            <a:off x="1342800" y="44956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1" y="191"/>
                  <a:pt x="159" y="199"/>
                  <a:pt x="146" y="204"/>
                </a:cubicBezTo>
                <a:cubicBezTo>
                  <a:pt x="133" y="210"/>
                  <a:pt x="120" y="212"/>
                  <a:pt x="106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3"/>
                  <a:pt x="171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2730600" y="4067280"/>
            <a:ext cx="3195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の標準構成にそのまま合わせられる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0" name=""/>
          <p:cNvSpPr/>
          <p:nvPr/>
        </p:nvSpPr>
        <p:spPr>
          <a:xfrm>
            <a:off x="1342800" y="48384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1" y="192"/>
                  <a:pt x="159" y="200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4"/>
                  <a:pt x="171" y="21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1547640" y="4400640"/>
            <a:ext cx="1997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相対参照を崩しにくい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1547640" y="4727520"/>
            <a:ext cx="6717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project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2220120" y="4743360"/>
            <a:ext cx="1398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単位で完結する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8" name=""/>
          <p:cNvSpPr/>
          <p:nvPr/>
        </p:nvSpPr>
        <p:spPr>
          <a:xfrm>
            <a:off x="757080" y="2766960"/>
            <a:ext cx="10687320" cy="1886040"/>
          </a:xfrm>
          <a:custGeom>
            <a:avLst/>
            <a:gdLst/>
            <a:ahLst/>
            <a:rect l="0" t="0" r="r" b="b"/>
            <a:pathLst>
              <a:path w="29687" h="5239">
                <a:moveTo>
                  <a:pt x="0" y="509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5094"/>
                </a:lnTo>
                <a:cubicBezTo>
                  <a:pt x="29687" y="5103"/>
                  <a:pt x="29686" y="5113"/>
                  <a:pt x="29684" y="5122"/>
                </a:cubicBezTo>
                <a:cubicBezTo>
                  <a:pt x="29683" y="5132"/>
                  <a:pt x="29680" y="5141"/>
                  <a:pt x="29676" y="5150"/>
                </a:cubicBezTo>
                <a:cubicBezTo>
                  <a:pt x="29672" y="5158"/>
                  <a:pt x="29668" y="5167"/>
                  <a:pt x="29663" y="5175"/>
                </a:cubicBezTo>
                <a:cubicBezTo>
                  <a:pt x="29657" y="5183"/>
                  <a:pt x="29651" y="5190"/>
                  <a:pt x="29645" y="5197"/>
                </a:cubicBezTo>
                <a:cubicBezTo>
                  <a:pt x="29638" y="5204"/>
                  <a:pt x="29630" y="5210"/>
                  <a:pt x="29623" y="5215"/>
                </a:cubicBezTo>
                <a:cubicBezTo>
                  <a:pt x="29615" y="5220"/>
                  <a:pt x="29606" y="5225"/>
                  <a:pt x="29597" y="5228"/>
                </a:cubicBezTo>
                <a:cubicBezTo>
                  <a:pt x="29589" y="5232"/>
                  <a:pt x="29579" y="5235"/>
                  <a:pt x="29570" y="5237"/>
                </a:cubicBezTo>
                <a:cubicBezTo>
                  <a:pt x="29561" y="5238"/>
                  <a:pt x="29551" y="5239"/>
                  <a:pt x="29542" y="5239"/>
                </a:cubicBezTo>
                <a:lnTo>
                  <a:pt x="145" y="5239"/>
                </a:lnTo>
                <a:cubicBezTo>
                  <a:pt x="136" y="5239"/>
                  <a:pt x="126" y="5238"/>
                  <a:pt x="117" y="5237"/>
                </a:cubicBezTo>
                <a:cubicBezTo>
                  <a:pt x="108" y="5235"/>
                  <a:pt x="99" y="5232"/>
                  <a:pt x="90" y="5228"/>
                </a:cubicBezTo>
                <a:cubicBezTo>
                  <a:pt x="81" y="5225"/>
                  <a:pt x="73" y="5220"/>
                  <a:pt x="65" y="5215"/>
                </a:cubicBezTo>
                <a:cubicBezTo>
                  <a:pt x="57" y="5210"/>
                  <a:pt x="49" y="5204"/>
                  <a:pt x="43" y="5197"/>
                </a:cubicBezTo>
                <a:cubicBezTo>
                  <a:pt x="36" y="5190"/>
                  <a:pt x="30" y="5183"/>
                  <a:pt x="24" y="5175"/>
                </a:cubicBezTo>
                <a:cubicBezTo>
                  <a:pt x="19" y="5167"/>
                  <a:pt x="15" y="5158"/>
                  <a:pt x="11" y="5150"/>
                </a:cubicBezTo>
                <a:cubicBezTo>
                  <a:pt x="7" y="5141"/>
                  <a:pt x="5" y="5132"/>
                  <a:pt x="3" y="5122"/>
                </a:cubicBezTo>
                <a:cubicBezTo>
                  <a:pt x="1" y="5113"/>
                  <a:pt x="0" y="5103"/>
                  <a:pt x="0" y="509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9" name=""/>
          <p:cNvSpPr/>
          <p:nvPr/>
        </p:nvSpPr>
        <p:spPr>
          <a:xfrm>
            <a:off x="757080" y="2766960"/>
            <a:ext cx="10687320" cy="1886040"/>
          </a:xfrm>
          <a:custGeom>
            <a:avLst/>
            <a:gdLst/>
            <a:ahLst/>
            <a:rect l="0" t="0" r="r" b="b"/>
            <a:pathLst>
              <a:path w="29687" h="5239">
                <a:moveTo>
                  <a:pt x="0" y="509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5094"/>
                </a:lnTo>
                <a:cubicBezTo>
                  <a:pt x="29687" y="5103"/>
                  <a:pt x="29686" y="5113"/>
                  <a:pt x="29684" y="5122"/>
                </a:cubicBezTo>
                <a:cubicBezTo>
                  <a:pt x="29683" y="5132"/>
                  <a:pt x="29680" y="5141"/>
                  <a:pt x="29676" y="5150"/>
                </a:cubicBezTo>
                <a:cubicBezTo>
                  <a:pt x="29672" y="5158"/>
                  <a:pt x="29668" y="5167"/>
                  <a:pt x="29663" y="5175"/>
                </a:cubicBezTo>
                <a:cubicBezTo>
                  <a:pt x="29657" y="5183"/>
                  <a:pt x="29651" y="5190"/>
                  <a:pt x="29645" y="5197"/>
                </a:cubicBezTo>
                <a:cubicBezTo>
                  <a:pt x="29638" y="5204"/>
                  <a:pt x="29630" y="5210"/>
                  <a:pt x="29623" y="5215"/>
                </a:cubicBezTo>
                <a:cubicBezTo>
                  <a:pt x="29615" y="5220"/>
                  <a:pt x="29606" y="5225"/>
                  <a:pt x="29597" y="5228"/>
                </a:cubicBezTo>
                <a:cubicBezTo>
                  <a:pt x="29589" y="5232"/>
                  <a:pt x="29579" y="5235"/>
                  <a:pt x="29570" y="5237"/>
                </a:cubicBezTo>
                <a:cubicBezTo>
                  <a:pt x="29561" y="5238"/>
                  <a:pt x="29551" y="5239"/>
                  <a:pt x="29542" y="5239"/>
                </a:cubicBezTo>
                <a:lnTo>
                  <a:pt x="145" y="5239"/>
                </a:lnTo>
                <a:cubicBezTo>
                  <a:pt x="136" y="5239"/>
                  <a:pt x="126" y="5238"/>
                  <a:pt x="117" y="5237"/>
                </a:cubicBezTo>
                <a:cubicBezTo>
                  <a:pt x="108" y="5235"/>
                  <a:pt x="99" y="5232"/>
                  <a:pt x="90" y="5228"/>
                </a:cubicBezTo>
                <a:cubicBezTo>
                  <a:pt x="81" y="5225"/>
                  <a:pt x="73" y="5220"/>
                  <a:pt x="65" y="5215"/>
                </a:cubicBezTo>
                <a:cubicBezTo>
                  <a:pt x="57" y="5210"/>
                  <a:pt x="49" y="5204"/>
                  <a:pt x="43" y="5197"/>
                </a:cubicBezTo>
                <a:cubicBezTo>
                  <a:pt x="36" y="5190"/>
                  <a:pt x="30" y="5183"/>
                  <a:pt x="24" y="5175"/>
                </a:cubicBezTo>
                <a:cubicBezTo>
                  <a:pt x="19" y="5167"/>
                  <a:pt x="15" y="5158"/>
                  <a:pt x="11" y="5150"/>
                </a:cubicBezTo>
                <a:cubicBezTo>
                  <a:pt x="7" y="5141"/>
                  <a:pt x="5" y="5132"/>
                  <a:pt x="3" y="5122"/>
                </a:cubicBezTo>
                <a:cubicBezTo>
                  <a:pt x="1" y="5113"/>
                  <a:pt x="0" y="5103"/>
                  <a:pt x="0" y="509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747720" y="2206800"/>
            <a:ext cx="129600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04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コピー⼿順</a:t>
            </a:r>
            <a:endParaRPr lang="en-US" sz="20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2048040" y="2186280"/>
            <a:ext cx="149832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04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: PowerShell</a:t>
            </a:r>
            <a:endParaRPr lang="en-US" sz="20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914400" y="2950200"/>
            <a:ext cx="51620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Set-Location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C:\Users\username\work\minimal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-skills-pack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914400" y="3340800"/>
            <a:ext cx="58186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New-Item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-ItemType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Directory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-Force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-Path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.\.claude | </a:t>
            </a:r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Out-Null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914400" y="3540960"/>
            <a:ext cx="64756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New-Item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-ItemType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Directory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-Force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-Path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.\.claude\skills | </a:t>
            </a:r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Out-Null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914400" y="3731400"/>
            <a:ext cx="68508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New-Item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-ItemType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Directory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-Force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-Path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.\.claude\references | </a:t>
            </a:r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Out-Null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914400" y="4122000"/>
            <a:ext cx="68511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Copy-Item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-Recurse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-Force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-Path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.\skills\*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-Destination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.\.claude\skills\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914400" y="4321800"/>
            <a:ext cx="76021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Copy-Item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-Recurse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-Force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-Path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.\references\*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-Destination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.\.claude\references\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2" name=""/>
          <p:cNvSpPr/>
          <p:nvPr/>
        </p:nvSpPr>
        <p:spPr>
          <a:xfrm>
            <a:off x="757080" y="3328920"/>
            <a:ext cx="10687320" cy="1495800"/>
          </a:xfrm>
          <a:custGeom>
            <a:avLst/>
            <a:gdLst/>
            <a:ahLst/>
            <a:rect l="0" t="0" r="r" b="b"/>
            <a:pathLst>
              <a:path w="29687" h="4155">
                <a:moveTo>
                  <a:pt x="0" y="400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4009"/>
                </a:lnTo>
                <a:cubicBezTo>
                  <a:pt x="29687" y="4019"/>
                  <a:pt x="29686" y="4028"/>
                  <a:pt x="29684" y="4038"/>
                </a:cubicBezTo>
                <a:cubicBezTo>
                  <a:pt x="29683" y="4047"/>
                  <a:pt x="29680" y="4056"/>
                  <a:pt x="29676" y="4065"/>
                </a:cubicBezTo>
                <a:cubicBezTo>
                  <a:pt x="29672" y="4074"/>
                  <a:pt x="29668" y="4082"/>
                  <a:pt x="29663" y="4090"/>
                </a:cubicBezTo>
                <a:cubicBezTo>
                  <a:pt x="29657" y="4098"/>
                  <a:pt x="29651" y="4105"/>
                  <a:pt x="29645" y="4112"/>
                </a:cubicBezTo>
                <a:cubicBezTo>
                  <a:pt x="29638" y="4119"/>
                  <a:pt x="29630" y="4125"/>
                  <a:pt x="29623" y="4130"/>
                </a:cubicBezTo>
                <a:cubicBezTo>
                  <a:pt x="29615" y="4135"/>
                  <a:pt x="29606" y="4140"/>
                  <a:pt x="29597" y="4144"/>
                </a:cubicBezTo>
                <a:cubicBezTo>
                  <a:pt x="29589" y="4147"/>
                  <a:pt x="29579" y="4150"/>
                  <a:pt x="29570" y="4152"/>
                </a:cubicBezTo>
                <a:cubicBezTo>
                  <a:pt x="29561" y="4154"/>
                  <a:pt x="29551" y="4155"/>
                  <a:pt x="29542" y="4155"/>
                </a:cubicBezTo>
                <a:lnTo>
                  <a:pt x="145" y="4155"/>
                </a:lnTo>
                <a:cubicBezTo>
                  <a:pt x="136" y="4155"/>
                  <a:pt x="126" y="4154"/>
                  <a:pt x="117" y="4152"/>
                </a:cubicBezTo>
                <a:cubicBezTo>
                  <a:pt x="108" y="4150"/>
                  <a:pt x="99" y="4147"/>
                  <a:pt x="90" y="4144"/>
                </a:cubicBezTo>
                <a:cubicBezTo>
                  <a:pt x="81" y="4140"/>
                  <a:pt x="73" y="4135"/>
                  <a:pt x="65" y="4130"/>
                </a:cubicBezTo>
                <a:cubicBezTo>
                  <a:pt x="57" y="4125"/>
                  <a:pt x="49" y="4119"/>
                  <a:pt x="43" y="4112"/>
                </a:cubicBezTo>
                <a:cubicBezTo>
                  <a:pt x="36" y="4105"/>
                  <a:pt x="30" y="4098"/>
                  <a:pt x="24" y="4090"/>
                </a:cubicBezTo>
                <a:cubicBezTo>
                  <a:pt x="19" y="4082"/>
                  <a:pt x="15" y="4074"/>
                  <a:pt x="11" y="4065"/>
                </a:cubicBezTo>
                <a:cubicBezTo>
                  <a:pt x="7" y="4056"/>
                  <a:pt x="5" y="4047"/>
                  <a:pt x="3" y="4038"/>
                </a:cubicBezTo>
                <a:cubicBezTo>
                  <a:pt x="1" y="4028"/>
                  <a:pt x="0" y="4019"/>
                  <a:pt x="0" y="4009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3" name=""/>
          <p:cNvSpPr/>
          <p:nvPr/>
        </p:nvSpPr>
        <p:spPr>
          <a:xfrm>
            <a:off x="757080" y="3328920"/>
            <a:ext cx="10687320" cy="1495800"/>
          </a:xfrm>
          <a:custGeom>
            <a:avLst/>
            <a:gdLst/>
            <a:ahLst/>
            <a:rect l="0" t="0" r="r" b="b"/>
            <a:pathLst>
              <a:path w="29687" h="4155">
                <a:moveTo>
                  <a:pt x="0" y="400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4009"/>
                </a:lnTo>
                <a:cubicBezTo>
                  <a:pt x="29687" y="4019"/>
                  <a:pt x="29686" y="4028"/>
                  <a:pt x="29684" y="4038"/>
                </a:cubicBezTo>
                <a:cubicBezTo>
                  <a:pt x="29683" y="4047"/>
                  <a:pt x="29680" y="4056"/>
                  <a:pt x="29676" y="4065"/>
                </a:cubicBezTo>
                <a:cubicBezTo>
                  <a:pt x="29672" y="4074"/>
                  <a:pt x="29668" y="4082"/>
                  <a:pt x="29663" y="4090"/>
                </a:cubicBezTo>
                <a:cubicBezTo>
                  <a:pt x="29657" y="4098"/>
                  <a:pt x="29651" y="4105"/>
                  <a:pt x="29645" y="4112"/>
                </a:cubicBezTo>
                <a:cubicBezTo>
                  <a:pt x="29638" y="4119"/>
                  <a:pt x="29630" y="4125"/>
                  <a:pt x="29623" y="4130"/>
                </a:cubicBezTo>
                <a:cubicBezTo>
                  <a:pt x="29615" y="4135"/>
                  <a:pt x="29606" y="4140"/>
                  <a:pt x="29597" y="4144"/>
                </a:cubicBezTo>
                <a:cubicBezTo>
                  <a:pt x="29589" y="4147"/>
                  <a:pt x="29579" y="4150"/>
                  <a:pt x="29570" y="4152"/>
                </a:cubicBezTo>
                <a:cubicBezTo>
                  <a:pt x="29561" y="4154"/>
                  <a:pt x="29551" y="4155"/>
                  <a:pt x="29542" y="4155"/>
                </a:cubicBezTo>
                <a:lnTo>
                  <a:pt x="145" y="4155"/>
                </a:lnTo>
                <a:cubicBezTo>
                  <a:pt x="136" y="4155"/>
                  <a:pt x="126" y="4154"/>
                  <a:pt x="117" y="4152"/>
                </a:cubicBezTo>
                <a:cubicBezTo>
                  <a:pt x="108" y="4150"/>
                  <a:pt x="99" y="4147"/>
                  <a:pt x="90" y="4144"/>
                </a:cubicBezTo>
                <a:cubicBezTo>
                  <a:pt x="81" y="4140"/>
                  <a:pt x="73" y="4135"/>
                  <a:pt x="65" y="4130"/>
                </a:cubicBezTo>
                <a:cubicBezTo>
                  <a:pt x="57" y="4125"/>
                  <a:pt x="49" y="4119"/>
                  <a:pt x="43" y="4112"/>
                </a:cubicBezTo>
                <a:cubicBezTo>
                  <a:pt x="36" y="4105"/>
                  <a:pt x="30" y="4098"/>
                  <a:pt x="24" y="4090"/>
                </a:cubicBezTo>
                <a:cubicBezTo>
                  <a:pt x="19" y="4082"/>
                  <a:pt x="15" y="4074"/>
                  <a:pt x="11" y="4065"/>
                </a:cubicBezTo>
                <a:cubicBezTo>
                  <a:pt x="7" y="4056"/>
                  <a:pt x="5" y="4047"/>
                  <a:pt x="3" y="4038"/>
                </a:cubicBezTo>
                <a:cubicBezTo>
                  <a:pt x="1" y="4028"/>
                  <a:pt x="0" y="4019"/>
                  <a:pt x="0" y="400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747720" y="2035440"/>
            <a:ext cx="129600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04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コピー⼿順</a:t>
            </a:r>
            <a:endParaRPr lang="en-US" sz="20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2048040" y="2014920"/>
            <a:ext cx="71244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04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: bash</a:t>
            </a:r>
            <a:endParaRPr lang="en-US" sz="20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747720" y="2594160"/>
            <a:ext cx="776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Git Bash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1525320" y="2610000"/>
            <a:ext cx="99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前提です。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747720" y="2879640"/>
            <a:ext cx="4420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WSL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1189800" y="2895480"/>
            <a:ext cx="1198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を使う場合は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0" name=""/>
          <p:cNvSpPr/>
          <p:nvPr/>
        </p:nvSpPr>
        <p:spPr>
          <a:xfrm>
            <a:off x="2447640" y="2904840"/>
            <a:ext cx="1686240" cy="276840"/>
          </a:xfrm>
          <a:custGeom>
            <a:avLst/>
            <a:gdLst/>
            <a:ahLst/>
            <a:rect l="0" t="0" r="r" b="b"/>
            <a:pathLst>
              <a:path w="4684" h="769">
                <a:moveTo>
                  <a:pt x="0" y="609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526" y="0"/>
                </a:lnTo>
                <a:cubicBezTo>
                  <a:pt x="4536" y="0"/>
                  <a:pt x="4546" y="1"/>
                  <a:pt x="4557" y="3"/>
                </a:cubicBezTo>
                <a:cubicBezTo>
                  <a:pt x="4567" y="5"/>
                  <a:pt x="4577" y="8"/>
                  <a:pt x="4586" y="12"/>
                </a:cubicBezTo>
                <a:cubicBezTo>
                  <a:pt x="4596" y="16"/>
                  <a:pt x="4605" y="21"/>
                  <a:pt x="4614" y="27"/>
                </a:cubicBezTo>
                <a:cubicBezTo>
                  <a:pt x="4623" y="33"/>
                  <a:pt x="4631" y="39"/>
                  <a:pt x="4638" y="47"/>
                </a:cubicBezTo>
                <a:cubicBezTo>
                  <a:pt x="4645" y="54"/>
                  <a:pt x="4652" y="62"/>
                  <a:pt x="4658" y="71"/>
                </a:cubicBezTo>
                <a:cubicBezTo>
                  <a:pt x="4663" y="80"/>
                  <a:pt x="4668" y="89"/>
                  <a:pt x="4672" y="98"/>
                </a:cubicBezTo>
                <a:cubicBezTo>
                  <a:pt x="4676" y="108"/>
                  <a:pt x="4679" y="118"/>
                  <a:pt x="4681" y="128"/>
                </a:cubicBezTo>
                <a:cubicBezTo>
                  <a:pt x="4683" y="138"/>
                  <a:pt x="4684" y="149"/>
                  <a:pt x="4684" y="159"/>
                </a:cubicBezTo>
                <a:lnTo>
                  <a:pt x="4684" y="609"/>
                </a:lnTo>
                <a:cubicBezTo>
                  <a:pt x="4684" y="619"/>
                  <a:pt x="4683" y="630"/>
                  <a:pt x="4681" y="640"/>
                </a:cubicBezTo>
                <a:cubicBezTo>
                  <a:pt x="4679" y="650"/>
                  <a:pt x="4676" y="660"/>
                  <a:pt x="4672" y="670"/>
                </a:cubicBezTo>
                <a:cubicBezTo>
                  <a:pt x="4668" y="679"/>
                  <a:pt x="4663" y="688"/>
                  <a:pt x="4658" y="697"/>
                </a:cubicBezTo>
                <a:cubicBezTo>
                  <a:pt x="4652" y="706"/>
                  <a:pt x="4645" y="714"/>
                  <a:pt x="4638" y="721"/>
                </a:cubicBezTo>
                <a:cubicBezTo>
                  <a:pt x="4631" y="728"/>
                  <a:pt x="4623" y="735"/>
                  <a:pt x="4614" y="741"/>
                </a:cubicBezTo>
                <a:cubicBezTo>
                  <a:pt x="4605" y="747"/>
                  <a:pt x="4596" y="753"/>
                  <a:pt x="4586" y="756"/>
                </a:cubicBezTo>
                <a:cubicBezTo>
                  <a:pt x="4577" y="760"/>
                  <a:pt x="4567" y="763"/>
                  <a:pt x="4557" y="766"/>
                </a:cubicBezTo>
                <a:cubicBezTo>
                  <a:pt x="4546" y="768"/>
                  <a:pt x="4536" y="769"/>
                  <a:pt x="4526" y="769"/>
                </a:cubicBezTo>
                <a:lnTo>
                  <a:pt x="159" y="769"/>
                </a:lnTo>
                <a:cubicBezTo>
                  <a:pt x="149" y="769"/>
                  <a:pt x="138" y="768"/>
                  <a:pt x="128" y="766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9" y="753"/>
                  <a:pt x="80" y="747"/>
                  <a:pt x="71" y="741"/>
                </a:cubicBezTo>
                <a:cubicBezTo>
                  <a:pt x="62" y="735"/>
                  <a:pt x="54" y="728"/>
                  <a:pt x="47" y="721"/>
                </a:cubicBezTo>
                <a:cubicBezTo>
                  <a:pt x="39" y="714"/>
                  <a:pt x="33" y="706"/>
                  <a:pt x="27" y="697"/>
                </a:cubicBezTo>
                <a:cubicBezTo>
                  <a:pt x="21" y="688"/>
                  <a:pt x="16" y="679"/>
                  <a:pt x="12" y="670"/>
                </a:cubicBezTo>
                <a:cubicBezTo>
                  <a:pt x="8" y="660"/>
                  <a:pt x="5" y="650"/>
                  <a:pt x="3" y="640"/>
                </a:cubicBezTo>
                <a:cubicBezTo>
                  <a:pt x="1" y="630"/>
                  <a:pt x="0" y="619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2390040" y="287964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2515320" y="2971440"/>
            <a:ext cx="15559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/mnt/c/Users/...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4134240" y="287964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4188960" y="2895480"/>
            <a:ext cx="219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に読み替えてください。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914400" y="3512160"/>
            <a:ext cx="42235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cd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/c/Users/username/work/minimal-skills-pack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914400" y="3902760"/>
            <a:ext cx="43174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mkdir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-p ./.claude/skills ./.claude/references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914400" y="4293360"/>
            <a:ext cx="31914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cp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-R ./skills/. ./.claude/skills/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914400" y="4493160"/>
            <a:ext cx="3942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cp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-R ./references/. ./.claude/references/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3" name=""/>
          <p:cNvSpPr/>
          <p:nvPr/>
        </p:nvSpPr>
        <p:spPr>
          <a:xfrm>
            <a:off x="757080" y="3071520"/>
            <a:ext cx="10687320" cy="714960"/>
          </a:xfrm>
          <a:custGeom>
            <a:avLst/>
            <a:gdLst/>
            <a:ahLst/>
            <a:rect l="0" t="0" r="r" b="b"/>
            <a:pathLst>
              <a:path w="29687" h="1986">
                <a:moveTo>
                  <a:pt x="0" y="1840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840"/>
                </a:lnTo>
                <a:cubicBezTo>
                  <a:pt x="29687" y="1850"/>
                  <a:pt x="29686" y="1859"/>
                  <a:pt x="29684" y="1869"/>
                </a:cubicBezTo>
                <a:cubicBezTo>
                  <a:pt x="29683" y="1878"/>
                  <a:pt x="29680" y="1887"/>
                  <a:pt x="29676" y="1896"/>
                </a:cubicBezTo>
                <a:cubicBezTo>
                  <a:pt x="29672" y="1905"/>
                  <a:pt x="29668" y="1913"/>
                  <a:pt x="29663" y="1921"/>
                </a:cubicBezTo>
                <a:cubicBezTo>
                  <a:pt x="29657" y="1929"/>
                  <a:pt x="29651" y="1936"/>
                  <a:pt x="29645" y="1943"/>
                </a:cubicBezTo>
                <a:cubicBezTo>
                  <a:pt x="29638" y="1950"/>
                  <a:pt x="29630" y="1956"/>
                  <a:pt x="29623" y="1961"/>
                </a:cubicBezTo>
                <a:cubicBezTo>
                  <a:pt x="29615" y="1966"/>
                  <a:pt x="29606" y="1971"/>
                  <a:pt x="29597" y="1975"/>
                </a:cubicBezTo>
                <a:cubicBezTo>
                  <a:pt x="29589" y="1978"/>
                  <a:pt x="29579" y="1981"/>
                  <a:pt x="29570" y="1983"/>
                </a:cubicBezTo>
                <a:cubicBezTo>
                  <a:pt x="29561" y="1985"/>
                  <a:pt x="29551" y="1986"/>
                  <a:pt x="29542" y="1986"/>
                </a:cubicBezTo>
                <a:lnTo>
                  <a:pt x="145" y="1986"/>
                </a:lnTo>
                <a:cubicBezTo>
                  <a:pt x="136" y="1986"/>
                  <a:pt x="126" y="1985"/>
                  <a:pt x="117" y="1983"/>
                </a:cubicBezTo>
                <a:cubicBezTo>
                  <a:pt x="108" y="1981"/>
                  <a:pt x="99" y="1978"/>
                  <a:pt x="90" y="1975"/>
                </a:cubicBezTo>
                <a:cubicBezTo>
                  <a:pt x="81" y="1971"/>
                  <a:pt x="73" y="1966"/>
                  <a:pt x="65" y="1961"/>
                </a:cubicBezTo>
                <a:cubicBezTo>
                  <a:pt x="57" y="1956"/>
                  <a:pt x="49" y="1950"/>
                  <a:pt x="43" y="1943"/>
                </a:cubicBezTo>
                <a:cubicBezTo>
                  <a:pt x="36" y="1936"/>
                  <a:pt x="30" y="1929"/>
                  <a:pt x="24" y="1921"/>
                </a:cubicBezTo>
                <a:cubicBezTo>
                  <a:pt x="19" y="1913"/>
                  <a:pt x="15" y="1905"/>
                  <a:pt x="11" y="1896"/>
                </a:cubicBezTo>
                <a:cubicBezTo>
                  <a:pt x="7" y="1887"/>
                  <a:pt x="5" y="1878"/>
                  <a:pt x="3" y="1869"/>
                </a:cubicBezTo>
                <a:cubicBezTo>
                  <a:pt x="1" y="1859"/>
                  <a:pt x="0" y="1850"/>
                  <a:pt x="0" y="1840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4" name=""/>
          <p:cNvSpPr/>
          <p:nvPr/>
        </p:nvSpPr>
        <p:spPr>
          <a:xfrm>
            <a:off x="757080" y="3071520"/>
            <a:ext cx="10687320" cy="714960"/>
          </a:xfrm>
          <a:custGeom>
            <a:avLst/>
            <a:gdLst/>
            <a:ahLst/>
            <a:rect l="0" t="0" r="r" b="b"/>
            <a:pathLst>
              <a:path w="29687" h="1986">
                <a:moveTo>
                  <a:pt x="0" y="1840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840"/>
                </a:lnTo>
                <a:cubicBezTo>
                  <a:pt x="29687" y="1850"/>
                  <a:pt x="29686" y="1859"/>
                  <a:pt x="29684" y="1869"/>
                </a:cubicBezTo>
                <a:cubicBezTo>
                  <a:pt x="29683" y="1878"/>
                  <a:pt x="29680" y="1887"/>
                  <a:pt x="29676" y="1896"/>
                </a:cubicBezTo>
                <a:cubicBezTo>
                  <a:pt x="29672" y="1905"/>
                  <a:pt x="29668" y="1913"/>
                  <a:pt x="29663" y="1921"/>
                </a:cubicBezTo>
                <a:cubicBezTo>
                  <a:pt x="29657" y="1929"/>
                  <a:pt x="29651" y="1936"/>
                  <a:pt x="29645" y="1943"/>
                </a:cubicBezTo>
                <a:cubicBezTo>
                  <a:pt x="29638" y="1950"/>
                  <a:pt x="29630" y="1956"/>
                  <a:pt x="29623" y="1961"/>
                </a:cubicBezTo>
                <a:cubicBezTo>
                  <a:pt x="29615" y="1966"/>
                  <a:pt x="29606" y="1971"/>
                  <a:pt x="29597" y="1975"/>
                </a:cubicBezTo>
                <a:cubicBezTo>
                  <a:pt x="29589" y="1978"/>
                  <a:pt x="29579" y="1981"/>
                  <a:pt x="29570" y="1983"/>
                </a:cubicBezTo>
                <a:cubicBezTo>
                  <a:pt x="29561" y="1985"/>
                  <a:pt x="29551" y="1986"/>
                  <a:pt x="29542" y="1986"/>
                </a:cubicBezTo>
                <a:lnTo>
                  <a:pt x="145" y="1986"/>
                </a:lnTo>
                <a:cubicBezTo>
                  <a:pt x="136" y="1986"/>
                  <a:pt x="126" y="1985"/>
                  <a:pt x="117" y="1983"/>
                </a:cubicBezTo>
                <a:cubicBezTo>
                  <a:pt x="108" y="1981"/>
                  <a:pt x="99" y="1978"/>
                  <a:pt x="90" y="1975"/>
                </a:cubicBezTo>
                <a:cubicBezTo>
                  <a:pt x="81" y="1971"/>
                  <a:pt x="73" y="1966"/>
                  <a:pt x="65" y="1961"/>
                </a:cubicBezTo>
                <a:cubicBezTo>
                  <a:pt x="57" y="1956"/>
                  <a:pt x="49" y="1950"/>
                  <a:pt x="43" y="1943"/>
                </a:cubicBezTo>
                <a:cubicBezTo>
                  <a:pt x="36" y="1936"/>
                  <a:pt x="30" y="1929"/>
                  <a:pt x="24" y="1921"/>
                </a:cubicBezTo>
                <a:cubicBezTo>
                  <a:pt x="19" y="1913"/>
                  <a:pt x="15" y="1905"/>
                  <a:pt x="11" y="1896"/>
                </a:cubicBezTo>
                <a:cubicBezTo>
                  <a:pt x="7" y="1887"/>
                  <a:pt x="5" y="1878"/>
                  <a:pt x="3" y="1869"/>
                </a:cubicBezTo>
                <a:cubicBezTo>
                  <a:pt x="1" y="1859"/>
                  <a:pt x="0" y="1850"/>
                  <a:pt x="0" y="1840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5" name=""/>
          <p:cNvSpPr/>
          <p:nvPr/>
        </p:nvSpPr>
        <p:spPr>
          <a:xfrm>
            <a:off x="757080" y="3947760"/>
            <a:ext cx="10687320" cy="714960"/>
          </a:xfrm>
          <a:custGeom>
            <a:avLst/>
            <a:gdLst/>
            <a:ahLst/>
            <a:rect l="0" t="0" r="r" b="b"/>
            <a:pathLst>
              <a:path w="29687" h="1986">
                <a:moveTo>
                  <a:pt x="0" y="1839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2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8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839"/>
                </a:lnTo>
                <a:cubicBezTo>
                  <a:pt x="29687" y="1849"/>
                  <a:pt x="29686" y="1858"/>
                  <a:pt x="29684" y="1868"/>
                </a:cubicBezTo>
                <a:cubicBezTo>
                  <a:pt x="29683" y="1877"/>
                  <a:pt x="29680" y="1886"/>
                  <a:pt x="29676" y="1895"/>
                </a:cubicBezTo>
                <a:cubicBezTo>
                  <a:pt x="29672" y="1904"/>
                  <a:pt x="29668" y="1912"/>
                  <a:pt x="29663" y="1920"/>
                </a:cubicBezTo>
                <a:cubicBezTo>
                  <a:pt x="29657" y="1928"/>
                  <a:pt x="29651" y="1936"/>
                  <a:pt x="29645" y="1943"/>
                </a:cubicBezTo>
                <a:cubicBezTo>
                  <a:pt x="29638" y="1950"/>
                  <a:pt x="29630" y="1956"/>
                  <a:pt x="29623" y="1961"/>
                </a:cubicBezTo>
                <a:cubicBezTo>
                  <a:pt x="29615" y="1967"/>
                  <a:pt x="29606" y="1971"/>
                  <a:pt x="29597" y="1975"/>
                </a:cubicBezTo>
                <a:cubicBezTo>
                  <a:pt x="29589" y="1978"/>
                  <a:pt x="29579" y="1981"/>
                  <a:pt x="29570" y="1983"/>
                </a:cubicBezTo>
                <a:cubicBezTo>
                  <a:pt x="29561" y="1985"/>
                  <a:pt x="29551" y="1986"/>
                  <a:pt x="29542" y="1986"/>
                </a:cubicBezTo>
                <a:lnTo>
                  <a:pt x="145" y="1986"/>
                </a:lnTo>
                <a:cubicBezTo>
                  <a:pt x="136" y="1986"/>
                  <a:pt x="126" y="1985"/>
                  <a:pt x="117" y="1983"/>
                </a:cubicBezTo>
                <a:cubicBezTo>
                  <a:pt x="108" y="1981"/>
                  <a:pt x="99" y="1978"/>
                  <a:pt x="90" y="1975"/>
                </a:cubicBezTo>
                <a:cubicBezTo>
                  <a:pt x="81" y="1971"/>
                  <a:pt x="73" y="1967"/>
                  <a:pt x="65" y="1961"/>
                </a:cubicBezTo>
                <a:cubicBezTo>
                  <a:pt x="57" y="1956"/>
                  <a:pt x="49" y="1950"/>
                  <a:pt x="43" y="1943"/>
                </a:cubicBezTo>
                <a:cubicBezTo>
                  <a:pt x="36" y="1936"/>
                  <a:pt x="30" y="1928"/>
                  <a:pt x="24" y="1920"/>
                </a:cubicBezTo>
                <a:cubicBezTo>
                  <a:pt x="19" y="1912"/>
                  <a:pt x="15" y="1904"/>
                  <a:pt x="11" y="1895"/>
                </a:cubicBezTo>
                <a:cubicBezTo>
                  <a:pt x="7" y="1886"/>
                  <a:pt x="5" y="1877"/>
                  <a:pt x="3" y="1868"/>
                </a:cubicBezTo>
                <a:cubicBezTo>
                  <a:pt x="1" y="1858"/>
                  <a:pt x="0" y="1849"/>
                  <a:pt x="0" y="1839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6" name=""/>
          <p:cNvSpPr/>
          <p:nvPr/>
        </p:nvSpPr>
        <p:spPr>
          <a:xfrm>
            <a:off x="757080" y="3947760"/>
            <a:ext cx="10687320" cy="714960"/>
          </a:xfrm>
          <a:custGeom>
            <a:avLst/>
            <a:gdLst/>
            <a:ahLst/>
            <a:rect l="0" t="0" r="r" b="b"/>
            <a:pathLst>
              <a:path w="29687" h="1986">
                <a:moveTo>
                  <a:pt x="0" y="1839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2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8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839"/>
                </a:lnTo>
                <a:cubicBezTo>
                  <a:pt x="29687" y="1849"/>
                  <a:pt x="29686" y="1858"/>
                  <a:pt x="29684" y="1868"/>
                </a:cubicBezTo>
                <a:cubicBezTo>
                  <a:pt x="29683" y="1877"/>
                  <a:pt x="29680" y="1886"/>
                  <a:pt x="29676" y="1895"/>
                </a:cubicBezTo>
                <a:cubicBezTo>
                  <a:pt x="29672" y="1904"/>
                  <a:pt x="29668" y="1912"/>
                  <a:pt x="29663" y="1920"/>
                </a:cubicBezTo>
                <a:cubicBezTo>
                  <a:pt x="29657" y="1928"/>
                  <a:pt x="29651" y="1936"/>
                  <a:pt x="29645" y="1943"/>
                </a:cubicBezTo>
                <a:cubicBezTo>
                  <a:pt x="29638" y="1950"/>
                  <a:pt x="29630" y="1956"/>
                  <a:pt x="29623" y="1961"/>
                </a:cubicBezTo>
                <a:cubicBezTo>
                  <a:pt x="29615" y="1967"/>
                  <a:pt x="29606" y="1971"/>
                  <a:pt x="29597" y="1975"/>
                </a:cubicBezTo>
                <a:cubicBezTo>
                  <a:pt x="29589" y="1978"/>
                  <a:pt x="29579" y="1981"/>
                  <a:pt x="29570" y="1983"/>
                </a:cubicBezTo>
                <a:cubicBezTo>
                  <a:pt x="29561" y="1985"/>
                  <a:pt x="29551" y="1986"/>
                  <a:pt x="29542" y="1986"/>
                </a:cubicBezTo>
                <a:lnTo>
                  <a:pt x="145" y="1986"/>
                </a:lnTo>
                <a:cubicBezTo>
                  <a:pt x="136" y="1986"/>
                  <a:pt x="126" y="1985"/>
                  <a:pt x="117" y="1983"/>
                </a:cubicBezTo>
                <a:cubicBezTo>
                  <a:pt x="108" y="1981"/>
                  <a:pt x="99" y="1978"/>
                  <a:pt x="90" y="1975"/>
                </a:cubicBezTo>
                <a:cubicBezTo>
                  <a:pt x="81" y="1971"/>
                  <a:pt x="73" y="1967"/>
                  <a:pt x="65" y="1961"/>
                </a:cubicBezTo>
                <a:cubicBezTo>
                  <a:pt x="57" y="1956"/>
                  <a:pt x="49" y="1950"/>
                  <a:pt x="43" y="1943"/>
                </a:cubicBezTo>
                <a:cubicBezTo>
                  <a:pt x="36" y="1936"/>
                  <a:pt x="30" y="1928"/>
                  <a:pt x="24" y="1920"/>
                </a:cubicBezTo>
                <a:cubicBezTo>
                  <a:pt x="19" y="1912"/>
                  <a:pt x="15" y="1904"/>
                  <a:pt x="11" y="1895"/>
                </a:cubicBezTo>
                <a:cubicBezTo>
                  <a:pt x="7" y="1886"/>
                  <a:pt x="5" y="1877"/>
                  <a:pt x="3" y="1868"/>
                </a:cubicBezTo>
                <a:cubicBezTo>
                  <a:pt x="1" y="1858"/>
                  <a:pt x="0" y="1849"/>
                  <a:pt x="0" y="183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747720" y="1397160"/>
            <a:ext cx="103716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04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反映確認</a:t>
            </a:r>
            <a:endParaRPr lang="en-US" sz="20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941760" y="1955880"/>
            <a:ext cx="15786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1. repository root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2522520" y="197172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で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2722680" y="1955880"/>
            <a:ext cx="1235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Claude Code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3960000" y="1971720"/>
            <a:ext cx="99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を起動する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941760" y="2298600"/>
            <a:ext cx="16333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2. slash command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2577600" y="231444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で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2777400" y="2298600"/>
            <a:ext cx="4392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skill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3216600" y="2314440"/>
            <a:ext cx="1797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を明⽰呼び出しする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941760" y="2632320"/>
            <a:ext cx="2062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3.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1147680" y="2647800"/>
            <a:ext cx="799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必要なら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1947960" y="2632320"/>
            <a:ext cx="10900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description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3039480" y="2647800"/>
            <a:ext cx="219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ベースの暗黙利⽤も試す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914400" y="3255120"/>
            <a:ext cx="51620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Set-Location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C:\Users\username\work\minimal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-skills-pack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914400" y="3454920"/>
            <a:ext cx="5637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claude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914400" y="4131360"/>
            <a:ext cx="15962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/auth-and-session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3" name=""/>
          <p:cNvSpPr/>
          <p:nvPr/>
        </p:nvSpPr>
        <p:spPr>
          <a:xfrm>
            <a:off x="942840" y="49431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84" name=""/>
          <p:cNvSpPr/>
          <p:nvPr/>
        </p:nvSpPr>
        <p:spPr>
          <a:xfrm>
            <a:off x="1152360" y="4848120"/>
            <a:ext cx="524160" cy="276480"/>
          </a:xfrm>
          <a:custGeom>
            <a:avLst/>
            <a:gdLst/>
            <a:ahLst/>
            <a:rect l="0" t="0" r="r" b="b"/>
            <a:pathLst>
              <a:path w="1456" h="768">
                <a:moveTo>
                  <a:pt x="0" y="60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6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297" y="0"/>
                </a:lnTo>
                <a:cubicBezTo>
                  <a:pt x="1308" y="0"/>
                  <a:pt x="1318" y="1"/>
                  <a:pt x="1328" y="3"/>
                </a:cubicBezTo>
                <a:cubicBezTo>
                  <a:pt x="1339" y="5"/>
                  <a:pt x="1349" y="8"/>
                  <a:pt x="1358" y="12"/>
                </a:cubicBezTo>
                <a:cubicBezTo>
                  <a:pt x="1368" y="16"/>
                  <a:pt x="1377" y="21"/>
                  <a:pt x="1386" y="27"/>
                </a:cubicBezTo>
                <a:cubicBezTo>
                  <a:pt x="1394" y="32"/>
                  <a:pt x="1402" y="39"/>
                  <a:pt x="1410" y="46"/>
                </a:cubicBezTo>
                <a:cubicBezTo>
                  <a:pt x="1417" y="54"/>
                  <a:pt x="1424" y="62"/>
                  <a:pt x="1429" y="70"/>
                </a:cubicBezTo>
                <a:cubicBezTo>
                  <a:pt x="1435" y="79"/>
                  <a:pt x="1440" y="88"/>
                  <a:pt x="1444" y="98"/>
                </a:cubicBezTo>
                <a:cubicBezTo>
                  <a:pt x="1448" y="107"/>
                  <a:pt x="1451" y="117"/>
                  <a:pt x="1453" y="128"/>
                </a:cubicBezTo>
                <a:cubicBezTo>
                  <a:pt x="1455" y="138"/>
                  <a:pt x="1456" y="148"/>
                  <a:pt x="1456" y="159"/>
                </a:cubicBezTo>
                <a:lnTo>
                  <a:pt x="1456" y="608"/>
                </a:lnTo>
                <a:cubicBezTo>
                  <a:pt x="1456" y="619"/>
                  <a:pt x="1455" y="629"/>
                  <a:pt x="1453" y="639"/>
                </a:cubicBezTo>
                <a:cubicBezTo>
                  <a:pt x="1451" y="650"/>
                  <a:pt x="1448" y="659"/>
                  <a:pt x="1444" y="669"/>
                </a:cubicBezTo>
                <a:cubicBezTo>
                  <a:pt x="1440" y="679"/>
                  <a:pt x="1435" y="688"/>
                  <a:pt x="1429" y="697"/>
                </a:cubicBezTo>
                <a:cubicBezTo>
                  <a:pt x="1424" y="705"/>
                  <a:pt x="1417" y="713"/>
                  <a:pt x="1410" y="721"/>
                </a:cubicBezTo>
                <a:cubicBezTo>
                  <a:pt x="1402" y="729"/>
                  <a:pt x="1394" y="736"/>
                  <a:pt x="1386" y="741"/>
                </a:cubicBezTo>
                <a:cubicBezTo>
                  <a:pt x="1377" y="747"/>
                  <a:pt x="1368" y="752"/>
                  <a:pt x="1358" y="756"/>
                </a:cubicBezTo>
                <a:cubicBezTo>
                  <a:pt x="1349" y="760"/>
                  <a:pt x="1339" y="763"/>
                  <a:pt x="1328" y="765"/>
                </a:cubicBezTo>
                <a:cubicBezTo>
                  <a:pt x="1318" y="767"/>
                  <a:pt x="1308" y="768"/>
                  <a:pt x="1297" y="768"/>
                </a:cubicBezTo>
                <a:lnTo>
                  <a:pt x="159" y="768"/>
                </a:lnTo>
                <a:cubicBezTo>
                  <a:pt x="148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8" y="752"/>
                  <a:pt x="79" y="747"/>
                  <a:pt x="71" y="741"/>
                </a:cubicBezTo>
                <a:cubicBezTo>
                  <a:pt x="62" y="736"/>
                  <a:pt x="54" y="729"/>
                  <a:pt x="46" y="721"/>
                </a:cubicBezTo>
                <a:cubicBezTo>
                  <a:pt x="39" y="713"/>
                  <a:pt x="33" y="705"/>
                  <a:pt x="27" y="697"/>
                </a:cubicBezTo>
                <a:cubicBezTo>
                  <a:pt x="21" y="688"/>
                  <a:pt x="16" y="679"/>
                  <a:pt x="12" y="669"/>
                </a:cubicBezTo>
                <a:cubicBezTo>
                  <a:pt x="8" y="659"/>
                  <a:pt x="5" y="650"/>
                  <a:pt x="3" y="639"/>
                </a:cubicBezTo>
                <a:cubicBezTo>
                  <a:pt x="1" y="629"/>
                  <a:pt x="0" y="619"/>
                  <a:pt x="0" y="60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914400" y="4331520"/>
            <a:ext cx="20653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/schema-and-migrations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1218240" y="4914360"/>
            <a:ext cx="3895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name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1675800" y="483228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1730520" y="484812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は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9" name=""/>
          <p:cNvSpPr/>
          <p:nvPr/>
        </p:nvSpPr>
        <p:spPr>
          <a:xfrm>
            <a:off x="1981080" y="4848120"/>
            <a:ext cx="1209960" cy="276480"/>
          </a:xfrm>
          <a:custGeom>
            <a:avLst/>
            <a:gdLst/>
            <a:ahLst/>
            <a:rect l="0" t="0" r="r" b="b"/>
            <a:pathLst>
              <a:path w="3361" h="768">
                <a:moveTo>
                  <a:pt x="0" y="60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202" y="0"/>
                </a:lnTo>
                <a:cubicBezTo>
                  <a:pt x="3213" y="0"/>
                  <a:pt x="3223" y="1"/>
                  <a:pt x="3233" y="3"/>
                </a:cubicBezTo>
                <a:cubicBezTo>
                  <a:pt x="3243" y="5"/>
                  <a:pt x="3253" y="8"/>
                  <a:pt x="3263" y="12"/>
                </a:cubicBezTo>
                <a:cubicBezTo>
                  <a:pt x="3273" y="16"/>
                  <a:pt x="3282" y="21"/>
                  <a:pt x="3290" y="27"/>
                </a:cubicBezTo>
                <a:cubicBezTo>
                  <a:pt x="3299" y="32"/>
                  <a:pt x="3307" y="39"/>
                  <a:pt x="3315" y="46"/>
                </a:cubicBezTo>
                <a:cubicBezTo>
                  <a:pt x="3322" y="54"/>
                  <a:pt x="3328" y="62"/>
                  <a:pt x="3334" y="70"/>
                </a:cubicBezTo>
                <a:cubicBezTo>
                  <a:pt x="3340" y="79"/>
                  <a:pt x="3345" y="88"/>
                  <a:pt x="3349" y="98"/>
                </a:cubicBezTo>
                <a:cubicBezTo>
                  <a:pt x="3353" y="107"/>
                  <a:pt x="3356" y="117"/>
                  <a:pt x="3358" y="128"/>
                </a:cubicBezTo>
                <a:cubicBezTo>
                  <a:pt x="3360" y="138"/>
                  <a:pt x="3361" y="148"/>
                  <a:pt x="3361" y="159"/>
                </a:cubicBezTo>
                <a:lnTo>
                  <a:pt x="3361" y="608"/>
                </a:lnTo>
                <a:cubicBezTo>
                  <a:pt x="3361" y="619"/>
                  <a:pt x="3360" y="629"/>
                  <a:pt x="3358" y="639"/>
                </a:cubicBezTo>
                <a:cubicBezTo>
                  <a:pt x="3356" y="650"/>
                  <a:pt x="3353" y="659"/>
                  <a:pt x="3349" y="669"/>
                </a:cubicBezTo>
                <a:cubicBezTo>
                  <a:pt x="3345" y="679"/>
                  <a:pt x="3340" y="688"/>
                  <a:pt x="3334" y="697"/>
                </a:cubicBezTo>
                <a:cubicBezTo>
                  <a:pt x="3328" y="705"/>
                  <a:pt x="3322" y="713"/>
                  <a:pt x="3315" y="721"/>
                </a:cubicBezTo>
                <a:cubicBezTo>
                  <a:pt x="3307" y="729"/>
                  <a:pt x="3299" y="736"/>
                  <a:pt x="3290" y="741"/>
                </a:cubicBezTo>
                <a:cubicBezTo>
                  <a:pt x="3282" y="747"/>
                  <a:pt x="3273" y="752"/>
                  <a:pt x="3263" y="756"/>
                </a:cubicBezTo>
                <a:cubicBezTo>
                  <a:pt x="3253" y="760"/>
                  <a:pt x="3243" y="763"/>
                  <a:pt x="3233" y="765"/>
                </a:cubicBezTo>
                <a:cubicBezTo>
                  <a:pt x="3223" y="767"/>
                  <a:pt x="3213" y="768"/>
                  <a:pt x="3202" y="768"/>
                </a:cubicBezTo>
                <a:lnTo>
                  <a:pt x="159" y="768"/>
                </a:lnTo>
                <a:cubicBezTo>
                  <a:pt x="148" y="768"/>
                  <a:pt x="138" y="767"/>
                  <a:pt x="128" y="765"/>
                </a:cubicBezTo>
                <a:cubicBezTo>
                  <a:pt x="117" y="763"/>
                  <a:pt x="107" y="760"/>
                  <a:pt x="98" y="756"/>
                </a:cubicBezTo>
                <a:cubicBezTo>
                  <a:pt x="88" y="752"/>
                  <a:pt x="79" y="747"/>
                  <a:pt x="70" y="741"/>
                </a:cubicBezTo>
                <a:cubicBezTo>
                  <a:pt x="62" y="736"/>
                  <a:pt x="54" y="729"/>
                  <a:pt x="46" y="721"/>
                </a:cubicBezTo>
                <a:cubicBezTo>
                  <a:pt x="39" y="713"/>
                  <a:pt x="32" y="705"/>
                  <a:pt x="27" y="697"/>
                </a:cubicBezTo>
                <a:cubicBezTo>
                  <a:pt x="21" y="688"/>
                  <a:pt x="16" y="679"/>
                  <a:pt x="12" y="669"/>
                </a:cubicBezTo>
                <a:cubicBezTo>
                  <a:pt x="8" y="659"/>
                  <a:pt x="5" y="650"/>
                  <a:pt x="3" y="639"/>
                </a:cubicBezTo>
                <a:cubicBezTo>
                  <a:pt x="1" y="629"/>
                  <a:pt x="0" y="619"/>
                  <a:pt x="0" y="60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1930680" y="483228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2055960" y="4914360"/>
            <a:ext cx="10699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/skill-name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3191040" y="483228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3" name=""/>
          <p:cNvSpPr/>
          <p:nvPr/>
        </p:nvSpPr>
        <p:spPr>
          <a:xfrm>
            <a:off x="942840" y="52956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94" name=""/>
          <p:cNvSpPr/>
          <p:nvPr/>
        </p:nvSpPr>
        <p:spPr>
          <a:xfrm>
            <a:off x="1152360" y="5200560"/>
            <a:ext cx="1200600" cy="276480"/>
          </a:xfrm>
          <a:custGeom>
            <a:avLst/>
            <a:gdLst/>
            <a:ahLst/>
            <a:rect l="0" t="0" r="r" b="b"/>
            <a:pathLst>
              <a:path w="3335" h="768">
                <a:moveTo>
                  <a:pt x="0" y="609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6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176" y="0"/>
                </a:lnTo>
                <a:cubicBezTo>
                  <a:pt x="3186" y="0"/>
                  <a:pt x="3197" y="1"/>
                  <a:pt x="3207" y="3"/>
                </a:cubicBezTo>
                <a:cubicBezTo>
                  <a:pt x="3217" y="5"/>
                  <a:pt x="3227" y="8"/>
                  <a:pt x="3237" y="12"/>
                </a:cubicBezTo>
                <a:cubicBezTo>
                  <a:pt x="3246" y="16"/>
                  <a:pt x="3255" y="21"/>
                  <a:pt x="3264" y="27"/>
                </a:cubicBezTo>
                <a:cubicBezTo>
                  <a:pt x="3273" y="32"/>
                  <a:pt x="3281" y="39"/>
                  <a:pt x="3288" y="46"/>
                </a:cubicBezTo>
                <a:cubicBezTo>
                  <a:pt x="3296" y="54"/>
                  <a:pt x="3302" y="62"/>
                  <a:pt x="3308" y="70"/>
                </a:cubicBezTo>
                <a:cubicBezTo>
                  <a:pt x="3314" y="79"/>
                  <a:pt x="3319" y="88"/>
                  <a:pt x="3323" y="98"/>
                </a:cubicBezTo>
                <a:cubicBezTo>
                  <a:pt x="3327" y="107"/>
                  <a:pt x="3330" y="117"/>
                  <a:pt x="3332" y="128"/>
                </a:cubicBezTo>
                <a:cubicBezTo>
                  <a:pt x="3334" y="138"/>
                  <a:pt x="3335" y="148"/>
                  <a:pt x="3335" y="158"/>
                </a:cubicBezTo>
                <a:lnTo>
                  <a:pt x="3335" y="609"/>
                </a:lnTo>
                <a:cubicBezTo>
                  <a:pt x="3335" y="620"/>
                  <a:pt x="3334" y="630"/>
                  <a:pt x="3332" y="640"/>
                </a:cubicBezTo>
                <a:cubicBezTo>
                  <a:pt x="3330" y="650"/>
                  <a:pt x="3327" y="660"/>
                  <a:pt x="3323" y="670"/>
                </a:cubicBezTo>
                <a:cubicBezTo>
                  <a:pt x="3319" y="680"/>
                  <a:pt x="3314" y="689"/>
                  <a:pt x="3308" y="697"/>
                </a:cubicBezTo>
                <a:cubicBezTo>
                  <a:pt x="3302" y="706"/>
                  <a:pt x="3296" y="714"/>
                  <a:pt x="3288" y="722"/>
                </a:cubicBezTo>
                <a:cubicBezTo>
                  <a:pt x="3281" y="729"/>
                  <a:pt x="3273" y="735"/>
                  <a:pt x="3264" y="741"/>
                </a:cubicBezTo>
                <a:cubicBezTo>
                  <a:pt x="3255" y="747"/>
                  <a:pt x="3246" y="752"/>
                  <a:pt x="3237" y="756"/>
                </a:cubicBezTo>
                <a:cubicBezTo>
                  <a:pt x="3227" y="760"/>
                  <a:pt x="3217" y="763"/>
                  <a:pt x="3207" y="765"/>
                </a:cubicBezTo>
                <a:cubicBezTo>
                  <a:pt x="3197" y="767"/>
                  <a:pt x="3186" y="768"/>
                  <a:pt x="3176" y="768"/>
                </a:cubicBezTo>
                <a:lnTo>
                  <a:pt x="159" y="768"/>
                </a:lnTo>
                <a:cubicBezTo>
                  <a:pt x="148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8" y="752"/>
                  <a:pt x="79" y="747"/>
                  <a:pt x="71" y="741"/>
                </a:cubicBezTo>
                <a:cubicBezTo>
                  <a:pt x="62" y="735"/>
                  <a:pt x="54" y="729"/>
                  <a:pt x="46" y="722"/>
                </a:cubicBezTo>
                <a:cubicBezTo>
                  <a:pt x="39" y="714"/>
                  <a:pt x="33" y="706"/>
                  <a:pt x="27" y="697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0"/>
                  <a:pt x="5" y="650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3245760" y="4848120"/>
            <a:ext cx="1598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として使われます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1218240" y="5266800"/>
            <a:ext cx="10699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description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2352960" y="518472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2408040" y="5200560"/>
            <a:ext cx="2795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は⾃動選択の判定に使われます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3" name=""/>
          <p:cNvSpPr/>
          <p:nvPr/>
        </p:nvSpPr>
        <p:spPr>
          <a:xfrm>
            <a:off x="942840" y="28382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3" y="53"/>
                  <a:pt x="22" y="42"/>
                  <a:pt x="32" y="32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04" name=""/>
          <p:cNvSpPr/>
          <p:nvPr/>
        </p:nvSpPr>
        <p:spPr>
          <a:xfrm>
            <a:off x="1152360" y="2742840"/>
            <a:ext cx="1495800" cy="286200"/>
          </a:xfrm>
          <a:custGeom>
            <a:avLst/>
            <a:gdLst/>
            <a:ahLst/>
            <a:rect l="0" t="0" r="r" b="b"/>
            <a:pathLst>
              <a:path w="4155" h="795">
                <a:moveTo>
                  <a:pt x="0" y="635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6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2"/>
                  <a:pt x="148" y="0"/>
                  <a:pt x="159" y="0"/>
                </a:cubicBezTo>
                <a:lnTo>
                  <a:pt x="3996" y="0"/>
                </a:lnTo>
                <a:cubicBezTo>
                  <a:pt x="4007" y="0"/>
                  <a:pt x="4017" y="2"/>
                  <a:pt x="4027" y="4"/>
                </a:cubicBezTo>
                <a:cubicBezTo>
                  <a:pt x="4037" y="6"/>
                  <a:pt x="4047" y="9"/>
                  <a:pt x="4057" y="13"/>
                </a:cubicBezTo>
                <a:cubicBezTo>
                  <a:pt x="4067" y="17"/>
                  <a:pt x="4076" y="21"/>
                  <a:pt x="4084" y="27"/>
                </a:cubicBezTo>
                <a:cubicBezTo>
                  <a:pt x="4093" y="33"/>
                  <a:pt x="4101" y="40"/>
                  <a:pt x="4108" y="47"/>
                </a:cubicBezTo>
                <a:cubicBezTo>
                  <a:pt x="4116" y="54"/>
                  <a:pt x="4122" y="62"/>
                  <a:pt x="4128" y="71"/>
                </a:cubicBezTo>
                <a:cubicBezTo>
                  <a:pt x="4134" y="80"/>
                  <a:pt x="4139" y="89"/>
                  <a:pt x="4143" y="98"/>
                </a:cubicBezTo>
                <a:cubicBezTo>
                  <a:pt x="4147" y="108"/>
                  <a:pt x="4150" y="118"/>
                  <a:pt x="4152" y="128"/>
                </a:cubicBezTo>
                <a:cubicBezTo>
                  <a:pt x="4154" y="139"/>
                  <a:pt x="4155" y="149"/>
                  <a:pt x="4155" y="159"/>
                </a:cubicBezTo>
                <a:lnTo>
                  <a:pt x="4155" y="635"/>
                </a:lnTo>
                <a:cubicBezTo>
                  <a:pt x="4155" y="646"/>
                  <a:pt x="4154" y="656"/>
                  <a:pt x="4152" y="666"/>
                </a:cubicBezTo>
                <a:cubicBezTo>
                  <a:pt x="4150" y="677"/>
                  <a:pt x="4147" y="687"/>
                  <a:pt x="4143" y="696"/>
                </a:cubicBezTo>
                <a:cubicBezTo>
                  <a:pt x="4139" y="706"/>
                  <a:pt x="4134" y="716"/>
                  <a:pt x="4128" y="725"/>
                </a:cubicBezTo>
                <a:cubicBezTo>
                  <a:pt x="4122" y="733"/>
                  <a:pt x="4116" y="741"/>
                  <a:pt x="4108" y="749"/>
                </a:cubicBezTo>
                <a:cubicBezTo>
                  <a:pt x="4101" y="756"/>
                  <a:pt x="4093" y="763"/>
                  <a:pt x="4084" y="768"/>
                </a:cubicBezTo>
                <a:cubicBezTo>
                  <a:pt x="4076" y="774"/>
                  <a:pt x="4067" y="779"/>
                  <a:pt x="4057" y="783"/>
                </a:cubicBezTo>
                <a:cubicBezTo>
                  <a:pt x="4047" y="787"/>
                  <a:pt x="4037" y="790"/>
                  <a:pt x="4027" y="792"/>
                </a:cubicBezTo>
                <a:cubicBezTo>
                  <a:pt x="4017" y="794"/>
                  <a:pt x="4007" y="795"/>
                  <a:pt x="3996" y="795"/>
                </a:cubicBezTo>
                <a:lnTo>
                  <a:pt x="159" y="795"/>
                </a:lnTo>
                <a:cubicBezTo>
                  <a:pt x="148" y="795"/>
                  <a:pt x="138" y="794"/>
                  <a:pt x="128" y="792"/>
                </a:cubicBezTo>
                <a:cubicBezTo>
                  <a:pt x="118" y="790"/>
                  <a:pt x="108" y="787"/>
                  <a:pt x="98" y="783"/>
                </a:cubicBezTo>
                <a:cubicBezTo>
                  <a:pt x="88" y="779"/>
                  <a:pt x="79" y="774"/>
                  <a:pt x="71" y="768"/>
                </a:cubicBezTo>
                <a:cubicBezTo>
                  <a:pt x="62" y="763"/>
                  <a:pt x="54" y="756"/>
                  <a:pt x="46" y="749"/>
                </a:cubicBezTo>
                <a:cubicBezTo>
                  <a:pt x="39" y="741"/>
                  <a:pt x="33" y="733"/>
                  <a:pt x="27" y="725"/>
                </a:cubicBezTo>
                <a:cubicBezTo>
                  <a:pt x="21" y="716"/>
                  <a:pt x="16" y="706"/>
                  <a:pt x="12" y="696"/>
                </a:cubicBezTo>
                <a:cubicBezTo>
                  <a:pt x="8" y="687"/>
                  <a:pt x="5" y="677"/>
                  <a:pt x="3" y="666"/>
                </a:cubicBezTo>
                <a:cubicBezTo>
                  <a:pt x="1" y="656"/>
                  <a:pt x="0" y="646"/>
                  <a:pt x="0" y="63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747720" y="2169000"/>
            <a:ext cx="155520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04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起動後の挙動</a:t>
            </a:r>
            <a:endParaRPr lang="en-US" sz="20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1218240" y="2809440"/>
            <a:ext cx="13615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.claude/skills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2643480" y="272736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2698200" y="274320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が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2898360" y="272736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2953080" y="2743200"/>
            <a:ext cx="219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起動前から存在する状態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5153400" y="272736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2" name=""/>
          <p:cNvSpPr/>
          <p:nvPr/>
        </p:nvSpPr>
        <p:spPr>
          <a:xfrm>
            <a:off x="1342800" y="31431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2" y="171"/>
                  <a:pt x="182" y="181"/>
                </a:cubicBezTo>
                <a:cubicBezTo>
                  <a:pt x="171" y="191"/>
                  <a:pt x="159" y="199"/>
                  <a:pt x="146" y="204"/>
                </a:cubicBezTo>
                <a:cubicBezTo>
                  <a:pt x="133" y="210"/>
                  <a:pt x="120" y="212"/>
                  <a:pt x="106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1" y="32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cubicBezTo>
                  <a:pt x="120" y="0"/>
                  <a:pt x="133" y="2"/>
                  <a:pt x="146" y="8"/>
                </a:cubicBezTo>
                <a:cubicBezTo>
                  <a:pt x="159" y="13"/>
                  <a:pt x="171" y="21"/>
                  <a:pt x="182" y="32"/>
                </a:cubicBezTo>
                <a:cubicBezTo>
                  <a:pt x="192" y="42"/>
                  <a:pt x="199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5208120" y="2743200"/>
            <a:ext cx="39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なら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4" name=""/>
          <p:cNvSpPr/>
          <p:nvPr/>
        </p:nvSpPr>
        <p:spPr>
          <a:xfrm>
            <a:off x="942840" y="34858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5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15" name=""/>
          <p:cNvSpPr/>
          <p:nvPr/>
        </p:nvSpPr>
        <p:spPr>
          <a:xfrm>
            <a:off x="1152360" y="3390840"/>
            <a:ext cx="1495800" cy="276480"/>
          </a:xfrm>
          <a:custGeom>
            <a:avLst/>
            <a:gdLst/>
            <a:ahLst/>
            <a:rect l="0" t="0" r="r" b="b"/>
            <a:pathLst>
              <a:path w="4155" h="768">
                <a:moveTo>
                  <a:pt x="0" y="609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6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996" y="0"/>
                </a:lnTo>
                <a:cubicBezTo>
                  <a:pt x="4007" y="0"/>
                  <a:pt x="4017" y="1"/>
                  <a:pt x="4027" y="3"/>
                </a:cubicBezTo>
                <a:cubicBezTo>
                  <a:pt x="4037" y="5"/>
                  <a:pt x="4047" y="8"/>
                  <a:pt x="4057" y="12"/>
                </a:cubicBezTo>
                <a:cubicBezTo>
                  <a:pt x="4067" y="16"/>
                  <a:pt x="4076" y="21"/>
                  <a:pt x="4084" y="26"/>
                </a:cubicBezTo>
                <a:cubicBezTo>
                  <a:pt x="4093" y="32"/>
                  <a:pt x="4101" y="39"/>
                  <a:pt x="4108" y="46"/>
                </a:cubicBezTo>
                <a:cubicBezTo>
                  <a:pt x="4116" y="54"/>
                  <a:pt x="4122" y="62"/>
                  <a:pt x="4128" y="70"/>
                </a:cubicBezTo>
                <a:cubicBezTo>
                  <a:pt x="4134" y="79"/>
                  <a:pt x="4139" y="88"/>
                  <a:pt x="4143" y="98"/>
                </a:cubicBezTo>
                <a:cubicBezTo>
                  <a:pt x="4147" y="107"/>
                  <a:pt x="4150" y="117"/>
                  <a:pt x="4152" y="127"/>
                </a:cubicBezTo>
                <a:cubicBezTo>
                  <a:pt x="4154" y="138"/>
                  <a:pt x="4155" y="148"/>
                  <a:pt x="4155" y="158"/>
                </a:cubicBezTo>
                <a:lnTo>
                  <a:pt x="4155" y="609"/>
                </a:lnTo>
                <a:cubicBezTo>
                  <a:pt x="4155" y="620"/>
                  <a:pt x="4154" y="630"/>
                  <a:pt x="4152" y="640"/>
                </a:cubicBezTo>
                <a:cubicBezTo>
                  <a:pt x="4150" y="650"/>
                  <a:pt x="4147" y="660"/>
                  <a:pt x="4143" y="670"/>
                </a:cubicBezTo>
                <a:cubicBezTo>
                  <a:pt x="4139" y="680"/>
                  <a:pt x="4134" y="689"/>
                  <a:pt x="4128" y="697"/>
                </a:cubicBezTo>
                <a:cubicBezTo>
                  <a:pt x="4122" y="706"/>
                  <a:pt x="4116" y="714"/>
                  <a:pt x="4108" y="721"/>
                </a:cubicBezTo>
                <a:cubicBezTo>
                  <a:pt x="4101" y="729"/>
                  <a:pt x="4093" y="735"/>
                  <a:pt x="4084" y="741"/>
                </a:cubicBezTo>
                <a:cubicBezTo>
                  <a:pt x="4076" y="747"/>
                  <a:pt x="4067" y="752"/>
                  <a:pt x="4057" y="756"/>
                </a:cubicBezTo>
                <a:cubicBezTo>
                  <a:pt x="4047" y="760"/>
                  <a:pt x="4037" y="763"/>
                  <a:pt x="4027" y="765"/>
                </a:cubicBezTo>
                <a:cubicBezTo>
                  <a:pt x="4017" y="767"/>
                  <a:pt x="4007" y="768"/>
                  <a:pt x="3996" y="768"/>
                </a:cubicBezTo>
                <a:lnTo>
                  <a:pt x="159" y="768"/>
                </a:lnTo>
                <a:cubicBezTo>
                  <a:pt x="148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8" y="752"/>
                  <a:pt x="79" y="747"/>
                  <a:pt x="71" y="741"/>
                </a:cubicBezTo>
                <a:cubicBezTo>
                  <a:pt x="62" y="735"/>
                  <a:pt x="54" y="729"/>
                  <a:pt x="46" y="721"/>
                </a:cubicBezTo>
                <a:cubicBezTo>
                  <a:pt x="39" y="714"/>
                  <a:pt x="33" y="706"/>
                  <a:pt x="27" y="697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0"/>
                  <a:pt x="5" y="650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1547640" y="3048120"/>
            <a:ext cx="4792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追加、編集、削除は現在のセッションに反映されます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1218240" y="3457080"/>
            <a:ext cx="13615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.claude/skills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2643480" y="337500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2698200" y="339084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2898360" y="337500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2953080" y="3390840"/>
            <a:ext cx="1598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起動後に新規作成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4553280" y="337500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3" name=""/>
          <p:cNvSpPr/>
          <p:nvPr/>
        </p:nvSpPr>
        <p:spPr>
          <a:xfrm>
            <a:off x="1342800" y="37810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1"/>
                  <a:pt x="192" y="172"/>
                  <a:pt x="182" y="182"/>
                </a:cubicBezTo>
                <a:cubicBezTo>
                  <a:pt x="171" y="192"/>
                  <a:pt x="159" y="200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4" y="161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9"/>
                </a:cubicBezTo>
                <a:cubicBezTo>
                  <a:pt x="159" y="14"/>
                  <a:pt x="171" y="22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4608360" y="3390840"/>
            <a:ext cx="99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した場合は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1547640" y="367020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1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1710360" y="368604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回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1910520" y="3670200"/>
            <a:ext cx="1235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Claude Code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3147840" y="3686040"/>
            <a:ext cx="1997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を再起動してください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747720" y="4133880"/>
            <a:ext cx="1398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まずは起動前に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0" name=""/>
          <p:cNvSpPr/>
          <p:nvPr/>
        </p:nvSpPr>
        <p:spPr>
          <a:xfrm>
            <a:off x="2199960" y="4133520"/>
            <a:ext cx="1495800" cy="286200"/>
          </a:xfrm>
          <a:custGeom>
            <a:avLst/>
            <a:gdLst/>
            <a:ahLst/>
            <a:rect l="0" t="0" r="r" b="b"/>
            <a:pathLst>
              <a:path w="4155" h="795">
                <a:moveTo>
                  <a:pt x="0" y="636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7" y="72"/>
                </a:cubicBezTo>
                <a:cubicBezTo>
                  <a:pt x="33" y="63"/>
                  <a:pt x="40" y="55"/>
                  <a:pt x="47" y="48"/>
                </a:cubicBezTo>
                <a:cubicBezTo>
                  <a:pt x="54" y="41"/>
                  <a:pt x="62" y="34"/>
                  <a:pt x="71" y="28"/>
                </a:cubicBezTo>
                <a:cubicBezTo>
                  <a:pt x="80" y="22"/>
                  <a:pt x="89" y="16"/>
                  <a:pt x="98" y="12"/>
                </a:cubicBezTo>
                <a:cubicBezTo>
                  <a:pt x="108" y="9"/>
                  <a:pt x="118" y="5"/>
                  <a:pt x="129" y="3"/>
                </a:cubicBezTo>
                <a:cubicBezTo>
                  <a:pt x="139" y="1"/>
                  <a:pt x="150" y="0"/>
                  <a:pt x="160" y="0"/>
                </a:cubicBezTo>
                <a:lnTo>
                  <a:pt x="3997" y="0"/>
                </a:lnTo>
                <a:cubicBezTo>
                  <a:pt x="4007" y="0"/>
                  <a:pt x="4017" y="1"/>
                  <a:pt x="4028" y="3"/>
                </a:cubicBezTo>
                <a:cubicBezTo>
                  <a:pt x="4038" y="5"/>
                  <a:pt x="4048" y="9"/>
                  <a:pt x="4057" y="12"/>
                </a:cubicBezTo>
                <a:cubicBezTo>
                  <a:pt x="4067" y="16"/>
                  <a:pt x="4076" y="22"/>
                  <a:pt x="4085" y="28"/>
                </a:cubicBezTo>
                <a:cubicBezTo>
                  <a:pt x="4093" y="34"/>
                  <a:pt x="4101" y="41"/>
                  <a:pt x="4109" y="48"/>
                </a:cubicBezTo>
                <a:cubicBezTo>
                  <a:pt x="4116" y="55"/>
                  <a:pt x="4123" y="63"/>
                  <a:pt x="4129" y="72"/>
                </a:cubicBezTo>
                <a:cubicBezTo>
                  <a:pt x="4134" y="81"/>
                  <a:pt x="4139" y="90"/>
                  <a:pt x="4143" y="99"/>
                </a:cubicBezTo>
                <a:cubicBezTo>
                  <a:pt x="4147" y="109"/>
                  <a:pt x="4150" y="119"/>
                  <a:pt x="4152" y="129"/>
                </a:cubicBezTo>
                <a:cubicBezTo>
                  <a:pt x="4154" y="139"/>
                  <a:pt x="4155" y="150"/>
                  <a:pt x="4155" y="160"/>
                </a:cubicBezTo>
                <a:lnTo>
                  <a:pt x="4155" y="636"/>
                </a:lnTo>
                <a:cubicBezTo>
                  <a:pt x="4155" y="647"/>
                  <a:pt x="4154" y="657"/>
                  <a:pt x="4152" y="667"/>
                </a:cubicBezTo>
                <a:cubicBezTo>
                  <a:pt x="4150" y="678"/>
                  <a:pt x="4147" y="688"/>
                  <a:pt x="4143" y="697"/>
                </a:cubicBezTo>
                <a:cubicBezTo>
                  <a:pt x="4139" y="707"/>
                  <a:pt x="4134" y="716"/>
                  <a:pt x="4129" y="725"/>
                </a:cubicBezTo>
                <a:cubicBezTo>
                  <a:pt x="4123" y="733"/>
                  <a:pt x="4116" y="741"/>
                  <a:pt x="4109" y="749"/>
                </a:cubicBezTo>
                <a:cubicBezTo>
                  <a:pt x="4101" y="756"/>
                  <a:pt x="4093" y="763"/>
                  <a:pt x="4085" y="768"/>
                </a:cubicBezTo>
                <a:cubicBezTo>
                  <a:pt x="4076" y="774"/>
                  <a:pt x="4067" y="779"/>
                  <a:pt x="4057" y="783"/>
                </a:cubicBezTo>
                <a:cubicBezTo>
                  <a:pt x="4048" y="787"/>
                  <a:pt x="4038" y="790"/>
                  <a:pt x="4028" y="792"/>
                </a:cubicBezTo>
                <a:cubicBezTo>
                  <a:pt x="4017" y="794"/>
                  <a:pt x="4007" y="795"/>
                  <a:pt x="3997" y="795"/>
                </a:cubicBezTo>
                <a:lnTo>
                  <a:pt x="160" y="795"/>
                </a:lnTo>
                <a:cubicBezTo>
                  <a:pt x="150" y="795"/>
                  <a:pt x="139" y="794"/>
                  <a:pt x="129" y="792"/>
                </a:cubicBezTo>
                <a:cubicBezTo>
                  <a:pt x="118" y="790"/>
                  <a:pt x="108" y="787"/>
                  <a:pt x="98" y="783"/>
                </a:cubicBezTo>
                <a:cubicBezTo>
                  <a:pt x="89" y="779"/>
                  <a:pt x="80" y="774"/>
                  <a:pt x="71" y="768"/>
                </a:cubicBezTo>
                <a:cubicBezTo>
                  <a:pt x="62" y="763"/>
                  <a:pt x="54" y="756"/>
                  <a:pt x="47" y="749"/>
                </a:cubicBezTo>
                <a:cubicBezTo>
                  <a:pt x="40" y="741"/>
                  <a:pt x="33" y="733"/>
                  <a:pt x="27" y="725"/>
                </a:cubicBezTo>
                <a:cubicBezTo>
                  <a:pt x="21" y="716"/>
                  <a:pt x="16" y="707"/>
                  <a:pt x="12" y="697"/>
                </a:cubicBezTo>
                <a:cubicBezTo>
                  <a:pt x="8" y="688"/>
                  <a:pt x="5" y="678"/>
                  <a:pt x="3" y="667"/>
                </a:cubicBezTo>
                <a:cubicBezTo>
                  <a:pt x="1" y="657"/>
                  <a:pt x="0" y="647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2147760" y="411804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2273040" y="4200120"/>
            <a:ext cx="13615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.claude/skills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3698640" y="411804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3753360" y="413388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と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5" name=""/>
          <p:cNvSpPr/>
          <p:nvPr/>
        </p:nvSpPr>
        <p:spPr>
          <a:xfrm>
            <a:off x="4009680" y="4133520"/>
            <a:ext cx="1877040" cy="286200"/>
          </a:xfrm>
          <a:custGeom>
            <a:avLst/>
            <a:gdLst/>
            <a:ahLst/>
            <a:rect l="0" t="0" r="r" b="b"/>
            <a:pathLst>
              <a:path w="5214" h="795">
                <a:moveTo>
                  <a:pt x="0" y="636"/>
                </a:moveTo>
                <a:lnTo>
                  <a:pt x="0" y="160"/>
                </a:lnTo>
                <a:cubicBezTo>
                  <a:pt x="0" y="150"/>
                  <a:pt x="1" y="139"/>
                  <a:pt x="4" y="129"/>
                </a:cubicBezTo>
                <a:cubicBezTo>
                  <a:pt x="6" y="119"/>
                  <a:pt x="9" y="109"/>
                  <a:pt x="13" y="99"/>
                </a:cubicBezTo>
                <a:cubicBezTo>
                  <a:pt x="17" y="90"/>
                  <a:pt x="21" y="81"/>
                  <a:pt x="27" y="72"/>
                </a:cubicBezTo>
                <a:cubicBezTo>
                  <a:pt x="33" y="63"/>
                  <a:pt x="40" y="55"/>
                  <a:pt x="47" y="48"/>
                </a:cubicBezTo>
                <a:cubicBezTo>
                  <a:pt x="54" y="41"/>
                  <a:pt x="62" y="34"/>
                  <a:pt x="71" y="28"/>
                </a:cubicBezTo>
                <a:cubicBezTo>
                  <a:pt x="80" y="22"/>
                  <a:pt x="89" y="16"/>
                  <a:pt x="98" y="12"/>
                </a:cubicBezTo>
                <a:cubicBezTo>
                  <a:pt x="108" y="9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5055" y="0"/>
                </a:lnTo>
                <a:cubicBezTo>
                  <a:pt x="5065" y="0"/>
                  <a:pt x="5076" y="1"/>
                  <a:pt x="5086" y="3"/>
                </a:cubicBezTo>
                <a:cubicBezTo>
                  <a:pt x="5096" y="5"/>
                  <a:pt x="5106" y="9"/>
                  <a:pt x="5116" y="12"/>
                </a:cubicBezTo>
                <a:cubicBezTo>
                  <a:pt x="5125" y="16"/>
                  <a:pt x="5135" y="22"/>
                  <a:pt x="5143" y="28"/>
                </a:cubicBezTo>
                <a:cubicBezTo>
                  <a:pt x="5152" y="34"/>
                  <a:pt x="5160" y="41"/>
                  <a:pt x="5167" y="48"/>
                </a:cubicBezTo>
                <a:cubicBezTo>
                  <a:pt x="5175" y="55"/>
                  <a:pt x="5181" y="63"/>
                  <a:pt x="5187" y="72"/>
                </a:cubicBezTo>
                <a:cubicBezTo>
                  <a:pt x="5193" y="81"/>
                  <a:pt x="5198" y="90"/>
                  <a:pt x="5202" y="99"/>
                </a:cubicBezTo>
                <a:cubicBezTo>
                  <a:pt x="5206" y="109"/>
                  <a:pt x="5209" y="119"/>
                  <a:pt x="5211" y="129"/>
                </a:cubicBezTo>
                <a:cubicBezTo>
                  <a:pt x="5213" y="139"/>
                  <a:pt x="5214" y="150"/>
                  <a:pt x="5214" y="160"/>
                </a:cubicBezTo>
                <a:lnTo>
                  <a:pt x="5214" y="636"/>
                </a:lnTo>
                <a:cubicBezTo>
                  <a:pt x="5214" y="647"/>
                  <a:pt x="5213" y="657"/>
                  <a:pt x="5211" y="667"/>
                </a:cubicBezTo>
                <a:cubicBezTo>
                  <a:pt x="5209" y="678"/>
                  <a:pt x="5206" y="688"/>
                  <a:pt x="5202" y="697"/>
                </a:cubicBezTo>
                <a:cubicBezTo>
                  <a:pt x="5198" y="707"/>
                  <a:pt x="5193" y="716"/>
                  <a:pt x="5187" y="725"/>
                </a:cubicBezTo>
                <a:cubicBezTo>
                  <a:pt x="5181" y="733"/>
                  <a:pt x="5175" y="741"/>
                  <a:pt x="5167" y="749"/>
                </a:cubicBezTo>
                <a:cubicBezTo>
                  <a:pt x="5160" y="756"/>
                  <a:pt x="5152" y="763"/>
                  <a:pt x="5143" y="768"/>
                </a:cubicBezTo>
                <a:cubicBezTo>
                  <a:pt x="5135" y="774"/>
                  <a:pt x="5125" y="779"/>
                  <a:pt x="5116" y="783"/>
                </a:cubicBezTo>
                <a:cubicBezTo>
                  <a:pt x="5106" y="787"/>
                  <a:pt x="5096" y="790"/>
                  <a:pt x="5086" y="792"/>
                </a:cubicBezTo>
                <a:cubicBezTo>
                  <a:pt x="5076" y="794"/>
                  <a:pt x="5065" y="795"/>
                  <a:pt x="5055" y="795"/>
                </a:cubicBezTo>
                <a:lnTo>
                  <a:pt x="159" y="795"/>
                </a:lnTo>
                <a:cubicBezTo>
                  <a:pt x="149" y="795"/>
                  <a:pt x="138" y="794"/>
                  <a:pt x="128" y="792"/>
                </a:cubicBezTo>
                <a:cubicBezTo>
                  <a:pt x="118" y="790"/>
                  <a:pt x="108" y="787"/>
                  <a:pt x="98" y="783"/>
                </a:cubicBezTo>
                <a:cubicBezTo>
                  <a:pt x="89" y="779"/>
                  <a:pt x="80" y="774"/>
                  <a:pt x="71" y="768"/>
                </a:cubicBezTo>
                <a:cubicBezTo>
                  <a:pt x="62" y="763"/>
                  <a:pt x="54" y="756"/>
                  <a:pt x="47" y="749"/>
                </a:cubicBezTo>
                <a:cubicBezTo>
                  <a:pt x="40" y="741"/>
                  <a:pt x="33" y="733"/>
                  <a:pt x="27" y="725"/>
                </a:cubicBezTo>
                <a:cubicBezTo>
                  <a:pt x="21" y="716"/>
                  <a:pt x="17" y="707"/>
                  <a:pt x="13" y="697"/>
                </a:cubicBezTo>
                <a:cubicBezTo>
                  <a:pt x="9" y="688"/>
                  <a:pt x="6" y="678"/>
                  <a:pt x="4" y="667"/>
                </a:cubicBezTo>
                <a:cubicBezTo>
                  <a:pt x="1" y="657"/>
                  <a:pt x="0" y="647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3953520" y="411804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4078800" y="4200120"/>
            <a:ext cx="17503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.claude/references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5891040" y="411804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5945760" y="413388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747720" y="4438800"/>
            <a:ext cx="2595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作っておく運⽤が安全です。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5" name=""/>
          <p:cNvSpPr/>
          <p:nvPr/>
        </p:nvSpPr>
        <p:spPr>
          <a:xfrm>
            <a:off x="757080" y="2747880"/>
            <a:ext cx="10687320" cy="1105200"/>
          </a:xfrm>
          <a:custGeom>
            <a:avLst/>
            <a:gdLst/>
            <a:ahLst/>
            <a:rect l="0" t="0" r="r" b="b"/>
            <a:pathLst>
              <a:path w="29687" h="3070">
                <a:moveTo>
                  <a:pt x="0" y="2924"/>
                </a:moveTo>
                <a:lnTo>
                  <a:pt x="0" y="146"/>
                </a:lnTo>
                <a:cubicBezTo>
                  <a:pt x="0" y="137"/>
                  <a:pt x="1" y="127"/>
                  <a:pt x="3" y="118"/>
                </a:cubicBezTo>
                <a:cubicBezTo>
                  <a:pt x="5" y="108"/>
                  <a:pt x="7" y="99"/>
                  <a:pt x="11" y="91"/>
                </a:cubicBezTo>
                <a:cubicBezTo>
                  <a:pt x="15" y="82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2"/>
                  <a:pt x="29676" y="91"/>
                </a:cubicBezTo>
                <a:cubicBezTo>
                  <a:pt x="29680" y="99"/>
                  <a:pt x="29683" y="108"/>
                  <a:pt x="29684" y="118"/>
                </a:cubicBezTo>
                <a:cubicBezTo>
                  <a:pt x="29686" y="127"/>
                  <a:pt x="29687" y="137"/>
                  <a:pt x="29687" y="146"/>
                </a:cubicBezTo>
                <a:lnTo>
                  <a:pt x="29687" y="2924"/>
                </a:lnTo>
                <a:cubicBezTo>
                  <a:pt x="29687" y="2934"/>
                  <a:pt x="29686" y="2943"/>
                  <a:pt x="29684" y="2953"/>
                </a:cubicBezTo>
                <a:cubicBezTo>
                  <a:pt x="29683" y="2962"/>
                  <a:pt x="29680" y="2971"/>
                  <a:pt x="29676" y="2980"/>
                </a:cubicBezTo>
                <a:cubicBezTo>
                  <a:pt x="29672" y="2989"/>
                  <a:pt x="29668" y="2997"/>
                  <a:pt x="29663" y="3005"/>
                </a:cubicBezTo>
                <a:cubicBezTo>
                  <a:pt x="29657" y="3013"/>
                  <a:pt x="29651" y="3021"/>
                  <a:pt x="29645" y="3027"/>
                </a:cubicBezTo>
                <a:cubicBezTo>
                  <a:pt x="29638" y="3034"/>
                  <a:pt x="29630" y="3040"/>
                  <a:pt x="29623" y="3045"/>
                </a:cubicBezTo>
                <a:cubicBezTo>
                  <a:pt x="29615" y="3051"/>
                  <a:pt x="29606" y="3055"/>
                  <a:pt x="29597" y="3059"/>
                </a:cubicBezTo>
                <a:cubicBezTo>
                  <a:pt x="29589" y="3062"/>
                  <a:pt x="29579" y="3065"/>
                  <a:pt x="29570" y="3067"/>
                </a:cubicBezTo>
                <a:cubicBezTo>
                  <a:pt x="29561" y="3069"/>
                  <a:pt x="29551" y="3070"/>
                  <a:pt x="29542" y="3070"/>
                </a:cubicBezTo>
                <a:lnTo>
                  <a:pt x="145" y="3070"/>
                </a:lnTo>
                <a:cubicBezTo>
                  <a:pt x="136" y="3070"/>
                  <a:pt x="126" y="3069"/>
                  <a:pt x="117" y="3067"/>
                </a:cubicBezTo>
                <a:cubicBezTo>
                  <a:pt x="108" y="3065"/>
                  <a:pt x="99" y="3062"/>
                  <a:pt x="90" y="3059"/>
                </a:cubicBezTo>
                <a:cubicBezTo>
                  <a:pt x="81" y="3055"/>
                  <a:pt x="73" y="3051"/>
                  <a:pt x="65" y="3045"/>
                </a:cubicBezTo>
                <a:cubicBezTo>
                  <a:pt x="57" y="3040"/>
                  <a:pt x="49" y="3034"/>
                  <a:pt x="43" y="3027"/>
                </a:cubicBezTo>
                <a:cubicBezTo>
                  <a:pt x="36" y="3021"/>
                  <a:pt x="30" y="3013"/>
                  <a:pt x="24" y="3005"/>
                </a:cubicBezTo>
                <a:cubicBezTo>
                  <a:pt x="19" y="2997"/>
                  <a:pt x="15" y="2989"/>
                  <a:pt x="11" y="2980"/>
                </a:cubicBezTo>
                <a:cubicBezTo>
                  <a:pt x="7" y="2971"/>
                  <a:pt x="5" y="2962"/>
                  <a:pt x="3" y="2953"/>
                </a:cubicBezTo>
                <a:cubicBezTo>
                  <a:pt x="1" y="2943"/>
                  <a:pt x="0" y="2934"/>
                  <a:pt x="0" y="292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6" name=""/>
          <p:cNvSpPr/>
          <p:nvPr/>
        </p:nvSpPr>
        <p:spPr>
          <a:xfrm>
            <a:off x="757080" y="2747880"/>
            <a:ext cx="10687320" cy="1105200"/>
          </a:xfrm>
          <a:custGeom>
            <a:avLst/>
            <a:gdLst/>
            <a:ahLst/>
            <a:rect l="0" t="0" r="r" b="b"/>
            <a:pathLst>
              <a:path w="29687" h="3070">
                <a:moveTo>
                  <a:pt x="0" y="2924"/>
                </a:moveTo>
                <a:lnTo>
                  <a:pt x="0" y="146"/>
                </a:lnTo>
                <a:cubicBezTo>
                  <a:pt x="0" y="137"/>
                  <a:pt x="1" y="127"/>
                  <a:pt x="3" y="118"/>
                </a:cubicBezTo>
                <a:cubicBezTo>
                  <a:pt x="5" y="108"/>
                  <a:pt x="7" y="99"/>
                  <a:pt x="11" y="91"/>
                </a:cubicBezTo>
                <a:cubicBezTo>
                  <a:pt x="15" y="82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2"/>
                  <a:pt x="29676" y="91"/>
                </a:cubicBezTo>
                <a:cubicBezTo>
                  <a:pt x="29680" y="99"/>
                  <a:pt x="29683" y="108"/>
                  <a:pt x="29684" y="118"/>
                </a:cubicBezTo>
                <a:cubicBezTo>
                  <a:pt x="29686" y="127"/>
                  <a:pt x="29687" y="137"/>
                  <a:pt x="29687" y="146"/>
                </a:cubicBezTo>
                <a:lnTo>
                  <a:pt x="29687" y="2924"/>
                </a:lnTo>
                <a:cubicBezTo>
                  <a:pt x="29687" y="2934"/>
                  <a:pt x="29686" y="2943"/>
                  <a:pt x="29684" y="2953"/>
                </a:cubicBezTo>
                <a:cubicBezTo>
                  <a:pt x="29683" y="2962"/>
                  <a:pt x="29680" y="2971"/>
                  <a:pt x="29676" y="2980"/>
                </a:cubicBezTo>
                <a:cubicBezTo>
                  <a:pt x="29672" y="2989"/>
                  <a:pt x="29668" y="2997"/>
                  <a:pt x="29663" y="3005"/>
                </a:cubicBezTo>
                <a:cubicBezTo>
                  <a:pt x="29657" y="3013"/>
                  <a:pt x="29651" y="3021"/>
                  <a:pt x="29645" y="3027"/>
                </a:cubicBezTo>
                <a:cubicBezTo>
                  <a:pt x="29638" y="3034"/>
                  <a:pt x="29630" y="3040"/>
                  <a:pt x="29623" y="3045"/>
                </a:cubicBezTo>
                <a:cubicBezTo>
                  <a:pt x="29615" y="3051"/>
                  <a:pt x="29606" y="3055"/>
                  <a:pt x="29597" y="3059"/>
                </a:cubicBezTo>
                <a:cubicBezTo>
                  <a:pt x="29589" y="3062"/>
                  <a:pt x="29579" y="3065"/>
                  <a:pt x="29570" y="3067"/>
                </a:cubicBezTo>
                <a:cubicBezTo>
                  <a:pt x="29561" y="3069"/>
                  <a:pt x="29551" y="3070"/>
                  <a:pt x="29542" y="3070"/>
                </a:cubicBezTo>
                <a:lnTo>
                  <a:pt x="145" y="3070"/>
                </a:lnTo>
                <a:cubicBezTo>
                  <a:pt x="136" y="3070"/>
                  <a:pt x="126" y="3069"/>
                  <a:pt x="117" y="3067"/>
                </a:cubicBezTo>
                <a:cubicBezTo>
                  <a:pt x="108" y="3065"/>
                  <a:pt x="99" y="3062"/>
                  <a:pt x="90" y="3059"/>
                </a:cubicBezTo>
                <a:cubicBezTo>
                  <a:pt x="81" y="3055"/>
                  <a:pt x="73" y="3051"/>
                  <a:pt x="65" y="3045"/>
                </a:cubicBezTo>
                <a:cubicBezTo>
                  <a:pt x="57" y="3040"/>
                  <a:pt x="49" y="3034"/>
                  <a:pt x="43" y="3027"/>
                </a:cubicBezTo>
                <a:cubicBezTo>
                  <a:pt x="36" y="3021"/>
                  <a:pt x="30" y="3013"/>
                  <a:pt x="24" y="3005"/>
                </a:cubicBezTo>
                <a:cubicBezTo>
                  <a:pt x="19" y="2997"/>
                  <a:pt x="15" y="2989"/>
                  <a:pt x="11" y="2980"/>
                </a:cubicBezTo>
                <a:cubicBezTo>
                  <a:pt x="7" y="2971"/>
                  <a:pt x="5" y="2962"/>
                  <a:pt x="3" y="2953"/>
                </a:cubicBezTo>
                <a:cubicBezTo>
                  <a:pt x="1" y="2943"/>
                  <a:pt x="0" y="2934"/>
                  <a:pt x="0" y="292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7" name=""/>
          <p:cNvSpPr/>
          <p:nvPr/>
        </p:nvSpPr>
        <p:spPr>
          <a:xfrm>
            <a:off x="757080" y="4014720"/>
            <a:ext cx="10687320" cy="1105200"/>
          </a:xfrm>
          <a:custGeom>
            <a:avLst/>
            <a:gdLst/>
            <a:ahLst/>
            <a:rect l="0" t="0" r="r" b="b"/>
            <a:pathLst>
              <a:path w="29687" h="3070">
                <a:moveTo>
                  <a:pt x="0" y="292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2924"/>
                </a:lnTo>
                <a:cubicBezTo>
                  <a:pt x="29687" y="2934"/>
                  <a:pt x="29686" y="2943"/>
                  <a:pt x="29684" y="2953"/>
                </a:cubicBezTo>
                <a:cubicBezTo>
                  <a:pt x="29683" y="2962"/>
                  <a:pt x="29680" y="2971"/>
                  <a:pt x="29676" y="2980"/>
                </a:cubicBezTo>
                <a:cubicBezTo>
                  <a:pt x="29672" y="2989"/>
                  <a:pt x="29668" y="2997"/>
                  <a:pt x="29663" y="3005"/>
                </a:cubicBezTo>
                <a:cubicBezTo>
                  <a:pt x="29657" y="3013"/>
                  <a:pt x="29651" y="3020"/>
                  <a:pt x="29645" y="3027"/>
                </a:cubicBezTo>
                <a:cubicBezTo>
                  <a:pt x="29638" y="3034"/>
                  <a:pt x="29630" y="3040"/>
                  <a:pt x="29623" y="3045"/>
                </a:cubicBezTo>
                <a:cubicBezTo>
                  <a:pt x="29615" y="3051"/>
                  <a:pt x="29606" y="3055"/>
                  <a:pt x="29597" y="3059"/>
                </a:cubicBezTo>
                <a:cubicBezTo>
                  <a:pt x="29589" y="3062"/>
                  <a:pt x="29579" y="3065"/>
                  <a:pt x="29570" y="3067"/>
                </a:cubicBezTo>
                <a:cubicBezTo>
                  <a:pt x="29561" y="3069"/>
                  <a:pt x="29551" y="3070"/>
                  <a:pt x="29542" y="3070"/>
                </a:cubicBezTo>
                <a:lnTo>
                  <a:pt x="145" y="3070"/>
                </a:lnTo>
                <a:cubicBezTo>
                  <a:pt x="136" y="3070"/>
                  <a:pt x="126" y="3069"/>
                  <a:pt x="117" y="3067"/>
                </a:cubicBezTo>
                <a:cubicBezTo>
                  <a:pt x="108" y="3065"/>
                  <a:pt x="99" y="3062"/>
                  <a:pt x="90" y="3059"/>
                </a:cubicBezTo>
                <a:cubicBezTo>
                  <a:pt x="81" y="3055"/>
                  <a:pt x="73" y="3051"/>
                  <a:pt x="65" y="3045"/>
                </a:cubicBezTo>
                <a:cubicBezTo>
                  <a:pt x="57" y="3040"/>
                  <a:pt x="49" y="3034"/>
                  <a:pt x="43" y="3027"/>
                </a:cubicBezTo>
                <a:cubicBezTo>
                  <a:pt x="36" y="3020"/>
                  <a:pt x="30" y="3013"/>
                  <a:pt x="24" y="3005"/>
                </a:cubicBezTo>
                <a:cubicBezTo>
                  <a:pt x="19" y="2997"/>
                  <a:pt x="15" y="2989"/>
                  <a:pt x="11" y="2980"/>
                </a:cubicBezTo>
                <a:cubicBezTo>
                  <a:pt x="7" y="2971"/>
                  <a:pt x="5" y="2962"/>
                  <a:pt x="3" y="2953"/>
                </a:cubicBezTo>
                <a:cubicBezTo>
                  <a:pt x="1" y="2943"/>
                  <a:pt x="0" y="2934"/>
                  <a:pt x="0" y="292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8" name=""/>
          <p:cNvSpPr/>
          <p:nvPr/>
        </p:nvSpPr>
        <p:spPr>
          <a:xfrm>
            <a:off x="757080" y="4014720"/>
            <a:ext cx="10687320" cy="1105200"/>
          </a:xfrm>
          <a:custGeom>
            <a:avLst/>
            <a:gdLst/>
            <a:ahLst/>
            <a:rect l="0" t="0" r="r" b="b"/>
            <a:pathLst>
              <a:path w="29687" h="3070">
                <a:moveTo>
                  <a:pt x="0" y="292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2924"/>
                </a:lnTo>
                <a:cubicBezTo>
                  <a:pt x="29687" y="2934"/>
                  <a:pt x="29686" y="2943"/>
                  <a:pt x="29684" y="2953"/>
                </a:cubicBezTo>
                <a:cubicBezTo>
                  <a:pt x="29683" y="2962"/>
                  <a:pt x="29680" y="2971"/>
                  <a:pt x="29676" y="2980"/>
                </a:cubicBezTo>
                <a:cubicBezTo>
                  <a:pt x="29672" y="2989"/>
                  <a:pt x="29668" y="2997"/>
                  <a:pt x="29663" y="3005"/>
                </a:cubicBezTo>
                <a:cubicBezTo>
                  <a:pt x="29657" y="3013"/>
                  <a:pt x="29651" y="3020"/>
                  <a:pt x="29645" y="3027"/>
                </a:cubicBezTo>
                <a:cubicBezTo>
                  <a:pt x="29638" y="3034"/>
                  <a:pt x="29630" y="3040"/>
                  <a:pt x="29623" y="3045"/>
                </a:cubicBezTo>
                <a:cubicBezTo>
                  <a:pt x="29615" y="3051"/>
                  <a:pt x="29606" y="3055"/>
                  <a:pt x="29597" y="3059"/>
                </a:cubicBezTo>
                <a:cubicBezTo>
                  <a:pt x="29589" y="3062"/>
                  <a:pt x="29579" y="3065"/>
                  <a:pt x="29570" y="3067"/>
                </a:cubicBezTo>
                <a:cubicBezTo>
                  <a:pt x="29561" y="3069"/>
                  <a:pt x="29551" y="3070"/>
                  <a:pt x="29542" y="3070"/>
                </a:cubicBezTo>
                <a:lnTo>
                  <a:pt x="145" y="3070"/>
                </a:lnTo>
                <a:cubicBezTo>
                  <a:pt x="136" y="3070"/>
                  <a:pt x="126" y="3069"/>
                  <a:pt x="117" y="3067"/>
                </a:cubicBezTo>
                <a:cubicBezTo>
                  <a:pt x="108" y="3065"/>
                  <a:pt x="99" y="3062"/>
                  <a:pt x="90" y="3059"/>
                </a:cubicBezTo>
                <a:cubicBezTo>
                  <a:pt x="81" y="3055"/>
                  <a:pt x="73" y="3051"/>
                  <a:pt x="65" y="3045"/>
                </a:cubicBezTo>
                <a:cubicBezTo>
                  <a:pt x="57" y="3040"/>
                  <a:pt x="49" y="3034"/>
                  <a:pt x="43" y="3027"/>
                </a:cubicBezTo>
                <a:cubicBezTo>
                  <a:pt x="36" y="3020"/>
                  <a:pt x="30" y="3013"/>
                  <a:pt x="24" y="3005"/>
                </a:cubicBezTo>
                <a:cubicBezTo>
                  <a:pt x="19" y="2997"/>
                  <a:pt x="15" y="2989"/>
                  <a:pt x="11" y="2980"/>
                </a:cubicBezTo>
                <a:cubicBezTo>
                  <a:pt x="7" y="2971"/>
                  <a:pt x="5" y="2962"/>
                  <a:pt x="3" y="2953"/>
                </a:cubicBezTo>
                <a:cubicBezTo>
                  <a:pt x="1" y="2943"/>
                  <a:pt x="0" y="2934"/>
                  <a:pt x="0" y="292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747720" y="1719720"/>
            <a:ext cx="55188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04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skill </a:t>
            </a:r>
            <a:endParaRPr lang="en-US" sz="20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0" name=""/>
          <p:cNvSpPr/>
          <p:nvPr/>
        </p:nvSpPr>
        <p:spPr>
          <a:xfrm>
            <a:off x="752400" y="2323800"/>
            <a:ext cx="810000" cy="276840"/>
          </a:xfrm>
          <a:custGeom>
            <a:avLst/>
            <a:gdLst/>
            <a:ahLst/>
            <a:rect l="0" t="0" r="r" b="b"/>
            <a:pathLst>
              <a:path w="2250" h="769">
                <a:moveTo>
                  <a:pt x="0" y="610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6" y="72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2091" y="0"/>
                </a:lnTo>
                <a:cubicBezTo>
                  <a:pt x="2101" y="0"/>
                  <a:pt x="2112" y="1"/>
                  <a:pt x="2122" y="3"/>
                </a:cubicBezTo>
                <a:cubicBezTo>
                  <a:pt x="2132" y="5"/>
                  <a:pt x="2142" y="8"/>
                  <a:pt x="2152" y="12"/>
                </a:cubicBezTo>
                <a:cubicBezTo>
                  <a:pt x="2161" y="16"/>
                  <a:pt x="2170" y="21"/>
                  <a:pt x="2179" y="27"/>
                </a:cubicBezTo>
                <a:cubicBezTo>
                  <a:pt x="2188" y="33"/>
                  <a:pt x="2196" y="39"/>
                  <a:pt x="2203" y="47"/>
                </a:cubicBezTo>
                <a:cubicBezTo>
                  <a:pt x="2211" y="54"/>
                  <a:pt x="2217" y="62"/>
                  <a:pt x="2223" y="72"/>
                </a:cubicBezTo>
                <a:cubicBezTo>
                  <a:pt x="2229" y="81"/>
                  <a:pt x="2234" y="90"/>
                  <a:pt x="2238" y="99"/>
                </a:cubicBezTo>
                <a:cubicBezTo>
                  <a:pt x="2242" y="109"/>
                  <a:pt x="2245" y="119"/>
                  <a:pt x="2247" y="129"/>
                </a:cubicBezTo>
                <a:cubicBezTo>
                  <a:pt x="2249" y="139"/>
                  <a:pt x="2250" y="150"/>
                  <a:pt x="2250" y="160"/>
                </a:cubicBezTo>
                <a:lnTo>
                  <a:pt x="2250" y="610"/>
                </a:lnTo>
                <a:cubicBezTo>
                  <a:pt x="2250" y="620"/>
                  <a:pt x="2249" y="631"/>
                  <a:pt x="2247" y="641"/>
                </a:cubicBezTo>
                <a:cubicBezTo>
                  <a:pt x="2245" y="651"/>
                  <a:pt x="2242" y="661"/>
                  <a:pt x="2238" y="671"/>
                </a:cubicBezTo>
                <a:cubicBezTo>
                  <a:pt x="2234" y="680"/>
                  <a:pt x="2229" y="689"/>
                  <a:pt x="2223" y="698"/>
                </a:cubicBezTo>
                <a:cubicBezTo>
                  <a:pt x="2217" y="707"/>
                  <a:pt x="2211" y="715"/>
                  <a:pt x="2203" y="722"/>
                </a:cubicBezTo>
                <a:cubicBezTo>
                  <a:pt x="2196" y="729"/>
                  <a:pt x="2188" y="736"/>
                  <a:pt x="2179" y="742"/>
                </a:cubicBezTo>
                <a:cubicBezTo>
                  <a:pt x="2170" y="748"/>
                  <a:pt x="2161" y="753"/>
                  <a:pt x="2152" y="757"/>
                </a:cubicBezTo>
                <a:cubicBezTo>
                  <a:pt x="2142" y="761"/>
                  <a:pt x="2132" y="764"/>
                  <a:pt x="2122" y="766"/>
                </a:cubicBezTo>
                <a:cubicBezTo>
                  <a:pt x="2112" y="768"/>
                  <a:pt x="2101" y="769"/>
                  <a:pt x="2091" y="769"/>
                </a:cubicBezTo>
                <a:lnTo>
                  <a:pt x="158" y="769"/>
                </a:lnTo>
                <a:cubicBezTo>
                  <a:pt x="148" y="769"/>
                  <a:pt x="138" y="768"/>
                  <a:pt x="127" y="766"/>
                </a:cubicBezTo>
                <a:cubicBezTo>
                  <a:pt x="117" y="764"/>
                  <a:pt x="107" y="761"/>
                  <a:pt x="98" y="757"/>
                </a:cubicBezTo>
                <a:cubicBezTo>
                  <a:pt x="88" y="753"/>
                  <a:pt x="79" y="748"/>
                  <a:pt x="70" y="742"/>
                </a:cubicBezTo>
                <a:cubicBezTo>
                  <a:pt x="62" y="736"/>
                  <a:pt x="54" y="729"/>
                  <a:pt x="46" y="722"/>
                </a:cubicBezTo>
                <a:cubicBezTo>
                  <a:pt x="39" y="715"/>
                  <a:pt x="32" y="707"/>
                  <a:pt x="26" y="698"/>
                </a:cubicBezTo>
                <a:cubicBezTo>
                  <a:pt x="21" y="689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1271520" y="1740240"/>
            <a:ext cx="181440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04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を更新したとき</a:t>
            </a:r>
            <a:endParaRPr lang="en-US" sz="20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818280" y="2390400"/>
            <a:ext cx="681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skills/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1566000" y="229860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1620720" y="231444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や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5" name=""/>
          <p:cNvSpPr/>
          <p:nvPr/>
        </p:nvSpPr>
        <p:spPr>
          <a:xfrm>
            <a:off x="1876320" y="2323800"/>
            <a:ext cx="1200600" cy="276840"/>
          </a:xfrm>
          <a:custGeom>
            <a:avLst/>
            <a:gdLst/>
            <a:ahLst/>
            <a:rect l="0" t="0" r="r" b="b"/>
            <a:pathLst>
              <a:path w="3335" h="769">
                <a:moveTo>
                  <a:pt x="0" y="610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7" y="72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176" y="0"/>
                </a:lnTo>
                <a:cubicBezTo>
                  <a:pt x="3186" y="0"/>
                  <a:pt x="3197" y="1"/>
                  <a:pt x="3207" y="3"/>
                </a:cubicBezTo>
                <a:cubicBezTo>
                  <a:pt x="3217" y="5"/>
                  <a:pt x="3227" y="8"/>
                  <a:pt x="3237" y="12"/>
                </a:cubicBezTo>
                <a:cubicBezTo>
                  <a:pt x="3246" y="16"/>
                  <a:pt x="3255" y="21"/>
                  <a:pt x="3264" y="27"/>
                </a:cubicBezTo>
                <a:cubicBezTo>
                  <a:pt x="3273" y="33"/>
                  <a:pt x="3281" y="39"/>
                  <a:pt x="3288" y="47"/>
                </a:cubicBezTo>
                <a:cubicBezTo>
                  <a:pt x="3295" y="54"/>
                  <a:pt x="3302" y="62"/>
                  <a:pt x="3308" y="72"/>
                </a:cubicBezTo>
                <a:cubicBezTo>
                  <a:pt x="3314" y="81"/>
                  <a:pt x="3318" y="90"/>
                  <a:pt x="3322" y="99"/>
                </a:cubicBezTo>
                <a:cubicBezTo>
                  <a:pt x="3326" y="109"/>
                  <a:pt x="3329" y="119"/>
                  <a:pt x="3331" y="129"/>
                </a:cubicBezTo>
                <a:cubicBezTo>
                  <a:pt x="3334" y="139"/>
                  <a:pt x="3335" y="150"/>
                  <a:pt x="3335" y="160"/>
                </a:cubicBezTo>
                <a:lnTo>
                  <a:pt x="3335" y="610"/>
                </a:lnTo>
                <a:cubicBezTo>
                  <a:pt x="3335" y="620"/>
                  <a:pt x="3334" y="631"/>
                  <a:pt x="3331" y="641"/>
                </a:cubicBezTo>
                <a:cubicBezTo>
                  <a:pt x="3329" y="651"/>
                  <a:pt x="3326" y="661"/>
                  <a:pt x="3322" y="671"/>
                </a:cubicBezTo>
                <a:cubicBezTo>
                  <a:pt x="3318" y="680"/>
                  <a:pt x="3314" y="689"/>
                  <a:pt x="3308" y="698"/>
                </a:cubicBezTo>
                <a:cubicBezTo>
                  <a:pt x="3302" y="707"/>
                  <a:pt x="3295" y="715"/>
                  <a:pt x="3288" y="722"/>
                </a:cubicBezTo>
                <a:cubicBezTo>
                  <a:pt x="3281" y="729"/>
                  <a:pt x="3273" y="736"/>
                  <a:pt x="3264" y="742"/>
                </a:cubicBezTo>
                <a:cubicBezTo>
                  <a:pt x="3255" y="748"/>
                  <a:pt x="3246" y="753"/>
                  <a:pt x="3237" y="757"/>
                </a:cubicBezTo>
                <a:cubicBezTo>
                  <a:pt x="3227" y="761"/>
                  <a:pt x="3217" y="764"/>
                  <a:pt x="3207" y="766"/>
                </a:cubicBezTo>
                <a:cubicBezTo>
                  <a:pt x="3197" y="768"/>
                  <a:pt x="3186" y="769"/>
                  <a:pt x="3176" y="769"/>
                </a:cubicBezTo>
                <a:lnTo>
                  <a:pt x="159" y="769"/>
                </a:lnTo>
                <a:cubicBezTo>
                  <a:pt x="148" y="769"/>
                  <a:pt x="138" y="768"/>
                  <a:pt x="128" y="766"/>
                </a:cubicBezTo>
                <a:cubicBezTo>
                  <a:pt x="117" y="764"/>
                  <a:pt x="107" y="761"/>
                  <a:pt x="98" y="757"/>
                </a:cubicBezTo>
                <a:cubicBezTo>
                  <a:pt x="88" y="753"/>
                  <a:pt x="79" y="748"/>
                  <a:pt x="70" y="742"/>
                </a:cubicBezTo>
                <a:cubicBezTo>
                  <a:pt x="62" y="736"/>
                  <a:pt x="54" y="729"/>
                  <a:pt x="46" y="722"/>
                </a:cubicBezTo>
                <a:cubicBezTo>
                  <a:pt x="39" y="715"/>
                  <a:pt x="32" y="707"/>
                  <a:pt x="27" y="698"/>
                </a:cubicBezTo>
                <a:cubicBezTo>
                  <a:pt x="21" y="689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1820880" y="229860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1946160" y="2390400"/>
            <a:ext cx="10699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references/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3080880" y="229860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3135960" y="2314440"/>
            <a:ext cx="3993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を編集したら、同じコピーを再実⾏します。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914400" y="2931120"/>
            <a:ext cx="51620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Set-Location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C:\Users\username\work\minimal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-skills-pack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914400" y="3321720"/>
            <a:ext cx="68511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Copy-Item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-Recurse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-Force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-Path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.\skills\*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-Destination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.\.claude\skills\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914400" y="3521880"/>
            <a:ext cx="76021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Copy-Item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-Recurse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-Force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-Path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.\references\*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-Destination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.\.claude\references\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914400" y="4197960"/>
            <a:ext cx="42235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cd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/c/Users/username/work/minimal-skills-pack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914400" y="4588560"/>
            <a:ext cx="31914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cp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-R ./skills/. ./.claude/skills/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914400" y="4788720"/>
            <a:ext cx="3942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cp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-R ./references/. ./.claude/references/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0" name=""/>
          <p:cNvSpPr/>
          <p:nvPr/>
        </p:nvSpPr>
        <p:spPr>
          <a:xfrm>
            <a:off x="757080" y="3166920"/>
            <a:ext cx="10687320" cy="1886400"/>
          </a:xfrm>
          <a:custGeom>
            <a:avLst/>
            <a:gdLst/>
            <a:ahLst/>
            <a:rect l="0" t="0" r="r" b="b"/>
            <a:pathLst>
              <a:path w="29687" h="5240">
                <a:moveTo>
                  <a:pt x="0" y="509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5094"/>
                </a:lnTo>
                <a:cubicBezTo>
                  <a:pt x="29687" y="5104"/>
                  <a:pt x="29686" y="5113"/>
                  <a:pt x="29684" y="5123"/>
                </a:cubicBezTo>
                <a:cubicBezTo>
                  <a:pt x="29683" y="5132"/>
                  <a:pt x="29680" y="5141"/>
                  <a:pt x="29676" y="5150"/>
                </a:cubicBezTo>
                <a:cubicBezTo>
                  <a:pt x="29672" y="5159"/>
                  <a:pt x="29668" y="5167"/>
                  <a:pt x="29663" y="5175"/>
                </a:cubicBezTo>
                <a:cubicBezTo>
                  <a:pt x="29657" y="5183"/>
                  <a:pt x="29651" y="5190"/>
                  <a:pt x="29645" y="5197"/>
                </a:cubicBezTo>
                <a:cubicBezTo>
                  <a:pt x="29638" y="5204"/>
                  <a:pt x="29630" y="5210"/>
                  <a:pt x="29623" y="5215"/>
                </a:cubicBezTo>
                <a:cubicBezTo>
                  <a:pt x="29615" y="5220"/>
                  <a:pt x="29606" y="5225"/>
                  <a:pt x="29597" y="5229"/>
                </a:cubicBezTo>
                <a:cubicBezTo>
                  <a:pt x="29589" y="5232"/>
                  <a:pt x="29579" y="5235"/>
                  <a:pt x="29570" y="5237"/>
                </a:cubicBezTo>
                <a:cubicBezTo>
                  <a:pt x="29561" y="5239"/>
                  <a:pt x="29551" y="5240"/>
                  <a:pt x="29542" y="5240"/>
                </a:cubicBezTo>
                <a:lnTo>
                  <a:pt x="145" y="5240"/>
                </a:lnTo>
                <a:cubicBezTo>
                  <a:pt x="136" y="5240"/>
                  <a:pt x="126" y="5239"/>
                  <a:pt x="117" y="5237"/>
                </a:cubicBezTo>
                <a:cubicBezTo>
                  <a:pt x="108" y="5235"/>
                  <a:pt x="99" y="5232"/>
                  <a:pt x="90" y="5229"/>
                </a:cubicBezTo>
                <a:cubicBezTo>
                  <a:pt x="81" y="5225"/>
                  <a:pt x="73" y="5220"/>
                  <a:pt x="65" y="5215"/>
                </a:cubicBezTo>
                <a:cubicBezTo>
                  <a:pt x="57" y="5210"/>
                  <a:pt x="49" y="5204"/>
                  <a:pt x="43" y="5197"/>
                </a:cubicBezTo>
                <a:cubicBezTo>
                  <a:pt x="36" y="5190"/>
                  <a:pt x="30" y="5183"/>
                  <a:pt x="24" y="5175"/>
                </a:cubicBezTo>
                <a:cubicBezTo>
                  <a:pt x="19" y="5167"/>
                  <a:pt x="15" y="5159"/>
                  <a:pt x="11" y="5150"/>
                </a:cubicBezTo>
                <a:cubicBezTo>
                  <a:pt x="7" y="5141"/>
                  <a:pt x="5" y="5132"/>
                  <a:pt x="3" y="5123"/>
                </a:cubicBezTo>
                <a:cubicBezTo>
                  <a:pt x="1" y="5113"/>
                  <a:pt x="0" y="5104"/>
                  <a:pt x="0" y="509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1" name=""/>
          <p:cNvSpPr/>
          <p:nvPr/>
        </p:nvSpPr>
        <p:spPr>
          <a:xfrm>
            <a:off x="757080" y="3166920"/>
            <a:ext cx="10687320" cy="1886400"/>
          </a:xfrm>
          <a:custGeom>
            <a:avLst/>
            <a:gdLst/>
            <a:ahLst/>
            <a:rect l="0" t="0" r="r" b="b"/>
            <a:pathLst>
              <a:path w="29687" h="5240">
                <a:moveTo>
                  <a:pt x="0" y="509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5094"/>
                </a:lnTo>
                <a:cubicBezTo>
                  <a:pt x="29687" y="5104"/>
                  <a:pt x="29686" y="5113"/>
                  <a:pt x="29684" y="5123"/>
                </a:cubicBezTo>
                <a:cubicBezTo>
                  <a:pt x="29683" y="5132"/>
                  <a:pt x="29680" y="5141"/>
                  <a:pt x="29676" y="5150"/>
                </a:cubicBezTo>
                <a:cubicBezTo>
                  <a:pt x="29672" y="5159"/>
                  <a:pt x="29668" y="5167"/>
                  <a:pt x="29663" y="5175"/>
                </a:cubicBezTo>
                <a:cubicBezTo>
                  <a:pt x="29657" y="5183"/>
                  <a:pt x="29651" y="5190"/>
                  <a:pt x="29645" y="5197"/>
                </a:cubicBezTo>
                <a:cubicBezTo>
                  <a:pt x="29638" y="5204"/>
                  <a:pt x="29630" y="5210"/>
                  <a:pt x="29623" y="5215"/>
                </a:cubicBezTo>
                <a:cubicBezTo>
                  <a:pt x="29615" y="5220"/>
                  <a:pt x="29606" y="5225"/>
                  <a:pt x="29597" y="5229"/>
                </a:cubicBezTo>
                <a:cubicBezTo>
                  <a:pt x="29589" y="5232"/>
                  <a:pt x="29579" y="5235"/>
                  <a:pt x="29570" y="5237"/>
                </a:cubicBezTo>
                <a:cubicBezTo>
                  <a:pt x="29561" y="5239"/>
                  <a:pt x="29551" y="5240"/>
                  <a:pt x="29542" y="5240"/>
                </a:cubicBezTo>
                <a:lnTo>
                  <a:pt x="145" y="5240"/>
                </a:lnTo>
                <a:cubicBezTo>
                  <a:pt x="136" y="5240"/>
                  <a:pt x="126" y="5239"/>
                  <a:pt x="117" y="5237"/>
                </a:cubicBezTo>
                <a:cubicBezTo>
                  <a:pt x="108" y="5235"/>
                  <a:pt x="99" y="5232"/>
                  <a:pt x="90" y="5229"/>
                </a:cubicBezTo>
                <a:cubicBezTo>
                  <a:pt x="81" y="5225"/>
                  <a:pt x="73" y="5220"/>
                  <a:pt x="65" y="5215"/>
                </a:cubicBezTo>
                <a:cubicBezTo>
                  <a:pt x="57" y="5210"/>
                  <a:pt x="49" y="5204"/>
                  <a:pt x="43" y="5197"/>
                </a:cubicBezTo>
                <a:cubicBezTo>
                  <a:pt x="36" y="5190"/>
                  <a:pt x="30" y="5183"/>
                  <a:pt x="24" y="5175"/>
                </a:cubicBezTo>
                <a:cubicBezTo>
                  <a:pt x="19" y="5167"/>
                  <a:pt x="15" y="5159"/>
                  <a:pt x="11" y="5150"/>
                </a:cubicBezTo>
                <a:cubicBezTo>
                  <a:pt x="7" y="5141"/>
                  <a:pt x="5" y="5132"/>
                  <a:pt x="3" y="5123"/>
                </a:cubicBezTo>
                <a:cubicBezTo>
                  <a:pt x="1" y="5113"/>
                  <a:pt x="0" y="5104"/>
                  <a:pt x="0" y="509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747720" y="1359360"/>
            <a:ext cx="362772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04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全プロジェクトで使いたい場合</a:t>
            </a:r>
            <a:endParaRPr lang="en-US" sz="20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747720" y="1927440"/>
            <a:ext cx="9892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global skill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4" name=""/>
          <p:cNvSpPr/>
          <p:nvPr/>
        </p:nvSpPr>
        <p:spPr>
          <a:xfrm>
            <a:off x="942840" y="247644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20"/>
                  <a:pt x="210" y="133"/>
                  <a:pt x="204" y="146"/>
                </a:cubicBezTo>
                <a:cubicBezTo>
                  <a:pt x="199" y="159"/>
                  <a:pt x="191" y="170"/>
                  <a:pt x="182" y="180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0"/>
                </a:cubicBezTo>
                <a:cubicBezTo>
                  <a:pt x="22" y="170"/>
                  <a:pt x="13" y="159"/>
                  <a:pt x="8" y="146"/>
                </a:cubicBezTo>
                <a:cubicBezTo>
                  <a:pt x="3" y="133"/>
                  <a:pt x="0" y="120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75" name=""/>
          <p:cNvSpPr/>
          <p:nvPr/>
        </p:nvSpPr>
        <p:spPr>
          <a:xfrm>
            <a:off x="1152360" y="2390760"/>
            <a:ext cx="2076840" cy="276480"/>
          </a:xfrm>
          <a:custGeom>
            <a:avLst/>
            <a:gdLst/>
            <a:ahLst/>
            <a:rect l="0" t="0" r="r" b="b"/>
            <a:pathLst>
              <a:path w="5769" h="768">
                <a:moveTo>
                  <a:pt x="0" y="608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1"/>
                  <a:pt x="39" y="53"/>
                  <a:pt x="46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610" y="0"/>
                </a:lnTo>
                <a:cubicBezTo>
                  <a:pt x="5621" y="0"/>
                  <a:pt x="5631" y="1"/>
                  <a:pt x="5641" y="3"/>
                </a:cubicBezTo>
                <a:cubicBezTo>
                  <a:pt x="5651" y="5"/>
                  <a:pt x="5661" y="8"/>
                  <a:pt x="5671" y="12"/>
                </a:cubicBezTo>
                <a:cubicBezTo>
                  <a:pt x="5681" y="16"/>
                  <a:pt x="5690" y="21"/>
                  <a:pt x="5698" y="26"/>
                </a:cubicBezTo>
                <a:cubicBezTo>
                  <a:pt x="5707" y="32"/>
                  <a:pt x="5715" y="39"/>
                  <a:pt x="5722" y="46"/>
                </a:cubicBezTo>
                <a:cubicBezTo>
                  <a:pt x="5730" y="53"/>
                  <a:pt x="5736" y="61"/>
                  <a:pt x="5742" y="70"/>
                </a:cubicBezTo>
                <a:cubicBezTo>
                  <a:pt x="5748" y="79"/>
                  <a:pt x="5753" y="88"/>
                  <a:pt x="5757" y="98"/>
                </a:cubicBezTo>
                <a:cubicBezTo>
                  <a:pt x="5761" y="107"/>
                  <a:pt x="5764" y="117"/>
                  <a:pt x="5766" y="127"/>
                </a:cubicBezTo>
                <a:cubicBezTo>
                  <a:pt x="5768" y="138"/>
                  <a:pt x="5769" y="148"/>
                  <a:pt x="5769" y="158"/>
                </a:cubicBezTo>
                <a:lnTo>
                  <a:pt x="5769" y="608"/>
                </a:lnTo>
                <a:cubicBezTo>
                  <a:pt x="5769" y="619"/>
                  <a:pt x="5768" y="629"/>
                  <a:pt x="5766" y="639"/>
                </a:cubicBezTo>
                <a:cubicBezTo>
                  <a:pt x="5764" y="650"/>
                  <a:pt x="5761" y="660"/>
                  <a:pt x="5757" y="670"/>
                </a:cubicBezTo>
                <a:cubicBezTo>
                  <a:pt x="5753" y="679"/>
                  <a:pt x="5748" y="689"/>
                  <a:pt x="5742" y="697"/>
                </a:cubicBezTo>
                <a:cubicBezTo>
                  <a:pt x="5736" y="706"/>
                  <a:pt x="5730" y="714"/>
                  <a:pt x="5722" y="721"/>
                </a:cubicBezTo>
                <a:cubicBezTo>
                  <a:pt x="5715" y="729"/>
                  <a:pt x="5707" y="735"/>
                  <a:pt x="5698" y="741"/>
                </a:cubicBezTo>
                <a:cubicBezTo>
                  <a:pt x="5690" y="747"/>
                  <a:pt x="5681" y="752"/>
                  <a:pt x="5671" y="756"/>
                </a:cubicBezTo>
                <a:cubicBezTo>
                  <a:pt x="5661" y="760"/>
                  <a:pt x="5651" y="763"/>
                  <a:pt x="5641" y="765"/>
                </a:cubicBezTo>
                <a:cubicBezTo>
                  <a:pt x="5631" y="767"/>
                  <a:pt x="5621" y="768"/>
                  <a:pt x="5610" y="768"/>
                </a:cubicBezTo>
                <a:lnTo>
                  <a:pt x="159" y="768"/>
                </a:lnTo>
                <a:cubicBezTo>
                  <a:pt x="148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8" y="752"/>
                  <a:pt x="79" y="747"/>
                  <a:pt x="71" y="741"/>
                </a:cubicBezTo>
                <a:cubicBezTo>
                  <a:pt x="62" y="735"/>
                  <a:pt x="54" y="729"/>
                  <a:pt x="46" y="721"/>
                </a:cubicBezTo>
                <a:cubicBezTo>
                  <a:pt x="39" y="714"/>
                  <a:pt x="33" y="706"/>
                  <a:pt x="27" y="697"/>
                </a:cubicBezTo>
                <a:cubicBezTo>
                  <a:pt x="21" y="689"/>
                  <a:pt x="16" y="679"/>
                  <a:pt x="12" y="670"/>
                </a:cubicBezTo>
                <a:cubicBezTo>
                  <a:pt x="8" y="660"/>
                  <a:pt x="5" y="650"/>
                  <a:pt x="3" y="639"/>
                </a:cubicBezTo>
                <a:cubicBezTo>
                  <a:pt x="1" y="629"/>
                  <a:pt x="0" y="619"/>
                  <a:pt x="0" y="60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1738080" y="1942920"/>
            <a:ext cx="3195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として使うなら、配置先は次です。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7" name=""/>
          <p:cNvSpPr/>
          <p:nvPr/>
        </p:nvSpPr>
        <p:spPr>
          <a:xfrm>
            <a:off x="942840" y="28288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78" name=""/>
          <p:cNvSpPr/>
          <p:nvPr/>
        </p:nvSpPr>
        <p:spPr>
          <a:xfrm>
            <a:off x="1152360" y="2742840"/>
            <a:ext cx="2457720" cy="276840"/>
          </a:xfrm>
          <a:custGeom>
            <a:avLst/>
            <a:gdLst/>
            <a:ahLst/>
            <a:rect l="0" t="0" r="r" b="b"/>
            <a:pathLst>
              <a:path w="6827" h="769">
                <a:moveTo>
                  <a:pt x="0" y="610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6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2"/>
                  <a:pt x="148" y="0"/>
                  <a:pt x="159" y="0"/>
                </a:cubicBezTo>
                <a:lnTo>
                  <a:pt x="6668" y="0"/>
                </a:lnTo>
                <a:cubicBezTo>
                  <a:pt x="6679" y="0"/>
                  <a:pt x="6689" y="2"/>
                  <a:pt x="6699" y="4"/>
                </a:cubicBezTo>
                <a:cubicBezTo>
                  <a:pt x="6710" y="6"/>
                  <a:pt x="6720" y="9"/>
                  <a:pt x="6729" y="13"/>
                </a:cubicBezTo>
                <a:cubicBezTo>
                  <a:pt x="6739" y="17"/>
                  <a:pt x="6748" y="21"/>
                  <a:pt x="6757" y="27"/>
                </a:cubicBezTo>
                <a:cubicBezTo>
                  <a:pt x="6765" y="33"/>
                  <a:pt x="6773" y="40"/>
                  <a:pt x="6781" y="47"/>
                </a:cubicBezTo>
                <a:cubicBezTo>
                  <a:pt x="6788" y="54"/>
                  <a:pt x="6795" y="62"/>
                  <a:pt x="6800" y="71"/>
                </a:cubicBezTo>
                <a:cubicBezTo>
                  <a:pt x="6806" y="80"/>
                  <a:pt x="6811" y="89"/>
                  <a:pt x="6815" y="98"/>
                </a:cubicBezTo>
                <a:cubicBezTo>
                  <a:pt x="6819" y="108"/>
                  <a:pt x="6822" y="118"/>
                  <a:pt x="6824" y="128"/>
                </a:cubicBezTo>
                <a:cubicBezTo>
                  <a:pt x="6826" y="139"/>
                  <a:pt x="6827" y="149"/>
                  <a:pt x="6827" y="159"/>
                </a:cubicBezTo>
                <a:lnTo>
                  <a:pt x="6827" y="610"/>
                </a:lnTo>
                <a:cubicBezTo>
                  <a:pt x="6827" y="620"/>
                  <a:pt x="6826" y="631"/>
                  <a:pt x="6824" y="641"/>
                </a:cubicBezTo>
                <a:cubicBezTo>
                  <a:pt x="6822" y="651"/>
                  <a:pt x="6819" y="661"/>
                  <a:pt x="6815" y="671"/>
                </a:cubicBezTo>
                <a:cubicBezTo>
                  <a:pt x="6811" y="680"/>
                  <a:pt x="6806" y="690"/>
                  <a:pt x="6800" y="698"/>
                </a:cubicBezTo>
                <a:cubicBezTo>
                  <a:pt x="6795" y="707"/>
                  <a:pt x="6788" y="715"/>
                  <a:pt x="6781" y="722"/>
                </a:cubicBezTo>
                <a:cubicBezTo>
                  <a:pt x="6773" y="730"/>
                  <a:pt x="6765" y="736"/>
                  <a:pt x="6757" y="742"/>
                </a:cubicBezTo>
                <a:cubicBezTo>
                  <a:pt x="6748" y="748"/>
                  <a:pt x="6739" y="753"/>
                  <a:pt x="6729" y="757"/>
                </a:cubicBezTo>
                <a:cubicBezTo>
                  <a:pt x="6720" y="761"/>
                  <a:pt x="6710" y="764"/>
                  <a:pt x="6699" y="766"/>
                </a:cubicBezTo>
                <a:cubicBezTo>
                  <a:pt x="6689" y="768"/>
                  <a:pt x="6679" y="769"/>
                  <a:pt x="6668" y="769"/>
                </a:cubicBezTo>
                <a:lnTo>
                  <a:pt x="159" y="769"/>
                </a:lnTo>
                <a:cubicBezTo>
                  <a:pt x="148" y="769"/>
                  <a:pt x="138" y="768"/>
                  <a:pt x="128" y="766"/>
                </a:cubicBezTo>
                <a:cubicBezTo>
                  <a:pt x="118" y="764"/>
                  <a:pt x="108" y="761"/>
                  <a:pt x="98" y="757"/>
                </a:cubicBezTo>
                <a:cubicBezTo>
                  <a:pt x="88" y="753"/>
                  <a:pt x="79" y="748"/>
                  <a:pt x="71" y="742"/>
                </a:cubicBezTo>
                <a:cubicBezTo>
                  <a:pt x="62" y="736"/>
                  <a:pt x="54" y="730"/>
                  <a:pt x="46" y="722"/>
                </a:cubicBezTo>
                <a:cubicBezTo>
                  <a:pt x="39" y="715"/>
                  <a:pt x="33" y="707"/>
                  <a:pt x="27" y="698"/>
                </a:cubicBezTo>
                <a:cubicBezTo>
                  <a:pt x="21" y="690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1218240" y="2457000"/>
            <a:ext cx="19447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$HOME\.claude\skills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1218240" y="2809440"/>
            <a:ext cx="23335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$HOME\.claude\references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914400" y="3350160"/>
            <a:ext cx="51620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Set-Location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C:\Users\username\work\minimal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-skills-pack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914400" y="3740760"/>
            <a:ext cx="61938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New-Item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-ItemType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Directory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-Force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-Path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$HOME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\.claude | </a:t>
            </a:r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Out-Null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914400" y="3940920"/>
            <a:ext cx="68508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New-Item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-ItemType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Directory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-Force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-Path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$HOME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\.claude\skills | </a:t>
            </a:r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Out-Null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914400" y="4131360"/>
            <a:ext cx="72262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New-Item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-ItemType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Directory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-Force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-Path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$HOME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\.claude\references | </a:t>
            </a:r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Out-Null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914400" y="4521960"/>
            <a:ext cx="7226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Copy-Item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-Recurse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-Force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-Path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.\skills\*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-Destination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$HOME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\.claude\skills\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914400" y="4721760"/>
            <a:ext cx="79776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Copy-Item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-Recurse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-Force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-Path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.\references\*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-Destination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$HOME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\.claude\references\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747720" y="5238720"/>
            <a:ext cx="39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どの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1147680" y="5222880"/>
            <a:ext cx="7264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project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1874880" y="523872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で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2075040" y="5222880"/>
            <a:ext cx="1235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Claude Code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3312360" y="5238720"/>
            <a:ext cx="1598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を起動しても同じ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4896720" y="5222880"/>
            <a:ext cx="4392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skill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5335920" y="5238720"/>
            <a:ext cx="1198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を使えます。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8" name=""/>
          <p:cNvSpPr/>
          <p:nvPr/>
        </p:nvSpPr>
        <p:spPr>
          <a:xfrm>
            <a:off x="942840" y="15998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2" y="22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747720" y="921240"/>
            <a:ext cx="181440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04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補⾜と⼀次情報</a:t>
            </a:r>
            <a:endParaRPr lang="en-US" sz="20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1147680" y="1504800"/>
            <a:ext cx="39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この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1547640" y="1489320"/>
            <a:ext cx="1001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repository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2550960" y="150480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の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2751120" y="1489320"/>
            <a:ext cx="4392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skill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3190320" y="1504800"/>
            <a:ext cx="599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構成は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3790440" y="1489320"/>
            <a:ext cx="1235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Claude Code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5027760" y="150480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の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7" name=""/>
          <p:cNvSpPr/>
          <p:nvPr/>
        </p:nvSpPr>
        <p:spPr>
          <a:xfrm>
            <a:off x="5286240" y="1504800"/>
            <a:ext cx="914760" cy="276480"/>
          </a:xfrm>
          <a:custGeom>
            <a:avLst/>
            <a:gdLst/>
            <a:ahLst/>
            <a:rect l="0" t="0" r="r" b="b"/>
            <a:pathLst>
              <a:path w="2541" h="768">
                <a:moveTo>
                  <a:pt x="0" y="609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8" y="109"/>
                  <a:pt x="12" y="99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3"/>
                  <a:pt x="39" y="55"/>
                  <a:pt x="46" y="47"/>
                </a:cubicBezTo>
                <a:cubicBezTo>
                  <a:pt x="54" y="40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382" y="0"/>
                </a:lnTo>
                <a:cubicBezTo>
                  <a:pt x="2393" y="0"/>
                  <a:pt x="2403" y="1"/>
                  <a:pt x="2413" y="3"/>
                </a:cubicBezTo>
                <a:cubicBezTo>
                  <a:pt x="2423" y="5"/>
                  <a:pt x="2433" y="8"/>
                  <a:pt x="2443" y="12"/>
                </a:cubicBezTo>
                <a:cubicBezTo>
                  <a:pt x="2453" y="16"/>
                  <a:pt x="2462" y="21"/>
                  <a:pt x="2470" y="27"/>
                </a:cubicBezTo>
                <a:cubicBezTo>
                  <a:pt x="2479" y="32"/>
                  <a:pt x="2487" y="40"/>
                  <a:pt x="2494" y="47"/>
                </a:cubicBezTo>
                <a:cubicBezTo>
                  <a:pt x="2502" y="55"/>
                  <a:pt x="2508" y="63"/>
                  <a:pt x="2514" y="71"/>
                </a:cubicBezTo>
                <a:cubicBezTo>
                  <a:pt x="2520" y="80"/>
                  <a:pt x="2525" y="89"/>
                  <a:pt x="2529" y="99"/>
                </a:cubicBezTo>
                <a:cubicBezTo>
                  <a:pt x="2533" y="109"/>
                  <a:pt x="2536" y="118"/>
                  <a:pt x="2538" y="129"/>
                </a:cubicBezTo>
                <a:cubicBezTo>
                  <a:pt x="2540" y="139"/>
                  <a:pt x="2541" y="149"/>
                  <a:pt x="2541" y="160"/>
                </a:cubicBezTo>
                <a:lnTo>
                  <a:pt x="2541" y="609"/>
                </a:lnTo>
                <a:cubicBezTo>
                  <a:pt x="2541" y="620"/>
                  <a:pt x="2540" y="630"/>
                  <a:pt x="2538" y="640"/>
                </a:cubicBezTo>
                <a:cubicBezTo>
                  <a:pt x="2536" y="651"/>
                  <a:pt x="2533" y="661"/>
                  <a:pt x="2529" y="670"/>
                </a:cubicBezTo>
                <a:cubicBezTo>
                  <a:pt x="2525" y="680"/>
                  <a:pt x="2520" y="689"/>
                  <a:pt x="2514" y="698"/>
                </a:cubicBezTo>
                <a:cubicBezTo>
                  <a:pt x="2508" y="706"/>
                  <a:pt x="2502" y="714"/>
                  <a:pt x="2494" y="722"/>
                </a:cubicBezTo>
                <a:cubicBezTo>
                  <a:pt x="2487" y="729"/>
                  <a:pt x="2479" y="736"/>
                  <a:pt x="2470" y="741"/>
                </a:cubicBezTo>
                <a:cubicBezTo>
                  <a:pt x="2462" y="747"/>
                  <a:pt x="2453" y="752"/>
                  <a:pt x="2443" y="756"/>
                </a:cubicBezTo>
                <a:cubicBezTo>
                  <a:pt x="2433" y="760"/>
                  <a:pt x="2423" y="763"/>
                  <a:pt x="2413" y="765"/>
                </a:cubicBezTo>
                <a:cubicBezTo>
                  <a:pt x="2403" y="767"/>
                  <a:pt x="2393" y="768"/>
                  <a:pt x="2382" y="768"/>
                </a:cubicBezTo>
                <a:lnTo>
                  <a:pt x="159" y="768"/>
                </a:lnTo>
                <a:cubicBezTo>
                  <a:pt x="148" y="768"/>
                  <a:pt x="138" y="767"/>
                  <a:pt x="128" y="765"/>
                </a:cubicBezTo>
                <a:cubicBezTo>
                  <a:pt x="117" y="763"/>
                  <a:pt x="108" y="760"/>
                  <a:pt x="98" y="756"/>
                </a:cubicBezTo>
                <a:cubicBezTo>
                  <a:pt x="88" y="752"/>
                  <a:pt x="79" y="747"/>
                  <a:pt x="70" y="741"/>
                </a:cubicBezTo>
                <a:cubicBezTo>
                  <a:pt x="62" y="736"/>
                  <a:pt x="54" y="729"/>
                  <a:pt x="46" y="722"/>
                </a:cubicBezTo>
                <a:cubicBezTo>
                  <a:pt x="39" y="714"/>
                  <a:pt x="32" y="706"/>
                  <a:pt x="27" y="698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1"/>
                  <a:pt x="5" y="651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5227920" y="148932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5353200" y="1571040"/>
            <a:ext cx="7783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SKILL.md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6197760" y="148932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1" name=""/>
          <p:cNvSpPr/>
          <p:nvPr/>
        </p:nvSpPr>
        <p:spPr>
          <a:xfrm>
            <a:off x="942840" y="19522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2" y="22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6252480" y="1504800"/>
            <a:ext cx="1997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形式と整合しています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1147680" y="1841400"/>
            <a:ext cx="16171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symlink / junction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4" name=""/>
          <p:cNvSpPr/>
          <p:nvPr/>
        </p:nvSpPr>
        <p:spPr>
          <a:xfrm>
            <a:off x="942840" y="22856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2" y="22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2767320" y="1857240"/>
            <a:ext cx="4193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利⽤は公式ドキュメントで明⽰されていません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1147680" y="2190600"/>
            <a:ext cx="299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確実性を優先するならコピー⽅式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4148280" y="217512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4203000" y="2190600"/>
            <a:ext cx="1598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を使ってください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747720" y="2638440"/>
            <a:ext cx="799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⼀次情報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0" name=""/>
          <p:cNvSpPr/>
          <p:nvPr/>
        </p:nvSpPr>
        <p:spPr>
          <a:xfrm>
            <a:off x="942840" y="31716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4" y="146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0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1547640" y="262260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2" name=""/>
          <p:cNvSpPr/>
          <p:nvPr/>
        </p:nvSpPr>
        <p:spPr>
          <a:xfrm>
            <a:off x="1342800" y="34668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2" y="171"/>
                  <a:pt x="182" y="181"/>
                </a:cubicBezTo>
                <a:cubicBezTo>
                  <a:pt x="171" y="192"/>
                  <a:pt x="159" y="200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200"/>
                  <a:pt x="41" y="192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4"/>
                  <a:pt x="171" y="21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3" name=""/>
          <p:cNvSpPr/>
          <p:nvPr/>
        </p:nvSpPr>
        <p:spPr>
          <a:xfrm>
            <a:off x="1552320" y="3371760"/>
            <a:ext cx="2553120" cy="276480"/>
          </a:xfrm>
          <a:custGeom>
            <a:avLst/>
            <a:gdLst/>
            <a:ahLst/>
            <a:rect l="0" t="0" r="r" b="b"/>
            <a:pathLst>
              <a:path w="7092" h="768">
                <a:moveTo>
                  <a:pt x="0" y="609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6933" y="0"/>
                </a:lnTo>
                <a:cubicBezTo>
                  <a:pt x="6944" y="0"/>
                  <a:pt x="6954" y="1"/>
                  <a:pt x="6964" y="3"/>
                </a:cubicBezTo>
                <a:cubicBezTo>
                  <a:pt x="6974" y="5"/>
                  <a:pt x="6984" y="8"/>
                  <a:pt x="6994" y="12"/>
                </a:cubicBezTo>
                <a:cubicBezTo>
                  <a:pt x="7004" y="16"/>
                  <a:pt x="7013" y="21"/>
                  <a:pt x="7021" y="27"/>
                </a:cubicBezTo>
                <a:cubicBezTo>
                  <a:pt x="7030" y="32"/>
                  <a:pt x="7038" y="39"/>
                  <a:pt x="7046" y="46"/>
                </a:cubicBezTo>
                <a:cubicBezTo>
                  <a:pt x="7053" y="54"/>
                  <a:pt x="7059" y="62"/>
                  <a:pt x="7065" y="70"/>
                </a:cubicBezTo>
                <a:cubicBezTo>
                  <a:pt x="7071" y="79"/>
                  <a:pt x="7076" y="88"/>
                  <a:pt x="7080" y="98"/>
                </a:cubicBezTo>
                <a:cubicBezTo>
                  <a:pt x="7084" y="107"/>
                  <a:pt x="7087" y="117"/>
                  <a:pt x="7089" y="128"/>
                </a:cubicBezTo>
                <a:cubicBezTo>
                  <a:pt x="7091" y="138"/>
                  <a:pt x="7092" y="148"/>
                  <a:pt x="7092" y="158"/>
                </a:cubicBezTo>
                <a:lnTo>
                  <a:pt x="7092" y="609"/>
                </a:lnTo>
                <a:cubicBezTo>
                  <a:pt x="7092" y="620"/>
                  <a:pt x="7091" y="630"/>
                  <a:pt x="7089" y="640"/>
                </a:cubicBezTo>
                <a:cubicBezTo>
                  <a:pt x="7087" y="650"/>
                  <a:pt x="7084" y="660"/>
                  <a:pt x="7080" y="670"/>
                </a:cubicBezTo>
                <a:cubicBezTo>
                  <a:pt x="7076" y="680"/>
                  <a:pt x="7071" y="689"/>
                  <a:pt x="7065" y="697"/>
                </a:cubicBezTo>
                <a:cubicBezTo>
                  <a:pt x="7059" y="706"/>
                  <a:pt x="7053" y="714"/>
                  <a:pt x="7046" y="722"/>
                </a:cubicBezTo>
                <a:cubicBezTo>
                  <a:pt x="7038" y="729"/>
                  <a:pt x="7030" y="735"/>
                  <a:pt x="7021" y="741"/>
                </a:cubicBezTo>
                <a:cubicBezTo>
                  <a:pt x="7013" y="747"/>
                  <a:pt x="7004" y="752"/>
                  <a:pt x="6994" y="756"/>
                </a:cubicBezTo>
                <a:cubicBezTo>
                  <a:pt x="6984" y="760"/>
                  <a:pt x="6974" y="763"/>
                  <a:pt x="6964" y="765"/>
                </a:cubicBezTo>
                <a:cubicBezTo>
                  <a:pt x="6954" y="767"/>
                  <a:pt x="6944" y="768"/>
                  <a:pt x="6933" y="768"/>
                </a:cubicBezTo>
                <a:lnTo>
                  <a:pt x="159" y="768"/>
                </a:lnTo>
                <a:cubicBezTo>
                  <a:pt x="149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9" y="752"/>
                  <a:pt x="79" y="747"/>
                  <a:pt x="71" y="741"/>
                </a:cubicBezTo>
                <a:cubicBezTo>
                  <a:pt x="62" y="735"/>
                  <a:pt x="54" y="729"/>
                  <a:pt x="47" y="722"/>
                </a:cubicBezTo>
                <a:cubicBezTo>
                  <a:pt x="39" y="714"/>
                  <a:pt x="33" y="706"/>
                  <a:pt x="27" y="697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0"/>
                  <a:pt x="5" y="650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1147680" y="3060720"/>
            <a:ext cx="25365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Anthropic Claude Code Docs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5" name=""/>
          <p:cNvSpPr/>
          <p:nvPr/>
        </p:nvSpPr>
        <p:spPr>
          <a:xfrm>
            <a:off x="1342800" y="38192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199" y="161"/>
                  <a:pt x="192" y="172"/>
                  <a:pt x="182" y="182"/>
                </a:cubicBezTo>
                <a:cubicBezTo>
                  <a:pt x="171" y="192"/>
                  <a:pt x="159" y="200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4"/>
                  <a:pt x="171" y="21"/>
                  <a:pt x="182" y="31"/>
                </a:cubicBezTo>
                <a:cubicBezTo>
                  <a:pt x="192" y="41"/>
                  <a:pt x="199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6" name=""/>
          <p:cNvSpPr/>
          <p:nvPr/>
        </p:nvSpPr>
        <p:spPr>
          <a:xfrm>
            <a:off x="1552320" y="3724200"/>
            <a:ext cx="4591440" cy="276480"/>
          </a:xfrm>
          <a:custGeom>
            <a:avLst/>
            <a:gdLst/>
            <a:ahLst/>
            <a:rect l="0" t="0" r="r" b="b"/>
            <a:pathLst>
              <a:path w="12754" h="768">
                <a:moveTo>
                  <a:pt x="0" y="609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9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3"/>
                  <a:pt x="39" y="55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2"/>
                  <a:pt x="89" y="17"/>
                  <a:pt x="98" y="13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2595" y="0"/>
                </a:lnTo>
                <a:cubicBezTo>
                  <a:pt x="12606" y="0"/>
                  <a:pt x="12616" y="1"/>
                  <a:pt x="12626" y="3"/>
                </a:cubicBezTo>
                <a:cubicBezTo>
                  <a:pt x="12637" y="5"/>
                  <a:pt x="12646" y="8"/>
                  <a:pt x="12656" y="13"/>
                </a:cubicBezTo>
                <a:cubicBezTo>
                  <a:pt x="12666" y="17"/>
                  <a:pt x="12675" y="22"/>
                  <a:pt x="12684" y="27"/>
                </a:cubicBezTo>
                <a:cubicBezTo>
                  <a:pt x="12692" y="33"/>
                  <a:pt x="12700" y="40"/>
                  <a:pt x="12708" y="47"/>
                </a:cubicBezTo>
                <a:cubicBezTo>
                  <a:pt x="12715" y="55"/>
                  <a:pt x="12722" y="63"/>
                  <a:pt x="12727" y="71"/>
                </a:cubicBezTo>
                <a:cubicBezTo>
                  <a:pt x="12733" y="80"/>
                  <a:pt x="12738" y="89"/>
                  <a:pt x="12742" y="99"/>
                </a:cubicBezTo>
                <a:cubicBezTo>
                  <a:pt x="12746" y="108"/>
                  <a:pt x="12749" y="118"/>
                  <a:pt x="12751" y="128"/>
                </a:cubicBezTo>
                <a:cubicBezTo>
                  <a:pt x="12753" y="139"/>
                  <a:pt x="12754" y="149"/>
                  <a:pt x="12754" y="159"/>
                </a:cubicBezTo>
                <a:lnTo>
                  <a:pt x="12754" y="609"/>
                </a:lnTo>
                <a:cubicBezTo>
                  <a:pt x="12754" y="620"/>
                  <a:pt x="12753" y="630"/>
                  <a:pt x="12751" y="640"/>
                </a:cubicBezTo>
                <a:cubicBezTo>
                  <a:pt x="12749" y="650"/>
                  <a:pt x="12746" y="660"/>
                  <a:pt x="12742" y="670"/>
                </a:cubicBezTo>
                <a:cubicBezTo>
                  <a:pt x="12738" y="680"/>
                  <a:pt x="12733" y="689"/>
                  <a:pt x="12727" y="697"/>
                </a:cubicBezTo>
                <a:cubicBezTo>
                  <a:pt x="12722" y="706"/>
                  <a:pt x="12715" y="714"/>
                  <a:pt x="12708" y="722"/>
                </a:cubicBezTo>
                <a:cubicBezTo>
                  <a:pt x="12700" y="729"/>
                  <a:pt x="12692" y="735"/>
                  <a:pt x="12684" y="741"/>
                </a:cubicBezTo>
                <a:cubicBezTo>
                  <a:pt x="12675" y="747"/>
                  <a:pt x="12666" y="752"/>
                  <a:pt x="12656" y="756"/>
                </a:cubicBezTo>
                <a:cubicBezTo>
                  <a:pt x="12646" y="760"/>
                  <a:pt x="12637" y="763"/>
                  <a:pt x="12626" y="765"/>
                </a:cubicBezTo>
                <a:cubicBezTo>
                  <a:pt x="12616" y="767"/>
                  <a:pt x="12606" y="768"/>
                  <a:pt x="12595" y="768"/>
                </a:cubicBezTo>
                <a:lnTo>
                  <a:pt x="159" y="768"/>
                </a:lnTo>
                <a:cubicBezTo>
                  <a:pt x="149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9" y="752"/>
                  <a:pt x="79" y="747"/>
                  <a:pt x="71" y="741"/>
                </a:cubicBezTo>
                <a:cubicBezTo>
                  <a:pt x="62" y="735"/>
                  <a:pt x="54" y="729"/>
                  <a:pt x="47" y="722"/>
                </a:cubicBezTo>
                <a:cubicBezTo>
                  <a:pt x="39" y="714"/>
                  <a:pt x="33" y="706"/>
                  <a:pt x="27" y="697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0"/>
                  <a:pt x="5" y="650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1618200" y="3438000"/>
            <a:ext cx="24307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Extend Claude with skills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1618200" y="3790440"/>
            <a:ext cx="44719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https://code.claude.com/docs/en/slash-commands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747720" y="4181400"/>
            <a:ext cx="1198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確認した要点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0" name=""/>
          <p:cNvSpPr/>
          <p:nvPr/>
        </p:nvSpPr>
        <p:spPr>
          <a:xfrm>
            <a:off x="942840" y="47145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31" name=""/>
          <p:cNvSpPr/>
          <p:nvPr/>
        </p:nvSpPr>
        <p:spPr>
          <a:xfrm>
            <a:off x="1152360" y="4619520"/>
            <a:ext cx="914760" cy="286200"/>
          </a:xfrm>
          <a:custGeom>
            <a:avLst/>
            <a:gdLst/>
            <a:ahLst/>
            <a:rect l="0" t="0" r="r" b="b"/>
            <a:pathLst>
              <a:path w="2541" h="795">
                <a:moveTo>
                  <a:pt x="0" y="636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6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382" y="0"/>
                </a:lnTo>
                <a:cubicBezTo>
                  <a:pt x="2393" y="0"/>
                  <a:pt x="2403" y="1"/>
                  <a:pt x="2413" y="3"/>
                </a:cubicBezTo>
                <a:cubicBezTo>
                  <a:pt x="2423" y="5"/>
                  <a:pt x="2433" y="8"/>
                  <a:pt x="2443" y="12"/>
                </a:cubicBezTo>
                <a:cubicBezTo>
                  <a:pt x="2453" y="16"/>
                  <a:pt x="2462" y="21"/>
                  <a:pt x="2470" y="27"/>
                </a:cubicBezTo>
                <a:cubicBezTo>
                  <a:pt x="2479" y="32"/>
                  <a:pt x="2487" y="39"/>
                  <a:pt x="2494" y="46"/>
                </a:cubicBezTo>
                <a:cubicBezTo>
                  <a:pt x="2502" y="54"/>
                  <a:pt x="2508" y="62"/>
                  <a:pt x="2514" y="70"/>
                </a:cubicBezTo>
                <a:cubicBezTo>
                  <a:pt x="2520" y="79"/>
                  <a:pt x="2525" y="88"/>
                  <a:pt x="2529" y="98"/>
                </a:cubicBezTo>
                <a:cubicBezTo>
                  <a:pt x="2533" y="107"/>
                  <a:pt x="2536" y="117"/>
                  <a:pt x="2538" y="128"/>
                </a:cubicBezTo>
                <a:cubicBezTo>
                  <a:pt x="2540" y="138"/>
                  <a:pt x="2541" y="148"/>
                  <a:pt x="2541" y="159"/>
                </a:cubicBezTo>
                <a:lnTo>
                  <a:pt x="2541" y="636"/>
                </a:lnTo>
                <a:cubicBezTo>
                  <a:pt x="2541" y="646"/>
                  <a:pt x="2540" y="657"/>
                  <a:pt x="2538" y="667"/>
                </a:cubicBezTo>
                <a:cubicBezTo>
                  <a:pt x="2536" y="677"/>
                  <a:pt x="2533" y="687"/>
                  <a:pt x="2529" y="697"/>
                </a:cubicBezTo>
                <a:cubicBezTo>
                  <a:pt x="2525" y="706"/>
                  <a:pt x="2520" y="715"/>
                  <a:pt x="2514" y="724"/>
                </a:cubicBezTo>
                <a:cubicBezTo>
                  <a:pt x="2508" y="733"/>
                  <a:pt x="2502" y="741"/>
                  <a:pt x="2494" y="748"/>
                </a:cubicBezTo>
                <a:cubicBezTo>
                  <a:pt x="2487" y="755"/>
                  <a:pt x="2479" y="762"/>
                  <a:pt x="2470" y="768"/>
                </a:cubicBezTo>
                <a:cubicBezTo>
                  <a:pt x="2462" y="774"/>
                  <a:pt x="2453" y="778"/>
                  <a:pt x="2443" y="782"/>
                </a:cubicBezTo>
                <a:cubicBezTo>
                  <a:pt x="2433" y="786"/>
                  <a:pt x="2423" y="789"/>
                  <a:pt x="2413" y="791"/>
                </a:cubicBezTo>
                <a:cubicBezTo>
                  <a:pt x="2403" y="794"/>
                  <a:pt x="2393" y="795"/>
                  <a:pt x="2382" y="795"/>
                </a:cubicBezTo>
                <a:lnTo>
                  <a:pt x="159" y="795"/>
                </a:lnTo>
                <a:cubicBezTo>
                  <a:pt x="148" y="795"/>
                  <a:pt x="138" y="794"/>
                  <a:pt x="128" y="791"/>
                </a:cubicBezTo>
                <a:cubicBezTo>
                  <a:pt x="118" y="789"/>
                  <a:pt x="108" y="786"/>
                  <a:pt x="98" y="782"/>
                </a:cubicBezTo>
                <a:cubicBezTo>
                  <a:pt x="88" y="778"/>
                  <a:pt x="79" y="774"/>
                  <a:pt x="71" y="768"/>
                </a:cubicBezTo>
                <a:cubicBezTo>
                  <a:pt x="62" y="762"/>
                  <a:pt x="54" y="755"/>
                  <a:pt x="46" y="748"/>
                </a:cubicBezTo>
                <a:cubicBezTo>
                  <a:pt x="39" y="741"/>
                  <a:pt x="33" y="733"/>
                  <a:pt x="27" y="724"/>
                </a:cubicBezTo>
                <a:cubicBezTo>
                  <a:pt x="21" y="715"/>
                  <a:pt x="16" y="706"/>
                  <a:pt x="12" y="697"/>
                </a:cubicBezTo>
                <a:cubicBezTo>
                  <a:pt x="8" y="687"/>
                  <a:pt x="5" y="677"/>
                  <a:pt x="3" y="667"/>
                </a:cubicBezTo>
                <a:cubicBezTo>
                  <a:pt x="1" y="657"/>
                  <a:pt x="0" y="646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1947960" y="416556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1218240" y="4685760"/>
            <a:ext cx="7783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SKILL.md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2062800" y="460368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5" name=""/>
          <p:cNvSpPr/>
          <p:nvPr/>
        </p:nvSpPr>
        <p:spPr>
          <a:xfrm>
            <a:off x="942840" y="50670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2117520" y="4619520"/>
            <a:ext cx="599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が必要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1147680" y="4956120"/>
            <a:ext cx="11592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project-local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2308320" y="497196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は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9" name=""/>
          <p:cNvSpPr/>
          <p:nvPr/>
        </p:nvSpPr>
        <p:spPr>
          <a:xfrm>
            <a:off x="2562120" y="4971960"/>
            <a:ext cx="1495800" cy="285840"/>
          </a:xfrm>
          <a:custGeom>
            <a:avLst/>
            <a:gdLst/>
            <a:ahLst/>
            <a:rect l="0" t="0" r="r" b="b"/>
            <a:pathLst>
              <a:path w="4155" h="794">
                <a:moveTo>
                  <a:pt x="0" y="636"/>
                </a:moveTo>
                <a:lnTo>
                  <a:pt x="0" y="159"/>
                </a:ln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8" y="108"/>
                  <a:pt x="12" y="99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996" y="0"/>
                </a:lnTo>
                <a:cubicBezTo>
                  <a:pt x="4006" y="0"/>
                  <a:pt x="4017" y="1"/>
                  <a:pt x="4027" y="3"/>
                </a:cubicBezTo>
                <a:cubicBezTo>
                  <a:pt x="4037" y="5"/>
                  <a:pt x="4047" y="8"/>
                  <a:pt x="4057" y="12"/>
                </a:cubicBezTo>
                <a:cubicBezTo>
                  <a:pt x="4066" y="16"/>
                  <a:pt x="4076" y="21"/>
                  <a:pt x="4084" y="27"/>
                </a:cubicBezTo>
                <a:cubicBezTo>
                  <a:pt x="4093" y="32"/>
                  <a:pt x="4101" y="39"/>
                  <a:pt x="4108" y="46"/>
                </a:cubicBezTo>
                <a:cubicBezTo>
                  <a:pt x="4116" y="54"/>
                  <a:pt x="4122" y="62"/>
                  <a:pt x="4128" y="71"/>
                </a:cubicBezTo>
                <a:cubicBezTo>
                  <a:pt x="4134" y="80"/>
                  <a:pt x="4139" y="89"/>
                  <a:pt x="4143" y="99"/>
                </a:cubicBezTo>
                <a:cubicBezTo>
                  <a:pt x="4147" y="108"/>
                  <a:pt x="4150" y="118"/>
                  <a:pt x="4152" y="129"/>
                </a:cubicBezTo>
                <a:cubicBezTo>
                  <a:pt x="4154" y="139"/>
                  <a:pt x="4155" y="149"/>
                  <a:pt x="4155" y="159"/>
                </a:cubicBezTo>
                <a:lnTo>
                  <a:pt x="4155" y="636"/>
                </a:lnTo>
                <a:cubicBezTo>
                  <a:pt x="4155" y="646"/>
                  <a:pt x="4154" y="656"/>
                  <a:pt x="4152" y="667"/>
                </a:cubicBezTo>
                <a:cubicBezTo>
                  <a:pt x="4150" y="677"/>
                  <a:pt x="4147" y="687"/>
                  <a:pt x="4143" y="696"/>
                </a:cubicBezTo>
                <a:cubicBezTo>
                  <a:pt x="4139" y="706"/>
                  <a:pt x="4134" y="715"/>
                  <a:pt x="4128" y="724"/>
                </a:cubicBezTo>
                <a:cubicBezTo>
                  <a:pt x="4122" y="733"/>
                  <a:pt x="4116" y="741"/>
                  <a:pt x="4108" y="748"/>
                </a:cubicBezTo>
                <a:cubicBezTo>
                  <a:pt x="4101" y="755"/>
                  <a:pt x="4093" y="762"/>
                  <a:pt x="4084" y="768"/>
                </a:cubicBezTo>
                <a:cubicBezTo>
                  <a:pt x="4076" y="774"/>
                  <a:pt x="4066" y="778"/>
                  <a:pt x="4057" y="782"/>
                </a:cubicBezTo>
                <a:cubicBezTo>
                  <a:pt x="4047" y="786"/>
                  <a:pt x="4037" y="789"/>
                  <a:pt x="4027" y="791"/>
                </a:cubicBezTo>
                <a:cubicBezTo>
                  <a:pt x="4017" y="793"/>
                  <a:pt x="4006" y="794"/>
                  <a:pt x="3996" y="794"/>
                </a:cubicBezTo>
                <a:lnTo>
                  <a:pt x="159" y="794"/>
                </a:lnTo>
                <a:cubicBezTo>
                  <a:pt x="148" y="794"/>
                  <a:pt x="138" y="793"/>
                  <a:pt x="128" y="791"/>
                </a:cubicBezTo>
                <a:cubicBezTo>
                  <a:pt x="117" y="789"/>
                  <a:pt x="107" y="786"/>
                  <a:pt x="98" y="782"/>
                </a:cubicBezTo>
                <a:cubicBezTo>
                  <a:pt x="88" y="778"/>
                  <a:pt x="79" y="774"/>
                  <a:pt x="70" y="768"/>
                </a:cubicBezTo>
                <a:cubicBezTo>
                  <a:pt x="62" y="762"/>
                  <a:pt x="54" y="755"/>
                  <a:pt x="46" y="748"/>
                </a:cubicBezTo>
                <a:cubicBezTo>
                  <a:pt x="39" y="741"/>
                  <a:pt x="32" y="733"/>
                  <a:pt x="27" y="724"/>
                </a:cubicBezTo>
                <a:cubicBezTo>
                  <a:pt x="21" y="715"/>
                  <a:pt x="16" y="706"/>
                  <a:pt x="12" y="696"/>
                </a:cubicBezTo>
                <a:cubicBezTo>
                  <a:pt x="8" y="687"/>
                  <a:pt x="5" y="677"/>
                  <a:pt x="3" y="667"/>
                </a:cubicBezTo>
                <a:cubicBezTo>
                  <a:pt x="1" y="656"/>
                  <a:pt x="0" y="646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2508480" y="495612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1" name=""/>
          <p:cNvSpPr/>
          <p:nvPr/>
        </p:nvSpPr>
        <p:spPr>
          <a:xfrm>
            <a:off x="942840" y="54194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3" y="54"/>
                  <a:pt x="22" y="42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2633760" y="5038200"/>
            <a:ext cx="13615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.claude/skills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1147680" y="5308560"/>
            <a:ext cx="6055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global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1753920" y="532440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は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5" name=""/>
          <p:cNvSpPr/>
          <p:nvPr/>
        </p:nvSpPr>
        <p:spPr>
          <a:xfrm>
            <a:off x="2009520" y="5324400"/>
            <a:ext cx="1686240" cy="285840"/>
          </a:xfrm>
          <a:custGeom>
            <a:avLst/>
            <a:gdLst/>
            <a:ahLst/>
            <a:rect l="0" t="0" r="r" b="b"/>
            <a:pathLst>
              <a:path w="4684" h="794">
                <a:moveTo>
                  <a:pt x="0" y="635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526" y="0"/>
                </a:lnTo>
                <a:cubicBezTo>
                  <a:pt x="4536" y="0"/>
                  <a:pt x="4546" y="1"/>
                  <a:pt x="4557" y="3"/>
                </a:cubicBezTo>
                <a:cubicBezTo>
                  <a:pt x="4567" y="5"/>
                  <a:pt x="4577" y="8"/>
                  <a:pt x="4586" y="12"/>
                </a:cubicBezTo>
                <a:cubicBezTo>
                  <a:pt x="4596" y="16"/>
                  <a:pt x="4605" y="21"/>
                  <a:pt x="4614" y="26"/>
                </a:cubicBezTo>
                <a:cubicBezTo>
                  <a:pt x="4622" y="32"/>
                  <a:pt x="4630" y="39"/>
                  <a:pt x="4638" y="46"/>
                </a:cubicBezTo>
                <a:cubicBezTo>
                  <a:pt x="4645" y="54"/>
                  <a:pt x="4652" y="62"/>
                  <a:pt x="4658" y="70"/>
                </a:cubicBezTo>
                <a:cubicBezTo>
                  <a:pt x="4663" y="79"/>
                  <a:pt x="4668" y="88"/>
                  <a:pt x="4672" y="98"/>
                </a:cubicBezTo>
                <a:cubicBezTo>
                  <a:pt x="4676" y="107"/>
                  <a:pt x="4679" y="117"/>
                  <a:pt x="4681" y="127"/>
                </a:cubicBezTo>
                <a:cubicBezTo>
                  <a:pt x="4683" y="138"/>
                  <a:pt x="4684" y="148"/>
                  <a:pt x="4684" y="158"/>
                </a:cubicBezTo>
                <a:lnTo>
                  <a:pt x="4684" y="635"/>
                </a:lnTo>
                <a:cubicBezTo>
                  <a:pt x="4684" y="645"/>
                  <a:pt x="4683" y="655"/>
                  <a:pt x="4681" y="666"/>
                </a:cubicBezTo>
                <a:cubicBezTo>
                  <a:pt x="4679" y="677"/>
                  <a:pt x="4676" y="687"/>
                  <a:pt x="4672" y="696"/>
                </a:cubicBezTo>
                <a:cubicBezTo>
                  <a:pt x="4668" y="706"/>
                  <a:pt x="4663" y="715"/>
                  <a:pt x="4658" y="724"/>
                </a:cubicBezTo>
                <a:cubicBezTo>
                  <a:pt x="4652" y="733"/>
                  <a:pt x="4645" y="741"/>
                  <a:pt x="4638" y="748"/>
                </a:cubicBezTo>
                <a:cubicBezTo>
                  <a:pt x="4630" y="755"/>
                  <a:pt x="4622" y="762"/>
                  <a:pt x="4614" y="768"/>
                </a:cubicBezTo>
                <a:cubicBezTo>
                  <a:pt x="4605" y="773"/>
                  <a:pt x="4596" y="778"/>
                  <a:pt x="4586" y="782"/>
                </a:cubicBezTo>
                <a:cubicBezTo>
                  <a:pt x="4577" y="786"/>
                  <a:pt x="4567" y="789"/>
                  <a:pt x="4557" y="791"/>
                </a:cubicBezTo>
                <a:cubicBezTo>
                  <a:pt x="4546" y="793"/>
                  <a:pt x="4536" y="794"/>
                  <a:pt x="4526" y="794"/>
                </a:cubicBezTo>
                <a:lnTo>
                  <a:pt x="159" y="794"/>
                </a:lnTo>
                <a:cubicBezTo>
                  <a:pt x="149" y="794"/>
                  <a:pt x="138" y="793"/>
                  <a:pt x="128" y="791"/>
                </a:cubicBezTo>
                <a:cubicBezTo>
                  <a:pt x="118" y="789"/>
                  <a:pt x="108" y="786"/>
                  <a:pt x="98" y="782"/>
                </a:cubicBezTo>
                <a:cubicBezTo>
                  <a:pt x="89" y="778"/>
                  <a:pt x="79" y="773"/>
                  <a:pt x="71" y="768"/>
                </a:cubicBezTo>
                <a:cubicBezTo>
                  <a:pt x="62" y="762"/>
                  <a:pt x="54" y="755"/>
                  <a:pt x="47" y="748"/>
                </a:cubicBezTo>
                <a:cubicBezTo>
                  <a:pt x="39" y="741"/>
                  <a:pt x="33" y="733"/>
                  <a:pt x="27" y="724"/>
                </a:cubicBezTo>
                <a:cubicBezTo>
                  <a:pt x="21" y="715"/>
                  <a:pt x="16" y="706"/>
                  <a:pt x="12" y="696"/>
                </a:cubicBezTo>
                <a:cubicBezTo>
                  <a:pt x="8" y="687"/>
                  <a:pt x="5" y="677"/>
                  <a:pt x="3" y="666"/>
                </a:cubicBezTo>
                <a:cubicBezTo>
                  <a:pt x="1" y="655"/>
                  <a:pt x="0" y="645"/>
                  <a:pt x="0" y="63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1953720" y="530856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7" name=""/>
          <p:cNvSpPr/>
          <p:nvPr/>
        </p:nvSpPr>
        <p:spPr>
          <a:xfrm>
            <a:off x="942840" y="57718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1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5"/>
                  <a:pt x="0" y="121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2079000" y="5390640"/>
            <a:ext cx="15559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~/.claude/skills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1147680" y="5661000"/>
            <a:ext cx="1675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top-level directory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2826000" y="5676840"/>
            <a:ext cx="3195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を新規作成した場合は再起動が必要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LibreOffice/26.2.2.2$Windows_AARCH64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ja-JP</dc:language>
  <cp:lastModifiedBy/>
  <cp:revision>0</cp:revision>
  <dc:subject/>
  <dc:title/>
</cp:coreProperties>
</file>