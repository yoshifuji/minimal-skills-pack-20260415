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2226600"/>
            <a:ext cx="94428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2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Codex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660680" y="2251800"/>
            <a:ext cx="3207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52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で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980360" y="2226600"/>
            <a:ext cx="73404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52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skills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" name=""/>
          <p:cNvSpPr/>
          <p:nvPr/>
        </p:nvSpPr>
        <p:spPr>
          <a:xfrm>
            <a:off x="752400" y="2914560"/>
            <a:ext cx="1972080" cy="276480"/>
          </a:xfrm>
          <a:custGeom>
            <a:avLst/>
            <a:gdLst/>
            <a:ahLst/>
            <a:rect l="0" t="0" r="r" b="b"/>
            <a:pathLst>
              <a:path w="5478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319" y="0"/>
                </a:lnTo>
                <a:cubicBezTo>
                  <a:pt x="5329" y="0"/>
                  <a:pt x="5340" y="1"/>
                  <a:pt x="5350" y="3"/>
                </a:cubicBezTo>
                <a:cubicBezTo>
                  <a:pt x="5360" y="5"/>
                  <a:pt x="5370" y="8"/>
                  <a:pt x="5380" y="12"/>
                </a:cubicBezTo>
                <a:cubicBezTo>
                  <a:pt x="5389" y="16"/>
                  <a:pt x="5398" y="21"/>
                  <a:pt x="5407" y="27"/>
                </a:cubicBezTo>
                <a:cubicBezTo>
                  <a:pt x="5416" y="32"/>
                  <a:pt x="5424" y="39"/>
                  <a:pt x="5431" y="46"/>
                </a:cubicBezTo>
                <a:cubicBezTo>
                  <a:pt x="5438" y="54"/>
                  <a:pt x="5445" y="62"/>
                  <a:pt x="5451" y="70"/>
                </a:cubicBezTo>
                <a:cubicBezTo>
                  <a:pt x="5457" y="79"/>
                  <a:pt x="5462" y="88"/>
                  <a:pt x="5465" y="98"/>
                </a:cubicBezTo>
                <a:cubicBezTo>
                  <a:pt x="5469" y="107"/>
                  <a:pt x="5472" y="117"/>
                  <a:pt x="5475" y="128"/>
                </a:cubicBezTo>
                <a:cubicBezTo>
                  <a:pt x="5477" y="138"/>
                  <a:pt x="5478" y="148"/>
                  <a:pt x="5478" y="158"/>
                </a:cubicBezTo>
                <a:lnTo>
                  <a:pt x="5478" y="608"/>
                </a:lnTo>
                <a:cubicBezTo>
                  <a:pt x="5478" y="619"/>
                  <a:pt x="5477" y="629"/>
                  <a:pt x="5475" y="639"/>
                </a:cubicBezTo>
                <a:cubicBezTo>
                  <a:pt x="5472" y="649"/>
                  <a:pt x="5469" y="659"/>
                  <a:pt x="5465" y="669"/>
                </a:cubicBezTo>
                <a:cubicBezTo>
                  <a:pt x="5462" y="679"/>
                  <a:pt x="5457" y="688"/>
                  <a:pt x="5451" y="696"/>
                </a:cubicBezTo>
                <a:cubicBezTo>
                  <a:pt x="5445" y="705"/>
                  <a:pt x="5438" y="713"/>
                  <a:pt x="5431" y="721"/>
                </a:cubicBezTo>
                <a:cubicBezTo>
                  <a:pt x="5424" y="729"/>
                  <a:pt x="5416" y="735"/>
                  <a:pt x="5407" y="741"/>
                </a:cubicBezTo>
                <a:cubicBezTo>
                  <a:pt x="5398" y="747"/>
                  <a:pt x="5389" y="752"/>
                  <a:pt x="5380" y="756"/>
                </a:cubicBezTo>
                <a:cubicBezTo>
                  <a:pt x="5370" y="760"/>
                  <a:pt x="5360" y="763"/>
                  <a:pt x="5350" y="765"/>
                </a:cubicBezTo>
                <a:cubicBezTo>
                  <a:pt x="5340" y="767"/>
                  <a:pt x="5329" y="768"/>
                  <a:pt x="5319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3"/>
                  <a:pt x="32" y="705"/>
                  <a:pt x="26" y="696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59"/>
                  <a:pt x="5" y="649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675160" y="2251800"/>
            <a:ext cx="19209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52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を使う⼿順書</a:t>
            </a:r>
            <a:endParaRPr lang="en-US" sz="252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818280" y="2980800"/>
            <a:ext cx="1847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minimal-skills-pack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727360" y="28987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782080" y="291456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747720" y="3194280"/>
            <a:ext cx="6444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Codex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373400" y="320976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で使える形にするための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569760" y="31942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"/>
          <p:cNvSpPr/>
          <p:nvPr/>
        </p:nvSpPr>
        <p:spPr>
          <a:xfrm>
            <a:off x="942840" y="37526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2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2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624480" y="320976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⼿順書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147680" y="365760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対象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" name=""/>
          <p:cNvSpPr/>
          <p:nvPr/>
        </p:nvSpPr>
        <p:spPr>
          <a:xfrm>
            <a:off x="1647720" y="3657240"/>
            <a:ext cx="819360" cy="286200"/>
          </a:xfrm>
          <a:custGeom>
            <a:avLst/>
            <a:gdLst/>
            <a:ahLst/>
            <a:rect l="0" t="0" r="r" b="b"/>
            <a:pathLst>
              <a:path w="2276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2117" y="0"/>
                </a:lnTo>
                <a:cubicBezTo>
                  <a:pt x="2128" y="0"/>
                  <a:pt x="2138" y="2"/>
                  <a:pt x="2148" y="4"/>
                </a:cubicBezTo>
                <a:cubicBezTo>
                  <a:pt x="2159" y="6"/>
                  <a:pt x="2169" y="9"/>
                  <a:pt x="2178" y="13"/>
                </a:cubicBezTo>
                <a:cubicBezTo>
                  <a:pt x="2188" y="17"/>
                  <a:pt x="2197" y="21"/>
                  <a:pt x="2206" y="27"/>
                </a:cubicBezTo>
                <a:cubicBezTo>
                  <a:pt x="2214" y="33"/>
                  <a:pt x="2222" y="40"/>
                  <a:pt x="2230" y="47"/>
                </a:cubicBezTo>
                <a:cubicBezTo>
                  <a:pt x="2237" y="54"/>
                  <a:pt x="2244" y="62"/>
                  <a:pt x="2249" y="71"/>
                </a:cubicBezTo>
                <a:cubicBezTo>
                  <a:pt x="2255" y="80"/>
                  <a:pt x="2260" y="89"/>
                  <a:pt x="2264" y="98"/>
                </a:cubicBezTo>
                <a:cubicBezTo>
                  <a:pt x="2268" y="108"/>
                  <a:pt x="2271" y="118"/>
                  <a:pt x="2273" y="128"/>
                </a:cubicBezTo>
                <a:cubicBezTo>
                  <a:pt x="2275" y="139"/>
                  <a:pt x="2276" y="149"/>
                  <a:pt x="2276" y="159"/>
                </a:cubicBezTo>
                <a:lnTo>
                  <a:pt x="2276" y="636"/>
                </a:lnTo>
                <a:cubicBezTo>
                  <a:pt x="2276" y="647"/>
                  <a:pt x="2275" y="657"/>
                  <a:pt x="2273" y="667"/>
                </a:cubicBezTo>
                <a:cubicBezTo>
                  <a:pt x="2271" y="678"/>
                  <a:pt x="2268" y="688"/>
                  <a:pt x="2264" y="697"/>
                </a:cubicBezTo>
                <a:cubicBezTo>
                  <a:pt x="2260" y="707"/>
                  <a:pt x="2255" y="716"/>
                  <a:pt x="2249" y="725"/>
                </a:cubicBezTo>
                <a:cubicBezTo>
                  <a:pt x="2244" y="733"/>
                  <a:pt x="2237" y="741"/>
                  <a:pt x="2230" y="749"/>
                </a:cubicBezTo>
                <a:cubicBezTo>
                  <a:pt x="2222" y="756"/>
                  <a:pt x="2214" y="763"/>
                  <a:pt x="2206" y="768"/>
                </a:cubicBezTo>
                <a:cubicBezTo>
                  <a:pt x="2197" y="774"/>
                  <a:pt x="2188" y="779"/>
                  <a:pt x="2178" y="783"/>
                </a:cubicBezTo>
                <a:cubicBezTo>
                  <a:pt x="2169" y="787"/>
                  <a:pt x="2159" y="790"/>
                  <a:pt x="2148" y="792"/>
                </a:cubicBezTo>
                <a:cubicBezTo>
                  <a:pt x="2138" y="794"/>
                  <a:pt x="2128" y="795"/>
                  <a:pt x="2117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547640" y="36417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716480" y="3723840"/>
            <a:ext cx="681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skills/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2464200" y="36417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2518920" y="36576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" name=""/>
          <p:cNvSpPr/>
          <p:nvPr/>
        </p:nvSpPr>
        <p:spPr>
          <a:xfrm>
            <a:off x="2771640" y="3657240"/>
            <a:ext cx="1209960" cy="286200"/>
          </a:xfrm>
          <a:custGeom>
            <a:avLst/>
            <a:gdLst/>
            <a:ahLst/>
            <a:rect l="0" t="0" r="r" b="b"/>
            <a:pathLst>
              <a:path w="3361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7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3202" y="0"/>
                </a:lnTo>
                <a:cubicBezTo>
                  <a:pt x="3213" y="0"/>
                  <a:pt x="3223" y="2"/>
                  <a:pt x="3233" y="4"/>
                </a:cubicBezTo>
                <a:cubicBezTo>
                  <a:pt x="3244" y="6"/>
                  <a:pt x="3253" y="9"/>
                  <a:pt x="3263" y="13"/>
                </a:cubicBezTo>
                <a:cubicBezTo>
                  <a:pt x="3273" y="17"/>
                  <a:pt x="3282" y="21"/>
                  <a:pt x="3291" y="27"/>
                </a:cubicBezTo>
                <a:cubicBezTo>
                  <a:pt x="3299" y="33"/>
                  <a:pt x="3307" y="40"/>
                  <a:pt x="3315" y="47"/>
                </a:cubicBezTo>
                <a:cubicBezTo>
                  <a:pt x="3322" y="54"/>
                  <a:pt x="3329" y="62"/>
                  <a:pt x="3334" y="71"/>
                </a:cubicBezTo>
                <a:cubicBezTo>
                  <a:pt x="3340" y="80"/>
                  <a:pt x="3345" y="89"/>
                  <a:pt x="3349" y="98"/>
                </a:cubicBezTo>
                <a:cubicBezTo>
                  <a:pt x="3353" y="108"/>
                  <a:pt x="3356" y="118"/>
                  <a:pt x="3358" y="128"/>
                </a:cubicBezTo>
                <a:cubicBezTo>
                  <a:pt x="3360" y="139"/>
                  <a:pt x="3361" y="149"/>
                  <a:pt x="3361" y="159"/>
                </a:cubicBezTo>
                <a:lnTo>
                  <a:pt x="3361" y="636"/>
                </a:lnTo>
                <a:cubicBezTo>
                  <a:pt x="3361" y="647"/>
                  <a:pt x="3360" y="657"/>
                  <a:pt x="3358" y="667"/>
                </a:cubicBezTo>
                <a:cubicBezTo>
                  <a:pt x="3356" y="678"/>
                  <a:pt x="3353" y="688"/>
                  <a:pt x="3349" y="697"/>
                </a:cubicBezTo>
                <a:cubicBezTo>
                  <a:pt x="3345" y="707"/>
                  <a:pt x="3340" y="716"/>
                  <a:pt x="3334" y="725"/>
                </a:cubicBezTo>
                <a:cubicBezTo>
                  <a:pt x="3329" y="733"/>
                  <a:pt x="3322" y="741"/>
                  <a:pt x="3315" y="749"/>
                </a:cubicBezTo>
                <a:cubicBezTo>
                  <a:pt x="3307" y="756"/>
                  <a:pt x="3299" y="763"/>
                  <a:pt x="3291" y="768"/>
                </a:cubicBezTo>
                <a:cubicBezTo>
                  <a:pt x="3282" y="774"/>
                  <a:pt x="3273" y="779"/>
                  <a:pt x="3263" y="783"/>
                </a:cubicBezTo>
                <a:cubicBezTo>
                  <a:pt x="3253" y="787"/>
                  <a:pt x="3244" y="790"/>
                  <a:pt x="3233" y="792"/>
                </a:cubicBezTo>
                <a:cubicBezTo>
                  <a:pt x="3223" y="794"/>
                  <a:pt x="3213" y="795"/>
                  <a:pt x="3202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8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2719080" y="36417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2844360" y="372384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979440" y="36417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034160" y="36576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234320" y="3641760"/>
            <a:ext cx="664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Codex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" name=""/>
          <p:cNvSpPr/>
          <p:nvPr/>
        </p:nvSpPr>
        <p:spPr>
          <a:xfrm>
            <a:off x="942840" y="41050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898880" y="365760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で利⽤したい⼈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147680" y="401004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前提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547640" y="3994200"/>
            <a:ext cx="1470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repository root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3020760" y="401004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" name=""/>
          <p:cNvSpPr/>
          <p:nvPr/>
        </p:nvSpPr>
        <p:spPr>
          <a:xfrm>
            <a:off x="3276360" y="4009680"/>
            <a:ext cx="4200840" cy="286200"/>
          </a:xfrm>
          <a:custGeom>
            <a:avLst/>
            <a:gdLst/>
            <a:ahLst/>
            <a:rect l="0" t="0" r="r" b="b"/>
            <a:pathLst>
              <a:path w="11669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8" y="0"/>
                  <a:pt x="159" y="0"/>
                </a:cubicBezTo>
                <a:lnTo>
                  <a:pt x="11511" y="0"/>
                </a:lnTo>
                <a:cubicBezTo>
                  <a:pt x="11521" y="0"/>
                  <a:pt x="11531" y="1"/>
                  <a:pt x="11542" y="4"/>
                </a:cubicBezTo>
                <a:cubicBezTo>
                  <a:pt x="11552" y="6"/>
                  <a:pt x="11562" y="9"/>
                  <a:pt x="11571" y="13"/>
                </a:cubicBezTo>
                <a:cubicBezTo>
                  <a:pt x="11581" y="17"/>
                  <a:pt x="11590" y="21"/>
                  <a:pt x="11599" y="27"/>
                </a:cubicBezTo>
                <a:cubicBezTo>
                  <a:pt x="11607" y="33"/>
                  <a:pt x="11615" y="40"/>
                  <a:pt x="11623" y="47"/>
                </a:cubicBezTo>
                <a:cubicBezTo>
                  <a:pt x="11630" y="54"/>
                  <a:pt x="11637" y="62"/>
                  <a:pt x="11643" y="71"/>
                </a:cubicBezTo>
                <a:cubicBezTo>
                  <a:pt x="11648" y="80"/>
                  <a:pt x="11653" y="89"/>
                  <a:pt x="11657" y="98"/>
                </a:cubicBezTo>
                <a:cubicBezTo>
                  <a:pt x="11661" y="108"/>
                  <a:pt x="11664" y="118"/>
                  <a:pt x="11666" y="128"/>
                </a:cubicBezTo>
                <a:cubicBezTo>
                  <a:pt x="11668" y="138"/>
                  <a:pt x="11669" y="149"/>
                  <a:pt x="11669" y="159"/>
                </a:cubicBezTo>
                <a:lnTo>
                  <a:pt x="11669" y="636"/>
                </a:lnTo>
                <a:cubicBezTo>
                  <a:pt x="11669" y="647"/>
                  <a:pt x="11668" y="657"/>
                  <a:pt x="11666" y="667"/>
                </a:cubicBezTo>
                <a:cubicBezTo>
                  <a:pt x="11664" y="678"/>
                  <a:pt x="11661" y="688"/>
                  <a:pt x="11657" y="697"/>
                </a:cubicBezTo>
                <a:cubicBezTo>
                  <a:pt x="11653" y="707"/>
                  <a:pt x="11648" y="716"/>
                  <a:pt x="11643" y="725"/>
                </a:cubicBezTo>
                <a:cubicBezTo>
                  <a:pt x="11637" y="733"/>
                  <a:pt x="11630" y="741"/>
                  <a:pt x="11623" y="749"/>
                </a:cubicBezTo>
                <a:cubicBezTo>
                  <a:pt x="11615" y="756"/>
                  <a:pt x="11607" y="763"/>
                  <a:pt x="11599" y="768"/>
                </a:cubicBezTo>
                <a:cubicBezTo>
                  <a:pt x="11590" y="774"/>
                  <a:pt x="11581" y="779"/>
                  <a:pt x="11571" y="783"/>
                </a:cubicBezTo>
                <a:cubicBezTo>
                  <a:pt x="11562" y="787"/>
                  <a:pt x="11552" y="790"/>
                  <a:pt x="11542" y="792"/>
                </a:cubicBezTo>
                <a:cubicBezTo>
                  <a:pt x="11531" y="794"/>
                  <a:pt x="11521" y="795"/>
                  <a:pt x="11511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79" y="774"/>
                  <a:pt x="71" y="768"/>
                </a:cubicBezTo>
                <a:cubicBezTo>
                  <a:pt x="62" y="763"/>
                  <a:pt x="54" y="756"/>
                  <a:pt x="47" y="749"/>
                </a:cubicBezTo>
                <a:cubicBezTo>
                  <a:pt x="39" y="741"/>
                  <a:pt x="33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220920" y="39942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" name=""/>
          <p:cNvSpPr/>
          <p:nvPr/>
        </p:nvSpPr>
        <p:spPr>
          <a:xfrm>
            <a:off x="942840" y="44575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346200" y="4076280"/>
            <a:ext cx="4083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147680" y="436248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確認⽇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747800" y="4346640"/>
            <a:ext cx="11192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 2026-04-15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" name=""/>
          <p:cNvSpPr/>
          <p:nvPr/>
        </p:nvSpPr>
        <p:spPr>
          <a:xfrm>
            <a:off x="942840" y="2180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47720" y="1511640"/>
            <a:ext cx="5187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前提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147680" y="2070000"/>
            <a:ext cx="384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"/>
          <p:cNvSpPr/>
          <p:nvPr/>
        </p:nvSpPr>
        <p:spPr>
          <a:xfrm>
            <a:off x="1342800" y="24764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" name=""/>
          <p:cNvSpPr/>
          <p:nvPr/>
        </p:nvSpPr>
        <p:spPr>
          <a:xfrm>
            <a:off x="1552320" y="2381040"/>
            <a:ext cx="4877280" cy="276480"/>
          </a:xfrm>
          <a:custGeom>
            <a:avLst/>
            <a:gdLst/>
            <a:ahLst/>
            <a:rect l="0" t="0" r="r" b="b"/>
            <a:pathLst>
              <a:path w="13548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3389" y="0"/>
                </a:lnTo>
                <a:cubicBezTo>
                  <a:pt x="13400" y="0"/>
                  <a:pt x="13410" y="1"/>
                  <a:pt x="13420" y="3"/>
                </a:cubicBezTo>
                <a:cubicBezTo>
                  <a:pt x="13430" y="5"/>
                  <a:pt x="13440" y="8"/>
                  <a:pt x="13450" y="12"/>
                </a:cubicBezTo>
                <a:cubicBezTo>
                  <a:pt x="13460" y="16"/>
                  <a:pt x="13469" y="21"/>
                  <a:pt x="13477" y="27"/>
                </a:cubicBezTo>
                <a:cubicBezTo>
                  <a:pt x="13486" y="33"/>
                  <a:pt x="13494" y="39"/>
                  <a:pt x="13501" y="47"/>
                </a:cubicBezTo>
                <a:cubicBezTo>
                  <a:pt x="13509" y="54"/>
                  <a:pt x="13515" y="62"/>
                  <a:pt x="13521" y="71"/>
                </a:cubicBezTo>
                <a:cubicBezTo>
                  <a:pt x="13527" y="79"/>
                  <a:pt x="13532" y="88"/>
                  <a:pt x="13536" y="98"/>
                </a:cubicBezTo>
                <a:cubicBezTo>
                  <a:pt x="13540" y="108"/>
                  <a:pt x="13543" y="118"/>
                  <a:pt x="13545" y="128"/>
                </a:cubicBezTo>
                <a:cubicBezTo>
                  <a:pt x="13547" y="138"/>
                  <a:pt x="13548" y="148"/>
                  <a:pt x="13548" y="159"/>
                </a:cubicBezTo>
                <a:lnTo>
                  <a:pt x="13548" y="609"/>
                </a:lnTo>
                <a:cubicBezTo>
                  <a:pt x="13548" y="619"/>
                  <a:pt x="13547" y="629"/>
                  <a:pt x="13545" y="640"/>
                </a:cubicBezTo>
                <a:cubicBezTo>
                  <a:pt x="13543" y="650"/>
                  <a:pt x="13540" y="660"/>
                  <a:pt x="13536" y="669"/>
                </a:cubicBezTo>
                <a:cubicBezTo>
                  <a:pt x="13532" y="680"/>
                  <a:pt x="13527" y="689"/>
                  <a:pt x="13521" y="698"/>
                </a:cubicBezTo>
                <a:cubicBezTo>
                  <a:pt x="13515" y="706"/>
                  <a:pt x="13509" y="715"/>
                  <a:pt x="13501" y="722"/>
                </a:cubicBezTo>
                <a:cubicBezTo>
                  <a:pt x="13494" y="729"/>
                  <a:pt x="13486" y="736"/>
                  <a:pt x="13477" y="742"/>
                </a:cubicBezTo>
                <a:cubicBezTo>
                  <a:pt x="13469" y="747"/>
                  <a:pt x="13460" y="752"/>
                  <a:pt x="13450" y="756"/>
                </a:cubicBezTo>
                <a:cubicBezTo>
                  <a:pt x="13440" y="760"/>
                  <a:pt x="13430" y="763"/>
                  <a:pt x="13420" y="765"/>
                </a:cubicBezTo>
                <a:cubicBezTo>
                  <a:pt x="13410" y="767"/>
                  <a:pt x="13400" y="768"/>
                  <a:pt x="13389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6"/>
                  <a:pt x="27" y="698"/>
                </a:cubicBezTo>
                <a:cubicBezTo>
                  <a:pt x="21" y="689"/>
                  <a:pt x="16" y="680"/>
                  <a:pt x="12" y="669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29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532160" y="208584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本体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" name=""/>
          <p:cNvSpPr/>
          <p:nvPr/>
        </p:nvSpPr>
        <p:spPr>
          <a:xfrm>
            <a:off x="94284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618200" y="2447640"/>
            <a:ext cx="4763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"/>
          <p:cNvSpPr/>
          <p:nvPr/>
        </p:nvSpPr>
        <p:spPr>
          <a:xfrm>
            <a:off x="1342800" y="3114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"/>
          <p:cNvSpPr/>
          <p:nvPr/>
        </p:nvSpPr>
        <p:spPr>
          <a:xfrm>
            <a:off x="1552320" y="3028680"/>
            <a:ext cx="5267880" cy="276840"/>
          </a:xfrm>
          <a:custGeom>
            <a:avLst/>
            <a:gdLst/>
            <a:ahLst/>
            <a:rect l="0" t="0" r="r" b="b"/>
            <a:pathLst>
              <a:path w="14633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4474" y="0"/>
                </a:lnTo>
                <a:cubicBezTo>
                  <a:pt x="14484" y="0"/>
                  <a:pt x="14495" y="1"/>
                  <a:pt x="14505" y="3"/>
                </a:cubicBezTo>
                <a:cubicBezTo>
                  <a:pt x="14515" y="5"/>
                  <a:pt x="14525" y="8"/>
                  <a:pt x="14535" y="12"/>
                </a:cubicBezTo>
                <a:cubicBezTo>
                  <a:pt x="14544" y="16"/>
                  <a:pt x="14553" y="21"/>
                  <a:pt x="14562" y="27"/>
                </a:cubicBezTo>
                <a:cubicBezTo>
                  <a:pt x="14571" y="33"/>
                  <a:pt x="14579" y="39"/>
                  <a:pt x="14586" y="47"/>
                </a:cubicBezTo>
                <a:cubicBezTo>
                  <a:pt x="14594" y="54"/>
                  <a:pt x="14600" y="62"/>
                  <a:pt x="14606" y="71"/>
                </a:cubicBezTo>
                <a:cubicBezTo>
                  <a:pt x="14612" y="79"/>
                  <a:pt x="14617" y="89"/>
                  <a:pt x="14621" y="98"/>
                </a:cubicBezTo>
                <a:cubicBezTo>
                  <a:pt x="14625" y="108"/>
                  <a:pt x="14628" y="118"/>
                  <a:pt x="14630" y="128"/>
                </a:cubicBezTo>
                <a:cubicBezTo>
                  <a:pt x="14632" y="138"/>
                  <a:pt x="14633" y="149"/>
                  <a:pt x="14633" y="159"/>
                </a:cubicBezTo>
                <a:lnTo>
                  <a:pt x="14633" y="610"/>
                </a:lnTo>
                <a:cubicBezTo>
                  <a:pt x="14633" y="620"/>
                  <a:pt x="14632" y="631"/>
                  <a:pt x="14630" y="641"/>
                </a:cubicBezTo>
                <a:cubicBezTo>
                  <a:pt x="14628" y="651"/>
                  <a:pt x="14625" y="661"/>
                  <a:pt x="14621" y="671"/>
                </a:cubicBezTo>
                <a:cubicBezTo>
                  <a:pt x="14617" y="680"/>
                  <a:pt x="14612" y="689"/>
                  <a:pt x="14606" y="698"/>
                </a:cubicBezTo>
                <a:cubicBezTo>
                  <a:pt x="14600" y="707"/>
                  <a:pt x="14594" y="715"/>
                  <a:pt x="14586" y="722"/>
                </a:cubicBezTo>
                <a:cubicBezTo>
                  <a:pt x="14579" y="729"/>
                  <a:pt x="14571" y="736"/>
                  <a:pt x="14562" y="742"/>
                </a:cubicBezTo>
                <a:cubicBezTo>
                  <a:pt x="14553" y="748"/>
                  <a:pt x="14544" y="752"/>
                  <a:pt x="14535" y="756"/>
                </a:cubicBezTo>
                <a:cubicBezTo>
                  <a:pt x="14525" y="760"/>
                  <a:pt x="14515" y="763"/>
                  <a:pt x="14505" y="765"/>
                </a:cubicBezTo>
                <a:cubicBezTo>
                  <a:pt x="14495" y="768"/>
                  <a:pt x="14484" y="769"/>
                  <a:pt x="14474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147680" y="2733840"/>
            <a:ext cx="79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参照資料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" name=""/>
          <p:cNvSpPr/>
          <p:nvPr/>
        </p:nvSpPr>
        <p:spPr>
          <a:xfrm>
            <a:off x="942840" y="34668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618200" y="3095280"/>
            <a:ext cx="5152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C:\Users\username\work\minimal-skills-pack\references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147680" y="3355920"/>
            <a:ext cx="60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Codex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" name=""/>
          <p:cNvSpPr/>
          <p:nvPr/>
        </p:nvSpPr>
        <p:spPr>
          <a:xfrm>
            <a:off x="1342800" y="37623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199" y="159"/>
                  <a:pt x="192" y="170"/>
                  <a:pt x="182" y="180"/>
                </a:cubicBezTo>
                <a:cubicBezTo>
                  <a:pt x="171" y="190"/>
                  <a:pt x="159" y="198"/>
                  <a:pt x="146" y="203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3"/>
                </a:cubicBezTo>
                <a:cubicBezTo>
                  <a:pt x="52" y="198"/>
                  <a:pt x="41" y="190"/>
                  <a:pt x="31" y="180"/>
                </a:cubicBezTo>
                <a:cubicBezTo>
                  <a:pt x="21" y="170"/>
                  <a:pt x="14" y="159"/>
                  <a:pt x="8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0"/>
                  <a:pt x="199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" name=""/>
          <p:cNvSpPr/>
          <p:nvPr/>
        </p:nvSpPr>
        <p:spPr>
          <a:xfrm>
            <a:off x="1552320" y="3666960"/>
            <a:ext cx="1686240" cy="276480"/>
          </a:xfrm>
          <a:custGeom>
            <a:avLst/>
            <a:gdLst/>
            <a:ahLst/>
            <a:rect l="0" t="0" r="r" b="b"/>
            <a:pathLst>
              <a:path w="4684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526" y="0"/>
                </a:lnTo>
                <a:cubicBezTo>
                  <a:pt x="4536" y="0"/>
                  <a:pt x="4546" y="1"/>
                  <a:pt x="4557" y="3"/>
                </a:cubicBezTo>
                <a:cubicBezTo>
                  <a:pt x="4567" y="5"/>
                  <a:pt x="4577" y="8"/>
                  <a:pt x="4586" y="12"/>
                </a:cubicBezTo>
                <a:cubicBezTo>
                  <a:pt x="4596" y="16"/>
                  <a:pt x="4605" y="21"/>
                  <a:pt x="4614" y="27"/>
                </a:cubicBezTo>
                <a:cubicBezTo>
                  <a:pt x="4622" y="33"/>
                  <a:pt x="4630" y="39"/>
                  <a:pt x="4638" y="46"/>
                </a:cubicBezTo>
                <a:cubicBezTo>
                  <a:pt x="4645" y="54"/>
                  <a:pt x="4652" y="62"/>
                  <a:pt x="4658" y="71"/>
                </a:cubicBezTo>
                <a:cubicBezTo>
                  <a:pt x="4663" y="79"/>
                  <a:pt x="4668" y="88"/>
                  <a:pt x="4672" y="98"/>
                </a:cubicBezTo>
                <a:cubicBezTo>
                  <a:pt x="4676" y="108"/>
                  <a:pt x="4679" y="118"/>
                  <a:pt x="4681" y="128"/>
                </a:cubicBezTo>
                <a:cubicBezTo>
                  <a:pt x="4683" y="138"/>
                  <a:pt x="4684" y="148"/>
                  <a:pt x="4684" y="159"/>
                </a:cubicBezTo>
                <a:lnTo>
                  <a:pt x="4684" y="609"/>
                </a:lnTo>
                <a:cubicBezTo>
                  <a:pt x="4684" y="620"/>
                  <a:pt x="4683" y="630"/>
                  <a:pt x="4681" y="640"/>
                </a:cubicBezTo>
                <a:cubicBezTo>
                  <a:pt x="4679" y="651"/>
                  <a:pt x="4676" y="661"/>
                  <a:pt x="4672" y="670"/>
                </a:cubicBezTo>
                <a:cubicBezTo>
                  <a:pt x="4668" y="680"/>
                  <a:pt x="4663" y="689"/>
                  <a:pt x="4658" y="698"/>
                </a:cubicBezTo>
                <a:cubicBezTo>
                  <a:pt x="4652" y="706"/>
                  <a:pt x="4645" y="714"/>
                  <a:pt x="4638" y="722"/>
                </a:cubicBezTo>
                <a:cubicBezTo>
                  <a:pt x="4630" y="729"/>
                  <a:pt x="4622" y="736"/>
                  <a:pt x="4614" y="741"/>
                </a:cubicBezTo>
                <a:cubicBezTo>
                  <a:pt x="4605" y="747"/>
                  <a:pt x="4596" y="752"/>
                  <a:pt x="4586" y="756"/>
                </a:cubicBezTo>
                <a:cubicBezTo>
                  <a:pt x="4577" y="760"/>
                  <a:pt x="4567" y="763"/>
                  <a:pt x="4557" y="765"/>
                </a:cubicBezTo>
                <a:cubicBezTo>
                  <a:pt x="4546" y="767"/>
                  <a:pt x="4536" y="768"/>
                  <a:pt x="4526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757880" y="337176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⽤の配置先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" name=""/>
          <p:cNvSpPr/>
          <p:nvPr/>
        </p:nvSpPr>
        <p:spPr>
          <a:xfrm>
            <a:off x="1342800" y="4114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9"/>
                </a:cubicBezTo>
                <a:cubicBezTo>
                  <a:pt x="159" y="14"/>
                  <a:pt x="171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" name=""/>
          <p:cNvSpPr/>
          <p:nvPr/>
        </p:nvSpPr>
        <p:spPr>
          <a:xfrm>
            <a:off x="1552320" y="4019400"/>
            <a:ext cx="2076840" cy="276480"/>
          </a:xfrm>
          <a:custGeom>
            <a:avLst/>
            <a:gdLst/>
            <a:ahLst/>
            <a:rect l="0" t="0" r="r" b="b"/>
            <a:pathLst>
              <a:path w="5769" h="768">
                <a:moveTo>
                  <a:pt x="0" y="608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610" y="0"/>
                </a:lnTo>
                <a:cubicBezTo>
                  <a:pt x="5621" y="0"/>
                  <a:pt x="5631" y="1"/>
                  <a:pt x="5641" y="3"/>
                </a:cubicBezTo>
                <a:cubicBezTo>
                  <a:pt x="5652" y="5"/>
                  <a:pt x="5661" y="8"/>
                  <a:pt x="5671" y="12"/>
                </a:cubicBezTo>
                <a:cubicBezTo>
                  <a:pt x="5681" y="16"/>
                  <a:pt x="5690" y="21"/>
                  <a:pt x="5699" y="27"/>
                </a:cubicBezTo>
                <a:cubicBezTo>
                  <a:pt x="5707" y="32"/>
                  <a:pt x="5715" y="39"/>
                  <a:pt x="5723" y="46"/>
                </a:cubicBezTo>
                <a:cubicBezTo>
                  <a:pt x="5730" y="54"/>
                  <a:pt x="5737" y="62"/>
                  <a:pt x="5742" y="70"/>
                </a:cubicBezTo>
                <a:cubicBezTo>
                  <a:pt x="5748" y="79"/>
                  <a:pt x="5753" y="88"/>
                  <a:pt x="5757" y="98"/>
                </a:cubicBezTo>
                <a:cubicBezTo>
                  <a:pt x="5761" y="108"/>
                  <a:pt x="5764" y="117"/>
                  <a:pt x="5766" y="128"/>
                </a:cubicBezTo>
                <a:cubicBezTo>
                  <a:pt x="5768" y="138"/>
                  <a:pt x="5769" y="148"/>
                  <a:pt x="5769" y="159"/>
                </a:cubicBezTo>
                <a:lnTo>
                  <a:pt x="5769" y="608"/>
                </a:lnTo>
                <a:cubicBezTo>
                  <a:pt x="5769" y="619"/>
                  <a:pt x="5768" y="629"/>
                  <a:pt x="5766" y="639"/>
                </a:cubicBezTo>
                <a:cubicBezTo>
                  <a:pt x="5764" y="650"/>
                  <a:pt x="5761" y="660"/>
                  <a:pt x="5757" y="669"/>
                </a:cubicBezTo>
                <a:cubicBezTo>
                  <a:pt x="5753" y="679"/>
                  <a:pt x="5748" y="688"/>
                  <a:pt x="5742" y="697"/>
                </a:cubicBezTo>
                <a:cubicBezTo>
                  <a:pt x="5737" y="705"/>
                  <a:pt x="5730" y="713"/>
                  <a:pt x="5723" y="721"/>
                </a:cubicBezTo>
                <a:cubicBezTo>
                  <a:pt x="5715" y="729"/>
                  <a:pt x="5707" y="736"/>
                  <a:pt x="5699" y="741"/>
                </a:cubicBezTo>
                <a:cubicBezTo>
                  <a:pt x="5690" y="747"/>
                  <a:pt x="5681" y="752"/>
                  <a:pt x="5671" y="756"/>
                </a:cubicBezTo>
                <a:cubicBezTo>
                  <a:pt x="5661" y="760"/>
                  <a:pt x="5652" y="763"/>
                  <a:pt x="5641" y="765"/>
                </a:cubicBezTo>
                <a:cubicBezTo>
                  <a:pt x="5631" y="767"/>
                  <a:pt x="5621" y="768"/>
                  <a:pt x="5610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1"/>
                </a:cubicBezTo>
                <a:cubicBezTo>
                  <a:pt x="62" y="736"/>
                  <a:pt x="54" y="729"/>
                  <a:pt x="47" y="721"/>
                </a:cubicBezTo>
                <a:cubicBezTo>
                  <a:pt x="39" y="713"/>
                  <a:pt x="33" y="705"/>
                  <a:pt x="27" y="697"/>
                </a:cubicBezTo>
                <a:cubicBezTo>
                  <a:pt x="21" y="688"/>
                  <a:pt x="16" y="679"/>
                  <a:pt x="12" y="669"/>
                </a:cubicBezTo>
                <a:cubicBezTo>
                  <a:pt x="8" y="660"/>
                  <a:pt x="5" y="650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618200" y="3733560"/>
            <a:ext cx="1555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618200" y="4085640"/>
            <a:ext cx="1944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./.agents/references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47720" y="447660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1147680" y="4461120"/>
            <a:ext cx="1001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151000" y="44766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" name=""/>
          <p:cNvSpPr/>
          <p:nvPr/>
        </p:nvSpPr>
        <p:spPr>
          <a:xfrm>
            <a:off x="2409480" y="4476600"/>
            <a:ext cx="914760" cy="276480"/>
          </a:xfrm>
          <a:custGeom>
            <a:avLst/>
            <a:gdLst/>
            <a:ahLst/>
            <a:rect l="0" t="0" r="r" b="b"/>
            <a:pathLst>
              <a:path w="2541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383" y="0"/>
                </a:lnTo>
                <a:cubicBezTo>
                  <a:pt x="2393" y="0"/>
                  <a:pt x="2403" y="1"/>
                  <a:pt x="2414" y="3"/>
                </a:cubicBezTo>
                <a:cubicBezTo>
                  <a:pt x="2424" y="5"/>
                  <a:pt x="2434" y="8"/>
                  <a:pt x="2443" y="12"/>
                </a:cubicBezTo>
                <a:cubicBezTo>
                  <a:pt x="2453" y="16"/>
                  <a:pt x="2462" y="21"/>
                  <a:pt x="2471" y="27"/>
                </a:cubicBezTo>
                <a:cubicBezTo>
                  <a:pt x="2480" y="32"/>
                  <a:pt x="2488" y="39"/>
                  <a:pt x="2495" y="46"/>
                </a:cubicBezTo>
                <a:cubicBezTo>
                  <a:pt x="2502" y="54"/>
                  <a:pt x="2509" y="62"/>
                  <a:pt x="2515" y="70"/>
                </a:cubicBezTo>
                <a:cubicBezTo>
                  <a:pt x="2520" y="79"/>
                  <a:pt x="2525" y="88"/>
                  <a:pt x="2529" y="98"/>
                </a:cubicBezTo>
                <a:cubicBezTo>
                  <a:pt x="2533" y="108"/>
                  <a:pt x="2536" y="117"/>
                  <a:pt x="2538" y="128"/>
                </a:cubicBezTo>
                <a:cubicBezTo>
                  <a:pt x="2540" y="138"/>
                  <a:pt x="2541" y="148"/>
                  <a:pt x="2541" y="159"/>
                </a:cubicBezTo>
                <a:lnTo>
                  <a:pt x="2541" y="609"/>
                </a:lnTo>
                <a:cubicBezTo>
                  <a:pt x="2541" y="620"/>
                  <a:pt x="2540" y="630"/>
                  <a:pt x="2538" y="640"/>
                </a:cubicBezTo>
                <a:cubicBezTo>
                  <a:pt x="2536" y="651"/>
                  <a:pt x="2533" y="661"/>
                  <a:pt x="2529" y="670"/>
                </a:cubicBezTo>
                <a:cubicBezTo>
                  <a:pt x="2525" y="680"/>
                  <a:pt x="2520" y="689"/>
                  <a:pt x="2515" y="698"/>
                </a:cubicBezTo>
                <a:cubicBezTo>
                  <a:pt x="2509" y="706"/>
                  <a:pt x="2502" y="714"/>
                  <a:pt x="2495" y="722"/>
                </a:cubicBezTo>
                <a:cubicBezTo>
                  <a:pt x="2488" y="729"/>
                  <a:pt x="2480" y="736"/>
                  <a:pt x="2471" y="741"/>
                </a:cubicBezTo>
                <a:cubicBezTo>
                  <a:pt x="2462" y="747"/>
                  <a:pt x="2453" y="752"/>
                  <a:pt x="2443" y="756"/>
                </a:cubicBezTo>
                <a:cubicBezTo>
                  <a:pt x="2434" y="760"/>
                  <a:pt x="2424" y="763"/>
                  <a:pt x="2414" y="765"/>
                </a:cubicBezTo>
                <a:cubicBezTo>
                  <a:pt x="2403" y="767"/>
                  <a:pt x="2393" y="768"/>
                  <a:pt x="2383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40" y="714"/>
                  <a:pt x="33" y="706"/>
                  <a:pt x="27" y="698"/>
                </a:cubicBezTo>
                <a:cubicBezTo>
                  <a:pt x="21" y="689"/>
                  <a:pt x="17" y="680"/>
                  <a:pt x="13" y="670"/>
                </a:cubicBezTo>
                <a:cubicBezTo>
                  <a:pt x="9" y="661"/>
                  <a:pt x="6" y="651"/>
                  <a:pt x="4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2350800" y="4461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476080" y="4542840"/>
            <a:ext cx="778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3321000" y="4461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" name=""/>
          <p:cNvSpPr/>
          <p:nvPr/>
        </p:nvSpPr>
        <p:spPr>
          <a:xfrm>
            <a:off x="752400" y="4781520"/>
            <a:ext cx="2076840" cy="276480"/>
          </a:xfrm>
          <a:custGeom>
            <a:avLst/>
            <a:gdLst/>
            <a:ahLst/>
            <a:rect l="0" t="0" r="r" b="b"/>
            <a:pathLst>
              <a:path w="5769" h="768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610" y="0"/>
                </a:lnTo>
                <a:cubicBezTo>
                  <a:pt x="5620" y="0"/>
                  <a:pt x="5631" y="1"/>
                  <a:pt x="5641" y="3"/>
                </a:cubicBezTo>
                <a:cubicBezTo>
                  <a:pt x="5651" y="5"/>
                  <a:pt x="5661" y="8"/>
                  <a:pt x="5671" y="12"/>
                </a:cubicBezTo>
                <a:cubicBezTo>
                  <a:pt x="5680" y="16"/>
                  <a:pt x="5689" y="21"/>
                  <a:pt x="5698" y="26"/>
                </a:cubicBezTo>
                <a:cubicBezTo>
                  <a:pt x="5707" y="32"/>
                  <a:pt x="5715" y="39"/>
                  <a:pt x="5722" y="46"/>
                </a:cubicBezTo>
                <a:cubicBezTo>
                  <a:pt x="5729" y="53"/>
                  <a:pt x="5736" y="61"/>
                  <a:pt x="5742" y="70"/>
                </a:cubicBezTo>
                <a:cubicBezTo>
                  <a:pt x="5748" y="79"/>
                  <a:pt x="5753" y="88"/>
                  <a:pt x="5757" y="98"/>
                </a:cubicBezTo>
                <a:cubicBezTo>
                  <a:pt x="5761" y="107"/>
                  <a:pt x="5764" y="117"/>
                  <a:pt x="5766" y="127"/>
                </a:cubicBezTo>
                <a:cubicBezTo>
                  <a:pt x="5768" y="138"/>
                  <a:pt x="5769" y="149"/>
                  <a:pt x="5769" y="159"/>
                </a:cubicBezTo>
                <a:lnTo>
                  <a:pt x="5769" y="609"/>
                </a:lnTo>
                <a:cubicBezTo>
                  <a:pt x="5769" y="620"/>
                  <a:pt x="5768" y="630"/>
                  <a:pt x="5766" y="640"/>
                </a:cubicBezTo>
                <a:cubicBezTo>
                  <a:pt x="5764" y="650"/>
                  <a:pt x="5761" y="660"/>
                  <a:pt x="5757" y="670"/>
                </a:cubicBezTo>
                <a:cubicBezTo>
                  <a:pt x="5753" y="680"/>
                  <a:pt x="5748" y="689"/>
                  <a:pt x="5742" y="697"/>
                </a:cubicBezTo>
                <a:cubicBezTo>
                  <a:pt x="5736" y="706"/>
                  <a:pt x="5729" y="714"/>
                  <a:pt x="5722" y="721"/>
                </a:cubicBezTo>
                <a:cubicBezTo>
                  <a:pt x="5715" y="729"/>
                  <a:pt x="5707" y="735"/>
                  <a:pt x="5698" y="741"/>
                </a:cubicBezTo>
                <a:cubicBezTo>
                  <a:pt x="5689" y="747"/>
                  <a:pt x="5680" y="752"/>
                  <a:pt x="5671" y="756"/>
                </a:cubicBezTo>
                <a:cubicBezTo>
                  <a:pt x="5661" y="760"/>
                  <a:pt x="5651" y="763"/>
                  <a:pt x="5641" y="765"/>
                </a:cubicBezTo>
                <a:cubicBezTo>
                  <a:pt x="5631" y="767"/>
                  <a:pt x="5620" y="768"/>
                  <a:pt x="5610" y="768"/>
                </a:cubicBezTo>
                <a:lnTo>
                  <a:pt x="158" y="768"/>
                </a:lnTo>
                <a:cubicBezTo>
                  <a:pt x="148" y="768"/>
                  <a:pt x="138" y="767"/>
                  <a:pt x="127" y="765"/>
                </a:cubicBezTo>
                <a:cubicBezTo>
                  <a:pt x="117" y="763"/>
                  <a:pt x="107" y="760"/>
                  <a:pt x="98" y="756"/>
                </a:cubicBezTo>
                <a:cubicBezTo>
                  <a:pt x="88" y="752"/>
                  <a:pt x="79" y="747"/>
                  <a:pt x="70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2" y="706"/>
                  <a:pt x="26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375720" y="44766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18280" y="4847760"/>
            <a:ext cx="1944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../../references/...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824200" y="47563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2878920" y="4772160"/>
            <a:ext cx="199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を参照する前提です。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747720" y="5076720"/>
            <a:ext cx="79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そのため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" name=""/>
          <p:cNvSpPr/>
          <p:nvPr/>
        </p:nvSpPr>
        <p:spPr>
          <a:xfrm>
            <a:off x="1599840" y="5076720"/>
            <a:ext cx="724320" cy="286200"/>
          </a:xfrm>
          <a:custGeom>
            <a:avLst/>
            <a:gdLst/>
            <a:ahLst/>
            <a:rect l="0" t="0" r="r" b="b"/>
            <a:pathLst>
              <a:path w="2012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2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854" y="0"/>
                </a:lnTo>
                <a:cubicBezTo>
                  <a:pt x="1864" y="0"/>
                  <a:pt x="1874" y="1"/>
                  <a:pt x="1885" y="3"/>
                </a:cubicBezTo>
                <a:cubicBezTo>
                  <a:pt x="1895" y="5"/>
                  <a:pt x="1905" y="8"/>
                  <a:pt x="1914" y="12"/>
                </a:cubicBezTo>
                <a:cubicBezTo>
                  <a:pt x="1924" y="16"/>
                  <a:pt x="1933" y="21"/>
                  <a:pt x="1942" y="27"/>
                </a:cubicBezTo>
                <a:cubicBezTo>
                  <a:pt x="1950" y="32"/>
                  <a:pt x="1958" y="39"/>
                  <a:pt x="1966" y="46"/>
                </a:cubicBezTo>
                <a:cubicBezTo>
                  <a:pt x="1973" y="54"/>
                  <a:pt x="1980" y="62"/>
                  <a:pt x="1986" y="70"/>
                </a:cubicBezTo>
                <a:cubicBezTo>
                  <a:pt x="1991" y="79"/>
                  <a:pt x="1996" y="88"/>
                  <a:pt x="2000" y="98"/>
                </a:cubicBezTo>
                <a:cubicBezTo>
                  <a:pt x="2004" y="107"/>
                  <a:pt x="2007" y="117"/>
                  <a:pt x="2009" y="128"/>
                </a:cubicBezTo>
                <a:cubicBezTo>
                  <a:pt x="2011" y="138"/>
                  <a:pt x="2012" y="148"/>
                  <a:pt x="2012" y="159"/>
                </a:cubicBezTo>
                <a:lnTo>
                  <a:pt x="2012" y="636"/>
                </a:lnTo>
                <a:cubicBezTo>
                  <a:pt x="2012" y="646"/>
                  <a:pt x="2011" y="657"/>
                  <a:pt x="2009" y="667"/>
                </a:cubicBezTo>
                <a:cubicBezTo>
                  <a:pt x="2007" y="677"/>
                  <a:pt x="2004" y="687"/>
                  <a:pt x="2000" y="697"/>
                </a:cubicBezTo>
                <a:cubicBezTo>
                  <a:pt x="1996" y="706"/>
                  <a:pt x="1991" y="715"/>
                  <a:pt x="1986" y="724"/>
                </a:cubicBezTo>
                <a:cubicBezTo>
                  <a:pt x="1980" y="733"/>
                  <a:pt x="1973" y="741"/>
                  <a:pt x="1966" y="748"/>
                </a:cubicBezTo>
                <a:cubicBezTo>
                  <a:pt x="1958" y="755"/>
                  <a:pt x="1950" y="762"/>
                  <a:pt x="1942" y="768"/>
                </a:cubicBezTo>
                <a:cubicBezTo>
                  <a:pt x="1933" y="774"/>
                  <a:pt x="1924" y="778"/>
                  <a:pt x="1914" y="782"/>
                </a:cubicBezTo>
                <a:cubicBezTo>
                  <a:pt x="1905" y="786"/>
                  <a:pt x="1895" y="789"/>
                  <a:pt x="1885" y="791"/>
                </a:cubicBezTo>
                <a:cubicBezTo>
                  <a:pt x="1874" y="794"/>
                  <a:pt x="1864" y="795"/>
                  <a:pt x="1854" y="795"/>
                </a:cubicBezTo>
                <a:lnTo>
                  <a:pt x="159" y="795"/>
                </a:lnTo>
                <a:cubicBezTo>
                  <a:pt x="149" y="795"/>
                  <a:pt x="139" y="794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9" y="778"/>
                  <a:pt x="80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5"/>
                  <a:pt x="17" y="706"/>
                  <a:pt x="13" y="697"/>
                </a:cubicBezTo>
                <a:cubicBezTo>
                  <a:pt x="9" y="687"/>
                  <a:pt x="6" y="677"/>
                  <a:pt x="4" y="667"/>
                </a:cubicBezTo>
                <a:cubicBezTo>
                  <a:pt x="2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54764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673280" y="5142960"/>
            <a:ext cx="583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32416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379240" y="507672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" name=""/>
          <p:cNvSpPr/>
          <p:nvPr/>
        </p:nvSpPr>
        <p:spPr>
          <a:xfrm>
            <a:off x="2638080" y="5076720"/>
            <a:ext cx="1105560" cy="286200"/>
          </a:xfrm>
          <a:custGeom>
            <a:avLst/>
            <a:gdLst/>
            <a:ahLst/>
            <a:rect l="0" t="0" r="r" b="b"/>
            <a:pathLst>
              <a:path w="3071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912" y="0"/>
                </a:lnTo>
                <a:cubicBezTo>
                  <a:pt x="2922" y="0"/>
                  <a:pt x="2933" y="1"/>
                  <a:pt x="2943" y="3"/>
                </a:cubicBezTo>
                <a:cubicBezTo>
                  <a:pt x="2953" y="5"/>
                  <a:pt x="2963" y="8"/>
                  <a:pt x="2973" y="12"/>
                </a:cubicBezTo>
                <a:cubicBezTo>
                  <a:pt x="2982" y="16"/>
                  <a:pt x="2991" y="21"/>
                  <a:pt x="3000" y="27"/>
                </a:cubicBezTo>
                <a:cubicBezTo>
                  <a:pt x="3009" y="32"/>
                  <a:pt x="3017" y="39"/>
                  <a:pt x="3024" y="46"/>
                </a:cubicBezTo>
                <a:cubicBezTo>
                  <a:pt x="3031" y="54"/>
                  <a:pt x="3038" y="62"/>
                  <a:pt x="3044" y="70"/>
                </a:cubicBezTo>
                <a:cubicBezTo>
                  <a:pt x="3050" y="79"/>
                  <a:pt x="3055" y="88"/>
                  <a:pt x="3059" y="98"/>
                </a:cubicBezTo>
                <a:cubicBezTo>
                  <a:pt x="3063" y="107"/>
                  <a:pt x="3066" y="117"/>
                  <a:pt x="3068" y="128"/>
                </a:cubicBezTo>
                <a:cubicBezTo>
                  <a:pt x="3070" y="138"/>
                  <a:pt x="3071" y="148"/>
                  <a:pt x="3071" y="159"/>
                </a:cubicBezTo>
                <a:lnTo>
                  <a:pt x="3071" y="636"/>
                </a:lnTo>
                <a:cubicBezTo>
                  <a:pt x="3071" y="646"/>
                  <a:pt x="3070" y="657"/>
                  <a:pt x="3068" y="667"/>
                </a:cubicBezTo>
                <a:cubicBezTo>
                  <a:pt x="3066" y="677"/>
                  <a:pt x="3063" y="687"/>
                  <a:pt x="3059" y="697"/>
                </a:cubicBezTo>
                <a:cubicBezTo>
                  <a:pt x="3055" y="706"/>
                  <a:pt x="3050" y="715"/>
                  <a:pt x="3044" y="724"/>
                </a:cubicBezTo>
                <a:cubicBezTo>
                  <a:pt x="3038" y="733"/>
                  <a:pt x="3031" y="741"/>
                  <a:pt x="3024" y="748"/>
                </a:cubicBezTo>
                <a:cubicBezTo>
                  <a:pt x="3017" y="755"/>
                  <a:pt x="3009" y="762"/>
                  <a:pt x="3000" y="768"/>
                </a:cubicBezTo>
                <a:cubicBezTo>
                  <a:pt x="2991" y="774"/>
                  <a:pt x="2982" y="778"/>
                  <a:pt x="2973" y="782"/>
                </a:cubicBezTo>
                <a:cubicBezTo>
                  <a:pt x="2963" y="786"/>
                  <a:pt x="2953" y="789"/>
                  <a:pt x="2943" y="791"/>
                </a:cubicBezTo>
                <a:cubicBezTo>
                  <a:pt x="2933" y="794"/>
                  <a:pt x="2922" y="795"/>
                  <a:pt x="2912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1"/>
                </a:cubicBezTo>
                <a:cubicBezTo>
                  <a:pt x="118" y="789"/>
                  <a:pt x="108" y="786"/>
                  <a:pt x="98" y="782"/>
                </a:cubicBezTo>
                <a:cubicBezTo>
                  <a:pt x="89" y="778"/>
                  <a:pt x="80" y="774"/>
                  <a:pt x="71" y="768"/>
                </a:cubicBezTo>
                <a:cubicBezTo>
                  <a:pt x="62" y="762"/>
                  <a:pt x="54" y="755"/>
                  <a:pt x="47" y="748"/>
                </a:cubicBezTo>
                <a:cubicBezTo>
                  <a:pt x="40" y="741"/>
                  <a:pt x="33" y="733"/>
                  <a:pt x="27" y="724"/>
                </a:cubicBezTo>
                <a:cubicBezTo>
                  <a:pt x="21" y="715"/>
                  <a:pt x="17" y="706"/>
                  <a:pt x="13" y="697"/>
                </a:cubicBezTo>
                <a:cubicBezTo>
                  <a:pt x="9" y="687"/>
                  <a:pt x="6" y="677"/>
                  <a:pt x="4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257940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704680" y="5142960"/>
            <a:ext cx="972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1" u="none" strike="noStrike">
                <a:solidFill>
                  <a:srgbClr val="1D4ED8"/>
                </a:solidFill>
                <a:effectLst/>
                <a:uFillTx/>
                <a:latin typeface="Consolas"/>
                <a:ea typeface="Consolas"/>
              </a:rPr>
              <a:t>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374292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3798000" y="507672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をセットで配置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198040" y="5060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252760" y="5076720"/>
            <a:ext cx="79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します。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47720" y="1854360"/>
            <a:ext cx="23324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もっとも確実な⽅法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747720" y="2422440"/>
            <a:ext cx="60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Codex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357920" y="243828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557720" y="2422440"/>
            <a:ext cx="1873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repository-local 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3" name=""/>
          <p:cNvSpPr/>
          <p:nvPr/>
        </p:nvSpPr>
        <p:spPr>
          <a:xfrm>
            <a:off x="942840" y="2971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2" y="22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4" name=""/>
          <p:cNvSpPr/>
          <p:nvPr/>
        </p:nvSpPr>
        <p:spPr>
          <a:xfrm>
            <a:off x="1152360" y="2876400"/>
            <a:ext cx="3619800" cy="286200"/>
          </a:xfrm>
          <a:custGeom>
            <a:avLst/>
            <a:gdLst/>
            <a:ahLst/>
            <a:rect l="0" t="0" r="r" b="b"/>
            <a:pathLst>
              <a:path w="10055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896" y="0"/>
                </a:lnTo>
                <a:cubicBezTo>
                  <a:pt x="9907" y="0"/>
                  <a:pt x="9917" y="1"/>
                  <a:pt x="9927" y="3"/>
                </a:cubicBezTo>
                <a:cubicBezTo>
                  <a:pt x="9938" y="5"/>
                  <a:pt x="9947" y="8"/>
                  <a:pt x="9957" y="12"/>
                </a:cubicBezTo>
                <a:cubicBezTo>
                  <a:pt x="9967" y="16"/>
                  <a:pt x="9976" y="21"/>
                  <a:pt x="9985" y="27"/>
                </a:cubicBezTo>
                <a:cubicBezTo>
                  <a:pt x="9993" y="32"/>
                  <a:pt x="10001" y="39"/>
                  <a:pt x="10009" y="46"/>
                </a:cubicBezTo>
                <a:cubicBezTo>
                  <a:pt x="10016" y="54"/>
                  <a:pt x="10023" y="62"/>
                  <a:pt x="10028" y="70"/>
                </a:cubicBezTo>
                <a:cubicBezTo>
                  <a:pt x="10034" y="79"/>
                  <a:pt x="10039" y="88"/>
                  <a:pt x="10043" y="98"/>
                </a:cubicBezTo>
                <a:cubicBezTo>
                  <a:pt x="10047" y="108"/>
                  <a:pt x="10050" y="117"/>
                  <a:pt x="10052" y="128"/>
                </a:cubicBezTo>
                <a:cubicBezTo>
                  <a:pt x="10054" y="138"/>
                  <a:pt x="10055" y="148"/>
                  <a:pt x="10055" y="159"/>
                </a:cubicBezTo>
                <a:lnTo>
                  <a:pt x="10055" y="636"/>
                </a:lnTo>
                <a:cubicBezTo>
                  <a:pt x="10055" y="646"/>
                  <a:pt x="10054" y="657"/>
                  <a:pt x="10052" y="667"/>
                </a:cubicBezTo>
                <a:cubicBezTo>
                  <a:pt x="10050" y="677"/>
                  <a:pt x="10047" y="687"/>
                  <a:pt x="10043" y="697"/>
                </a:cubicBezTo>
                <a:cubicBezTo>
                  <a:pt x="10039" y="706"/>
                  <a:pt x="10034" y="715"/>
                  <a:pt x="10028" y="724"/>
                </a:cubicBezTo>
                <a:cubicBezTo>
                  <a:pt x="10023" y="733"/>
                  <a:pt x="10016" y="741"/>
                  <a:pt x="10009" y="748"/>
                </a:cubicBezTo>
                <a:cubicBezTo>
                  <a:pt x="10001" y="756"/>
                  <a:pt x="9993" y="762"/>
                  <a:pt x="9985" y="768"/>
                </a:cubicBezTo>
                <a:cubicBezTo>
                  <a:pt x="9976" y="774"/>
                  <a:pt x="9967" y="779"/>
                  <a:pt x="9957" y="783"/>
                </a:cubicBezTo>
                <a:cubicBezTo>
                  <a:pt x="9947" y="787"/>
                  <a:pt x="9938" y="790"/>
                  <a:pt x="9927" y="792"/>
                </a:cubicBezTo>
                <a:cubicBezTo>
                  <a:pt x="9917" y="794"/>
                  <a:pt x="9907" y="795"/>
                  <a:pt x="9896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2"/>
                  <a:pt x="54" y="756"/>
                  <a:pt x="46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5"/>
                  <a:pt x="16" y="706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6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433680" y="243828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配置は次です。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218240" y="2942640"/>
            <a:ext cx="349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.agents/skills/&lt;skill-name&gt;/SKILL.md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747720" y="333360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この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147680" y="3318120"/>
            <a:ext cx="1001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2151000" y="333360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では、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751120" y="3318120"/>
            <a:ext cx="71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project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443040" y="333360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内へコピーして使う⽅式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637600" y="3318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3" name=""/>
          <p:cNvSpPr/>
          <p:nvPr/>
        </p:nvSpPr>
        <p:spPr>
          <a:xfrm>
            <a:off x="942840" y="38671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692320" y="3333600"/>
            <a:ext cx="199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がもっとも確実です。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5" name=""/>
          <p:cNvSpPr/>
          <p:nvPr/>
        </p:nvSpPr>
        <p:spPr>
          <a:xfrm>
            <a:off x="1342800" y="4162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60"/>
                  <a:pt x="192" y="172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2"/>
                  <a:pt x="14" y="160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147680" y="377172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利点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547640" y="4051440"/>
            <a:ext cx="60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Codex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8" name=""/>
          <p:cNvSpPr/>
          <p:nvPr/>
        </p:nvSpPr>
        <p:spPr>
          <a:xfrm>
            <a:off x="1342800" y="4495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157840" y="4067280"/>
            <a:ext cx="319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の標準構成にそのまま合わせられる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547640" y="4384800"/>
            <a:ext cx="384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1" name=""/>
          <p:cNvSpPr/>
          <p:nvPr/>
        </p:nvSpPr>
        <p:spPr>
          <a:xfrm>
            <a:off x="1342800" y="4838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4"/>
                  <a:pt x="171" y="21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932120" y="4400640"/>
            <a:ext cx="2396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側の相対参照を保ちやすい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547640" y="4727520"/>
            <a:ext cx="6717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project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2220120" y="474336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ごとに完結する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9" name=""/>
          <p:cNvSpPr/>
          <p:nvPr/>
        </p:nvSpPr>
        <p:spPr>
          <a:xfrm>
            <a:off x="757080" y="2538360"/>
            <a:ext cx="10687320" cy="1886040"/>
          </a:xfrm>
          <a:custGeom>
            <a:avLst/>
            <a:gdLst/>
            <a:ahLst/>
            <a:rect l="0" t="0" r="r" b="b"/>
            <a:pathLst>
              <a:path w="29687" h="5239">
                <a:moveTo>
                  <a:pt x="0" y="50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94"/>
                </a:lnTo>
                <a:cubicBezTo>
                  <a:pt x="29687" y="5103"/>
                  <a:pt x="29686" y="5113"/>
                  <a:pt x="29684" y="5122"/>
                </a:cubicBezTo>
                <a:cubicBezTo>
                  <a:pt x="29683" y="5132"/>
                  <a:pt x="29680" y="5141"/>
                  <a:pt x="29676" y="5150"/>
                </a:cubicBezTo>
                <a:cubicBezTo>
                  <a:pt x="29672" y="5158"/>
                  <a:pt x="29668" y="5167"/>
                  <a:pt x="29663" y="5175"/>
                </a:cubicBezTo>
                <a:cubicBezTo>
                  <a:pt x="29657" y="5183"/>
                  <a:pt x="29651" y="5190"/>
                  <a:pt x="29645" y="5197"/>
                </a:cubicBezTo>
                <a:cubicBezTo>
                  <a:pt x="29638" y="5204"/>
                  <a:pt x="29630" y="5210"/>
                  <a:pt x="29623" y="5215"/>
                </a:cubicBezTo>
                <a:cubicBezTo>
                  <a:pt x="29615" y="5220"/>
                  <a:pt x="29606" y="5225"/>
                  <a:pt x="29597" y="5228"/>
                </a:cubicBezTo>
                <a:cubicBezTo>
                  <a:pt x="29589" y="5232"/>
                  <a:pt x="29579" y="5235"/>
                  <a:pt x="29570" y="5237"/>
                </a:cubicBezTo>
                <a:cubicBezTo>
                  <a:pt x="29561" y="5238"/>
                  <a:pt x="29551" y="5239"/>
                  <a:pt x="29542" y="5239"/>
                </a:cubicBezTo>
                <a:lnTo>
                  <a:pt x="145" y="5239"/>
                </a:lnTo>
                <a:cubicBezTo>
                  <a:pt x="136" y="5239"/>
                  <a:pt x="126" y="5238"/>
                  <a:pt x="117" y="5237"/>
                </a:cubicBezTo>
                <a:cubicBezTo>
                  <a:pt x="108" y="5235"/>
                  <a:pt x="99" y="5232"/>
                  <a:pt x="90" y="5228"/>
                </a:cubicBezTo>
                <a:cubicBezTo>
                  <a:pt x="81" y="5225"/>
                  <a:pt x="73" y="5220"/>
                  <a:pt x="65" y="5215"/>
                </a:cubicBezTo>
                <a:cubicBezTo>
                  <a:pt x="57" y="5210"/>
                  <a:pt x="49" y="5204"/>
                  <a:pt x="43" y="5197"/>
                </a:cubicBezTo>
                <a:cubicBezTo>
                  <a:pt x="36" y="5190"/>
                  <a:pt x="30" y="5183"/>
                  <a:pt x="24" y="5175"/>
                </a:cubicBezTo>
                <a:cubicBezTo>
                  <a:pt x="19" y="5167"/>
                  <a:pt x="15" y="5158"/>
                  <a:pt x="11" y="5150"/>
                </a:cubicBezTo>
                <a:cubicBezTo>
                  <a:pt x="7" y="5141"/>
                  <a:pt x="5" y="5132"/>
                  <a:pt x="3" y="5122"/>
                </a:cubicBezTo>
                <a:cubicBezTo>
                  <a:pt x="1" y="5113"/>
                  <a:pt x="0" y="5103"/>
                  <a:pt x="0" y="50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0" name=""/>
          <p:cNvSpPr/>
          <p:nvPr/>
        </p:nvSpPr>
        <p:spPr>
          <a:xfrm>
            <a:off x="757080" y="2538360"/>
            <a:ext cx="10687320" cy="1886040"/>
          </a:xfrm>
          <a:custGeom>
            <a:avLst/>
            <a:gdLst/>
            <a:ahLst/>
            <a:rect l="0" t="0" r="r" b="b"/>
            <a:pathLst>
              <a:path w="29687" h="5239">
                <a:moveTo>
                  <a:pt x="0" y="50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94"/>
                </a:lnTo>
                <a:cubicBezTo>
                  <a:pt x="29687" y="5103"/>
                  <a:pt x="29686" y="5113"/>
                  <a:pt x="29684" y="5122"/>
                </a:cubicBezTo>
                <a:cubicBezTo>
                  <a:pt x="29683" y="5132"/>
                  <a:pt x="29680" y="5141"/>
                  <a:pt x="29676" y="5150"/>
                </a:cubicBezTo>
                <a:cubicBezTo>
                  <a:pt x="29672" y="5158"/>
                  <a:pt x="29668" y="5167"/>
                  <a:pt x="29663" y="5175"/>
                </a:cubicBezTo>
                <a:cubicBezTo>
                  <a:pt x="29657" y="5183"/>
                  <a:pt x="29651" y="5190"/>
                  <a:pt x="29645" y="5197"/>
                </a:cubicBezTo>
                <a:cubicBezTo>
                  <a:pt x="29638" y="5204"/>
                  <a:pt x="29630" y="5210"/>
                  <a:pt x="29623" y="5215"/>
                </a:cubicBezTo>
                <a:cubicBezTo>
                  <a:pt x="29615" y="5220"/>
                  <a:pt x="29606" y="5225"/>
                  <a:pt x="29597" y="5228"/>
                </a:cubicBezTo>
                <a:cubicBezTo>
                  <a:pt x="29589" y="5232"/>
                  <a:pt x="29579" y="5235"/>
                  <a:pt x="29570" y="5237"/>
                </a:cubicBezTo>
                <a:cubicBezTo>
                  <a:pt x="29561" y="5238"/>
                  <a:pt x="29551" y="5239"/>
                  <a:pt x="29542" y="5239"/>
                </a:cubicBezTo>
                <a:lnTo>
                  <a:pt x="145" y="5239"/>
                </a:lnTo>
                <a:cubicBezTo>
                  <a:pt x="136" y="5239"/>
                  <a:pt x="126" y="5238"/>
                  <a:pt x="117" y="5237"/>
                </a:cubicBezTo>
                <a:cubicBezTo>
                  <a:pt x="108" y="5235"/>
                  <a:pt x="99" y="5232"/>
                  <a:pt x="90" y="5228"/>
                </a:cubicBezTo>
                <a:cubicBezTo>
                  <a:pt x="81" y="5225"/>
                  <a:pt x="73" y="5220"/>
                  <a:pt x="65" y="5215"/>
                </a:cubicBezTo>
                <a:cubicBezTo>
                  <a:pt x="57" y="5210"/>
                  <a:pt x="49" y="5204"/>
                  <a:pt x="43" y="5197"/>
                </a:cubicBezTo>
                <a:cubicBezTo>
                  <a:pt x="36" y="5190"/>
                  <a:pt x="30" y="5183"/>
                  <a:pt x="24" y="5175"/>
                </a:cubicBezTo>
                <a:cubicBezTo>
                  <a:pt x="19" y="5167"/>
                  <a:pt x="15" y="5158"/>
                  <a:pt x="11" y="5150"/>
                </a:cubicBezTo>
                <a:cubicBezTo>
                  <a:pt x="7" y="5141"/>
                  <a:pt x="5" y="5132"/>
                  <a:pt x="3" y="5122"/>
                </a:cubicBezTo>
                <a:cubicBezTo>
                  <a:pt x="1" y="5113"/>
                  <a:pt x="0" y="5103"/>
                  <a:pt x="0" y="50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747720" y="1978200"/>
            <a:ext cx="12960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コピー⼿順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048040" y="1957680"/>
            <a:ext cx="149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4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: PowerShell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914400" y="2721600"/>
            <a:ext cx="5162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14400" y="3112200"/>
            <a:ext cx="5818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914400" y="3312360"/>
            <a:ext cx="6475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.\.agents\skills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914400" y="3502800"/>
            <a:ext cx="6850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.\.agents\references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914400" y="3893400"/>
            <a:ext cx="6851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.\skills\*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.\.agents\skills\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8" name=""/>
          <p:cNvSpPr/>
          <p:nvPr/>
        </p:nvSpPr>
        <p:spPr>
          <a:xfrm>
            <a:off x="752400" y="4609800"/>
            <a:ext cx="1009800" cy="276840"/>
          </a:xfrm>
          <a:custGeom>
            <a:avLst/>
            <a:gdLst/>
            <a:ahLst/>
            <a:rect l="0" t="0" r="r" b="b"/>
            <a:pathLst>
              <a:path w="2805" h="769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647" y="0"/>
                </a:lnTo>
                <a:cubicBezTo>
                  <a:pt x="2657" y="0"/>
                  <a:pt x="2667" y="1"/>
                  <a:pt x="2678" y="3"/>
                </a:cubicBezTo>
                <a:cubicBezTo>
                  <a:pt x="2688" y="5"/>
                  <a:pt x="2698" y="8"/>
                  <a:pt x="2707" y="12"/>
                </a:cubicBezTo>
                <a:cubicBezTo>
                  <a:pt x="2717" y="16"/>
                  <a:pt x="2726" y="21"/>
                  <a:pt x="2735" y="27"/>
                </a:cubicBezTo>
                <a:cubicBezTo>
                  <a:pt x="2743" y="33"/>
                  <a:pt x="2751" y="39"/>
                  <a:pt x="2759" y="47"/>
                </a:cubicBezTo>
                <a:cubicBezTo>
                  <a:pt x="2766" y="54"/>
                  <a:pt x="2773" y="62"/>
                  <a:pt x="2779" y="71"/>
                </a:cubicBezTo>
                <a:cubicBezTo>
                  <a:pt x="2784" y="80"/>
                  <a:pt x="2789" y="89"/>
                  <a:pt x="2793" y="98"/>
                </a:cubicBezTo>
                <a:cubicBezTo>
                  <a:pt x="2797" y="108"/>
                  <a:pt x="2800" y="118"/>
                  <a:pt x="2802" y="128"/>
                </a:cubicBezTo>
                <a:cubicBezTo>
                  <a:pt x="2804" y="138"/>
                  <a:pt x="2805" y="149"/>
                  <a:pt x="2805" y="159"/>
                </a:cubicBezTo>
                <a:lnTo>
                  <a:pt x="2805" y="609"/>
                </a:lnTo>
                <a:cubicBezTo>
                  <a:pt x="2805" y="620"/>
                  <a:pt x="2804" y="631"/>
                  <a:pt x="2802" y="641"/>
                </a:cubicBezTo>
                <a:cubicBezTo>
                  <a:pt x="2800" y="651"/>
                  <a:pt x="2797" y="661"/>
                  <a:pt x="2793" y="671"/>
                </a:cubicBezTo>
                <a:cubicBezTo>
                  <a:pt x="2789" y="680"/>
                  <a:pt x="2784" y="689"/>
                  <a:pt x="2779" y="698"/>
                </a:cubicBezTo>
                <a:cubicBezTo>
                  <a:pt x="2773" y="707"/>
                  <a:pt x="2766" y="715"/>
                  <a:pt x="2759" y="722"/>
                </a:cubicBezTo>
                <a:cubicBezTo>
                  <a:pt x="2751" y="729"/>
                  <a:pt x="2743" y="736"/>
                  <a:pt x="2735" y="742"/>
                </a:cubicBezTo>
                <a:cubicBezTo>
                  <a:pt x="2726" y="748"/>
                  <a:pt x="2717" y="753"/>
                  <a:pt x="2707" y="757"/>
                </a:cubicBezTo>
                <a:cubicBezTo>
                  <a:pt x="2698" y="761"/>
                  <a:pt x="2688" y="764"/>
                  <a:pt x="2678" y="766"/>
                </a:cubicBezTo>
                <a:cubicBezTo>
                  <a:pt x="2667" y="768"/>
                  <a:pt x="2657" y="769"/>
                  <a:pt x="2647" y="769"/>
                </a:cubicBezTo>
                <a:lnTo>
                  <a:pt x="158" y="769"/>
                </a:lnTo>
                <a:cubicBezTo>
                  <a:pt x="148" y="769"/>
                  <a:pt x="138" y="768"/>
                  <a:pt x="127" y="766"/>
                </a:cubicBezTo>
                <a:cubicBezTo>
                  <a:pt x="117" y="764"/>
                  <a:pt x="107" y="761"/>
                  <a:pt x="98" y="757"/>
                </a:cubicBezTo>
                <a:cubicBezTo>
                  <a:pt x="88" y="753"/>
                  <a:pt x="79" y="748"/>
                  <a:pt x="70" y="742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5"/>
                  <a:pt x="32" y="707"/>
                  <a:pt x="26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914400" y="4093200"/>
            <a:ext cx="76021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.\references\*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.\.agents\references\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818280" y="4676400"/>
            <a:ext cx="875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./.agents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759680" y="45943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814400" y="4610160"/>
            <a:ext cx="539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がまだ無い場合も、このコマンドでまとめて作成できます。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7" name=""/>
          <p:cNvSpPr/>
          <p:nvPr/>
        </p:nvSpPr>
        <p:spPr>
          <a:xfrm>
            <a:off x="757080" y="3328920"/>
            <a:ext cx="10687320" cy="1495800"/>
          </a:xfrm>
          <a:custGeom>
            <a:avLst/>
            <a:gdLst/>
            <a:ahLst/>
            <a:rect l="0" t="0" r="r" b="b"/>
            <a:pathLst>
              <a:path w="29687" h="4155">
                <a:moveTo>
                  <a:pt x="0" y="40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009"/>
                </a:lnTo>
                <a:cubicBezTo>
                  <a:pt x="29687" y="4019"/>
                  <a:pt x="29686" y="4028"/>
                  <a:pt x="29684" y="4038"/>
                </a:cubicBezTo>
                <a:cubicBezTo>
                  <a:pt x="29683" y="4047"/>
                  <a:pt x="29680" y="4056"/>
                  <a:pt x="29676" y="4065"/>
                </a:cubicBezTo>
                <a:cubicBezTo>
                  <a:pt x="29672" y="4074"/>
                  <a:pt x="29668" y="4082"/>
                  <a:pt x="29663" y="4090"/>
                </a:cubicBezTo>
                <a:cubicBezTo>
                  <a:pt x="29657" y="4098"/>
                  <a:pt x="29651" y="4105"/>
                  <a:pt x="29645" y="4112"/>
                </a:cubicBezTo>
                <a:cubicBezTo>
                  <a:pt x="29638" y="4119"/>
                  <a:pt x="29630" y="4125"/>
                  <a:pt x="29623" y="4130"/>
                </a:cubicBezTo>
                <a:cubicBezTo>
                  <a:pt x="29615" y="4135"/>
                  <a:pt x="29606" y="4140"/>
                  <a:pt x="29597" y="4144"/>
                </a:cubicBezTo>
                <a:cubicBezTo>
                  <a:pt x="29589" y="4147"/>
                  <a:pt x="29579" y="4150"/>
                  <a:pt x="29570" y="4152"/>
                </a:cubicBezTo>
                <a:cubicBezTo>
                  <a:pt x="29561" y="4154"/>
                  <a:pt x="29551" y="4155"/>
                  <a:pt x="29542" y="4155"/>
                </a:cubicBezTo>
                <a:lnTo>
                  <a:pt x="145" y="4155"/>
                </a:lnTo>
                <a:cubicBezTo>
                  <a:pt x="136" y="4155"/>
                  <a:pt x="126" y="4154"/>
                  <a:pt x="117" y="4152"/>
                </a:cubicBezTo>
                <a:cubicBezTo>
                  <a:pt x="108" y="4150"/>
                  <a:pt x="99" y="4147"/>
                  <a:pt x="90" y="4144"/>
                </a:cubicBezTo>
                <a:cubicBezTo>
                  <a:pt x="81" y="4140"/>
                  <a:pt x="73" y="4135"/>
                  <a:pt x="65" y="4130"/>
                </a:cubicBezTo>
                <a:cubicBezTo>
                  <a:pt x="57" y="4125"/>
                  <a:pt x="49" y="4119"/>
                  <a:pt x="43" y="4112"/>
                </a:cubicBezTo>
                <a:cubicBezTo>
                  <a:pt x="36" y="4105"/>
                  <a:pt x="30" y="4098"/>
                  <a:pt x="24" y="4090"/>
                </a:cubicBezTo>
                <a:cubicBezTo>
                  <a:pt x="19" y="4082"/>
                  <a:pt x="15" y="4074"/>
                  <a:pt x="11" y="4065"/>
                </a:cubicBezTo>
                <a:cubicBezTo>
                  <a:pt x="7" y="4056"/>
                  <a:pt x="5" y="4047"/>
                  <a:pt x="3" y="4038"/>
                </a:cubicBezTo>
                <a:cubicBezTo>
                  <a:pt x="1" y="4028"/>
                  <a:pt x="0" y="4019"/>
                  <a:pt x="0" y="400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8" name=""/>
          <p:cNvSpPr/>
          <p:nvPr/>
        </p:nvSpPr>
        <p:spPr>
          <a:xfrm>
            <a:off x="757080" y="3328920"/>
            <a:ext cx="10687320" cy="1495800"/>
          </a:xfrm>
          <a:custGeom>
            <a:avLst/>
            <a:gdLst/>
            <a:ahLst/>
            <a:rect l="0" t="0" r="r" b="b"/>
            <a:pathLst>
              <a:path w="29687" h="4155">
                <a:moveTo>
                  <a:pt x="0" y="400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009"/>
                </a:lnTo>
                <a:cubicBezTo>
                  <a:pt x="29687" y="4019"/>
                  <a:pt x="29686" y="4028"/>
                  <a:pt x="29684" y="4038"/>
                </a:cubicBezTo>
                <a:cubicBezTo>
                  <a:pt x="29683" y="4047"/>
                  <a:pt x="29680" y="4056"/>
                  <a:pt x="29676" y="4065"/>
                </a:cubicBezTo>
                <a:cubicBezTo>
                  <a:pt x="29672" y="4074"/>
                  <a:pt x="29668" y="4082"/>
                  <a:pt x="29663" y="4090"/>
                </a:cubicBezTo>
                <a:cubicBezTo>
                  <a:pt x="29657" y="4098"/>
                  <a:pt x="29651" y="4105"/>
                  <a:pt x="29645" y="4112"/>
                </a:cubicBezTo>
                <a:cubicBezTo>
                  <a:pt x="29638" y="4119"/>
                  <a:pt x="29630" y="4125"/>
                  <a:pt x="29623" y="4130"/>
                </a:cubicBezTo>
                <a:cubicBezTo>
                  <a:pt x="29615" y="4135"/>
                  <a:pt x="29606" y="4140"/>
                  <a:pt x="29597" y="4144"/>
                </a:cubicBezTo>
                <a:cubicBezTo>
                  <a:pt x="29589" y="4147"/>
                  <a:pt x="29579" y="4150"/>
                  <a:pt x="29570" y="4152"/>
                </a:cubicBezTo>
                <a:cubicBezTo>
                  <a:pt x="29561" y="4154"/>
                  <a:pt x="29551" y="4155"/>
                  <a:pt x="29542" y="4155"/>
                </a:cubicBezTo>
                <a:lnTo>
                  <a:pt x="145" y="4155"/>
                </a:lnTo>
                <a:cubicBezTo>
                  <a:pt x="136" y="4155"/>
                  <a:pt x="126" y="4154"/>
                  <a:pt x="117" y="4152"/>
                </a:cubicBezTo>
                <a:cubicBezTo>
                  <a:pt x="108" y="4150"/>
                  <a:pt x="99" y="4147"/>
                  <a:pt x="90" y="4144"/>
                </a:cubicBezTo>
                <a:cubicBezTo>
                  <a:pt x="81" y="4140"/>
                  <a:pt x="73" y="4135"/>
                  <a:pt x="65" y="4130"/>
                </a:cubicBezTo>
                <a:cubicBezTo>
                  <a:pt x="57" y="4125"/>
                  <a:pt x="49" y="4119"/>
                  <a:pt x="43" y="4112"/>
                </a:cubicBezTo>
                <a:cubicBezTo>
                  <a:pt x="36" y="4105"/>
                  <a:pt x="30" y="4098"/>
                  <a:pt x="24" y="4090"/>
                </a:cubicBezTo>
                <a:cubicBezTo>
                  <a:pt x="19" y="4082"/>
                  <a:pt x="15" y="4074"/>
                  <a:pt x="11" y="4065"/>
                </a:cubicBezTo>
                <a:cubicBezTo>
                  <a:pt x="7" y="4056"/>
                  <a:pt x="5" y="4047"/>
                  <a:pt x="3" y="4038"/>
                </a:cubicBezTo>
                <a:cubicBezTo>
                  <a:pt x="1" y="4028"/>
                  <a:pt x="0" y="4019"/>
                  <a:pt x="0" y="400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747720" y="2035440"/>
            <a:ext cx="12960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コピー⼿順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2048040" y="2014920"/>
            <a:ext cx="7124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4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: bash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747720" y="2594160"/>
            <a:ext cx="776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Git Bash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525320" y="261000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前提です。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47720" y="2879640"/>
            <a:ext cx="4420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WSL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189800" y="289548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を使う場合は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5" name=""/>
          <p:cNvSpPr/>
          <p:nvPr/>
        </p:nvSpPr>
        <p:spPr>
          <a:xfrm>
            <a:off x="2447640" y="2904840"/>
            <a:ext cx="1686240" cy="276840"/>
          </a:xfrm>
          <a:custGeom>
            <a:avLst/>
            <a:gdLst/>
            <a:ahLst/>
            <a:rect l="0" t="0" r="r" b="b"/>
            <a:pathLst>
              <a:path w="4684" h="769">
                <a:moveTo>
                  <a:pt x="0" y="609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526" y="0"/>
                </a:lnTo>
                <a:cubicBezTo>
                  <a:pt x="4536" y="0"/>
                  <a:pt x="4546" y="1"/>
                  <a:pt x="4557" y="3"/>
                </a:cubicBezTo>
                <a:cubicBezTo>
                  <a:pt x="4567" y="5"/>
                  <a:pt x="4577" y="8"/>
                  <a:pt x="4586" y="12"/>
                </a:cubicBezTo>
                <a:cubicBezTo>
                  <a:pt x="4596" y="16"/>
                  <a:pt x="4605" y="21"/>
                  <a:pt x="4614" y="27"/>
                </a:cubicBezTo>
                <a:cubicBezTo>
                  <a:pt x="4623" y="33"/>
                  <a:pt x="4631" y="39"/>
                  <a:pt x="4638" y="47"/>
                </a:cubicBezTo>
                <a:cubicBezTo>
                  <a:pt x="4645" y="54"/>
                  <a:pt x="4652" y="62"/>
                  <a:pt x="4658" y="71"/>
                </a:cubicBezTo>
                <a:cubicBezTo>
                  <a:pt x="4663" y="80"/>
                  <a:pt x="4668" y="89"/>
                  <a:pt x="4672" y="98"/>
                </a:cubicBezTo>
                <a:cubicBezTo>
                  <a:pt x="4676" y="108"/>
                  <a:pt x="4679" y="118"/>
                  <a:pt x="4681" y="128"/>
                </a:cubicBezTo>
                <a:cubicBezTo>
                  <a:pt x="4683" y="138"/>
                  <a:pt x="4684" y="149"/>
                  <a:pt x="4684" y="159"/>
                </a:cubicBezTo>
                <a:lnTo>
                  <a:pt x="4684" y="609"/>
                </a:lnTo>
                <a:cubicBezTo>
                  <a:pt x="4684" y="619"/>
                  <a:pt x="4683" y="630"/>
                  <a:pt x="4681" y="640"/>
                </a:cubicBezTo>
                <a:cubicBezTo>
                  <a:pt x="4679" y="650"/>
                  <a:pt x="4676" y="660"/>
                  <a:pt x="4672" y="670"/>
                </a:cubicBezTo>
                <a:cubicBezTo>
                  <a:pt x="4668" y="679"/>
                  <a:pt x="4663" y="688"/>
                  <a:pt x="4658" y="697"/>
                </a:cubicBezTo>
                <a:cubicBezTo>
                  <a:pt x="4652" y="706"/>
                  <a:pt x="4645" y="714"/>
                  <a:pt x="4638" y="721"/>
                </a:cubicBezTo>
                <a:cubicBezTo>
                  <a:pt x="4631" y="728"/>
                  <a:pt x="4623" y="735"/>
                  <a:pt x="4614" y="741"/>
                </a:cubicBezTo>
                <a:cubicBezTo>
                  <a:pt x="4605" y="747"/>
                  <a:pt x="4596" y="753"/>
                  <a:pt x="4586" y="756"/>
                </a:cubicBezTo>
                <a:cubicBezTo>
                  <a:pt x="4577" y="760"/>
                  <a:pt x="4567" y="763"/>
                  <a:pt x="4557" y="766"/>
                </a:cubicBezTo>
                <a:cubicBezTo>
                  <a:pt x="4546" y="768"/>
                  <a:pt x="4536" y="769"/>
                  <a:pt x="4526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6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3"/>
                  <a:pt x="80" y="747"/>
                  <a:pt x="71" y="741"/>
                </a:cubicBezTo>
                <a:cubicBezTo>
                  <a:pt x="62" y="735"/>
                  <a:pt x="54" y="728"/>
                  <a:pt x="47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8"/>
                  <a:pt x="16" y="679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19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2390040" y="28796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2515320" y="2971440"/>
            <a:ext cx="1555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/mnt/c/Users/...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4134240" y="28796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4188960" y="289548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に読み替えてください。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914400" y="3512160"/>
            <a:ext cx="4223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cd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/c/Users/username/work/minimal-skills-pack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914400" y="3902760"/>
            <a:ext cx="4317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mkdir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-p ./.agents/skills ./.agents/references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914400" y="4293360"/>
            <a:ext cx="3191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-R ./skills/. ./.agents/skills/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914400" y="4493160"/>
            <a:ext cx="39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-R ./references/. ./.agents/references/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8" name=""/>
          <p:cNvSpPr/>
          <p:nvPr/>
        </p:nvSpPr>
        <p:spPr>
          <a:xfrm>
            <a:off x="757080" y="3557520"/>
            <a:ext cx="10687320" cy="714600"/>
          </a:xfrm>
          <a:custGeom>
            <a:avLst/>
            <a:gdLst/>
            <a:ahLst/>
            <a:rect l="0" t="0" r="r" b="b"/>
            <a:pathLst>
              <a:path w="29687" h="1985">
                <a:moveTo>
                  <a:pt x="0" y="184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840"/>
                </a:lnTo>
                <a:cubicBezTo>
                  <a:pt x="29687" y="1849"/>
                  <a:pt x="29686" y="1859"/>
                  <a:pt x="29684" y="1868"/>
                </a:cubicBezTo>
                <a:cubicBezTo>
                  <a:pt x="29683" y="1877"/>
                  <a:pt x="29680" y="1886"/>
                  <a:pt x="29676" y="1895"/>
                </a:cubicBezTo>
                <a:cubicBezTo>
                  <a:pt x="29672" y="1904"/>
                  <a:pt x="29668" y="1912"/>
                  <a:pt x="29663" y="1920"/>
                </a:cubicBezTo>
                <a:cubicBezTo>
                  <a:pt x="29657" y="1928"/>
                  <a:pt x="29651" y="1936"/>
                  <a:pt x="29645" y="1942"/>
                </a:cubicBezTo>
                <a:cubicBezTo>
                  <a:pt x="29638" y="1949"/>
                  <a:pt x="29630" y="1955"/>
                  <a:pt x="29623" y="1961"/>
                </a:cubicBezTo>
                <a:cubicBezTo>
                  <a:pt x="29615" y="1966"/>
                  <a:pt x="29606" y="1970"/>
                  <a:pt x="29597" y="1974"/>
                </a:cubicBezTo>
                <a:cubicBezTo>
                  <a:pt x="29589" y="1978"/>
                  <a:pt x="29579" y="1980"/>
                  <a:pt x="29570" y="1982"/>
                </a:cubicBezTo>
                <a:cubicBezTo>
                  <a:pt x="29561" y="1984"/>
                  <a:pt x="29551" y="1985"/>
                  <a:pt x="29542" y="1985"/>
                </a:cubicBezTo>
                <a:lnTo>
                  <a:pt x="145" y="1985"/>
                </a:lnTo>
                <a:cubicBezTo>
                  <a:pt x="136" y="1985"/>
                  <a:pt x="126" y="1984"/>
                  <a:pt x="117" y="1982"/>
                </a:cubicBezTo>
                <a:cubicBezTo>
                  <a:pt x="108" y="1980"/>
                  <a:pt x="99" y="1978"/>
                  <a:pt x="90" y="1974"/>
                </a:cubicBezTo>
                <a:cubicBezTo>
                  <a:pt x="81" y="1970"/>
                  <a:pt x="73" y="1966"/>
                  <a:pt x="65" y="1961"/>
                </a:cubicBezTo>
                <a:cubicBezTo>
                  <a:pt x="57" y="1955"/>
                  <a:pt x="49" y="1949"/>
                  <a:pt x="43" y="1942"/>
                </a:cubicBezTo>
                <a:cubicBezTo>
                  <a:pt x="36" y="1936"/>
                  <a:pt x="30" y="1928"/>
                  <a:pt x="24" y="1920"/>
                </a:cubicBezTo>
                <a:cubicBezTo>
                  <a:pt x="19" y="1912"/>
                  <a:pt x="15" y="1904"/>
                  <a:pt x="11" y="1895"/>
                </a:cubicBezTo>
                <a:cubicBezTo>
                  <a:pt x="7" y="1886"/>
                  <a:pt x="5" y="1877"/>
                  <a:pt x="3" y="1868"/>
                </a:cubicBezTo>
                <a:cubicBezTo>
                  <a:pt x="1" y="1859"/>
                  <a:pt x="0" y="1849"/>
                  <a:pt x="0" y="184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9" name=""/>
          <p:cNvSpPr/>
          <p:nvPr/>
        </p:nvSpPr>
        <p:spPr>
          <a:xfrm>
            <a:off x="757080" y="3557520"/>
            <a:ext cx="10687320" cy="714600"/>
          </a:xfrm>
          <a:custGeom>
            <a:avLst/>
            <a:gdLst/>
            <a:ahLst/>
            <a:rect l="0" t="0" r="r" b="b"/>
            <a:pathLst>
              <a:path w="29687" h="1985">
                <a:moveTo>
                  <a:pt x="0" y="184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840"/>
                </a:lnTo>
                <a:cubicBezTo>
                  <a:pt x="29687" y="1849"/>
                  <a:pt x="29686" y="1859"/>
                  <a:pt x="29684" y="1868"/>
                </a:cubicBezTo>
                <a:cubicBezTo>
                  <a:pt x="29683" y="1877"/>
                  <a:pt x="29680" y="1886"/>
                  <a:pt x="29676" y="1895"/>
                </a:cubicBezTo>
                <a:cubicBezTo>
                  <a:pt x="29672" y="1904"/>
                  <a:pt x="29668" y="1912"/>
                  <a:pt x="29663" y="1920"/>
                </a:cubicBezTo>
                <a:cubicBezTo>
                  <a:pt x="29657" y="1928"/>
                  <a:pt x="29651" y="1936"/>
                  <a:pt x="29645" y="1942"/>
                </a:cubicBezTo>
                <a:cubicBezTo>
                  <a:pt x="29638" y="1949"/>
                  <a:pt x="29630" y="1955"/>
                  <a:pt x="29623" y="1961"/>
                </a:cubicBezTo>
                <a:cubicBezTo>
                  <a:pt x="29615" y="1966"/>
                  <a:pt x="29606" y="1970"/>
                  <a:pt x="29597" y="1974"/>
                </a:cubicBezTo>
                <a:cubicBezTo>
                  <a:pt x="29589" y="1978"/>
                  <a:pt x="29579" y="1980"/>
                  <a:pt x="29570" y="1982"/>
                </a:cubicBezTo>
                <a:cubicBezTo>
                  <a:pt x="29561" y="1984"/>
                  <a:pt x="29551" y="1985"/>
                  <a:pt x="29542" y="1985"/>
                </a:cubicBezTo>
                <a:lnTo>
                  <a:pt x="145" y="1985"/>
                </a:lnTo>
                <a:cubicBezTo>
                  <a:pt x="136" y="1985"/>
                  <a:pt x="126" y="1984"/>
                  <a:pt x="117" y="1982"/>
                </a:cubicBezTo>
                <a:cubicBezTo>
                  <a:pt x="108" y="1980"/>
                  <a:pt x="99" y="1978"/>
                  <a:pt x="90" y="1974"/>
                </a:cubicBezTo>
                <a:cubicBezTo>
                  <a:pt x="81" y="1970"/>
                  <a:pt x="73" y="1966"/>
                  <a:pt x="65" y="1961"/>
                </a:cubicBezTo>
                <a:cubicBezTo>
                  <a:pt x="57" y="1955"/>
                  <a:pt x="49" y="1949"/>
                  <a:pt x="43" y="1942"/>
                </a:cubicBezTo>
                <a:cubicBezTo>
                  <a:pt x="36" y="1936"/>
                  <a:pt x="30" y="1928"/>
                  <a:pt x="24" y="1920"/>
                </a:cubicBezTo>
                <a:cubicBezTo>
                  <a:pt x="19" y="1912"/>
                  <a:pt x="15" y="1904"/>
                  <a:pt x="11" y="1895"/>
                </a:cubicBezTo>
                <a:cubicBezTo>
                  <a:pt x="7" y="1886"/>
                  <a:pt x="5" y="1877"/>
                  <a:pt x="3" y="1868"/>
                </a:cubicBezTo>
                <a:cubicBezTo>
                  <a:pt x="1" y="1859"/>
                  <a:pt x="0" y="1849"/>
                  <a:pt x="0" y="184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0" name=""/>
          <p:cNvSpPr/>
          <p:nvPr/>
        </p:nvSpPr>
        <p:spPr>
          <a:xfrm>
            <a:off x="757080" y="4433760"/>
            <a:ext cx="10687320" cy="905040"/>
          </a:xfrm>
          <a:custGeom>
            <a:avLst/>
            <a:gdLst/>
            <a:ahLst/>
            <a:rect l="0" t="0" r="r" b="b"/>
            <a:pathLst>
              <a:path w="29687" h="2514">
                <a:moveTo>
                  <a:pt x="0" y="236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369"/>
                </a:lnTo>
                <a:cubicBezTo>
                  <a:pt x="29687" y="2378"/>
                  <a:pt x="29686" y="2388"/>
                  <a:pt x="29684" y="2397"/>
                </a:cubicBezTo>
                <a:cubicBezTo>
                  <a:pt x="29683" y="2407"/>
                  <a:pt x="29680" y="2416"/>
                  <a:pt x="29676" y="2425"/>
                </a:cubicBezTo>
                <a:cubicBezTo>
                  <a:pt x="29672" y="2433"/>
                  <a:pt x="29668" y="2442"/>
                  <a:pt x="29663" y="2450"/>
                </a:cubicBezTo>
                <a:cubicBezTo>
                  <a:pt x="29657" y="2458"/>
                  <a:pt x="29651" y="2465"/>
                  <a:pt x="29645" y="2472"/>
                </a:cubicBezTo>
                <a:cubicBezTo>
                  <a:pt x="29638" y="2479"/>
                  <a:pt x="29630" y="2485"/>
                  <a:pt x="29623" y="2490"/>
                </a:cubicBezTo>
                <a:cubicBezTo>
                  <a:pt x="29615" y="2495"/>
                  <a:pt x="29606" y="2500"/>
                  <a:pt x="29597" y="2503"/>
                </a:cubicBezTo>
                <a:cubicBezTo>
                  <a:pt x="29589" y="2507"/>
                  <a:pt x="29579" y="2510"/>
                  <a:pt x="29570" y="2512"/>
                </a:cubicBezTo>
                <a:cubicBezTo>
                  <a:pt x="29561" y="2513"/>
                  <a:pt x="29551" y="2514"/>
                  <a:pt x="29542" y="2514"/>
                </a:cubicBezTo>
                <a:lnTo>
                  <a:pt x="145" y="2514"/>
                </a:lnTo>
                <a:cubicBezTo>
                  <a:pt x="136" y="2514"/>
                  <a:pt x="126" y="2513"/>
                  <a:pt x="117" y="2512"/>
                </a:cubicBezTo>
                <a:cubicBezTo>
                  <a:pt x="108" y="2510"/>
                  <a:pt x="99" y="2507"/>
                  <a:pt x="90" y="2503"/>
                </a:cubicBezTo>
                <a:cubicBezTo>
                  <a:pt x="81" y="2500"/>
                  <a:pt x="73" y="2495"/>
                  <a:pt x="65" y="2490"/>
                </a:cubicBezTo>
                <a:cubicBezTo>
                  <a:pt x="57" y="2485"/>
                  <a:pt x="49" y="2479"/>
                  <a:pt x="43" y="2472"/>
                </a:cubicBezTo>
                <a:cubicBezTo>
                  <a:pt x="36" y="2465"/>
                  <a:pt x="30" y="2458"/>
                  <a:pt x="24" y="2450"/>
                </a:cubicBezTo>
                <a:cubicBezTo>
                  <a:pt x="19" y="2442"/>
                  <a:pt x="15" y="2433"/>
                  <a:pt x="11" y="2425"/>
                </a:cubicBezTo>
                <a:cubicBezTo>
                  <a:pt x="7" y="2416"/>
                  <a:pt x="5" y="2407"/>
                  <a:pt x="3" y="2397"/>
                </a:cubicBezTo>
                <a:cubicBezTo>
                  <a:pt x="1" y="2388"/>
                  <a:pt x="0" y="2378"/>
                  <a:pt x="0" y="2369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1" name=""/>
          <p:cNvSpPr/>
          <p:nvPr/>
        </p:nvSpPr>
        <p:spPr>
          <a:xfrm>
            <a:off x="757080" y="4433760"/>
            <a:ext cx="10687320" cy="905040"/>
          </a:xfrm>
          <a:custGeom>
            <a:avLst/>
            <a:gdLst/>
            <a:ahLst/>
            <a:rect l="0" t="0" r="r" b="b"/>
            <a:pathLst>
              <a:path w="29687" h="2514">
                <a:moveTo>
                  <a:pt x="0" y="2369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2369"/>
                </a:lnTo>
                <a:cubicBezTo>
                  <a:pt x="29687" y="2378"/>
                  <a:pt x="29686" y="2388"/>
                  <a:pt x="29684" y="2397"/>
                </a:cubicBezTo>
                <a:cubicBezTo>
                  <a:pt x="29683" y="2407"/>
                  <a:pt x="29680" y="2416"/>
                  <a:pt x="29676" y="2425"/>
                </a:cubicBezTo>
                <a:cubicBezTo>
                  <a:pt x="29672" y="2433"/>
                  <a:pt x="29668" y="2442"/>
                  <a:pt x="29663" y="2450"/>
                </a:cubicBezTo>
                <a:cubicBezTo>
                  <a:pt x="29657" y="2458"/>
                  <a:pt x="29651" y="2465"/>
                  <a:pt x="29645" y="2472"/>
                </a:cubicBezTo>
                <a:cubicBezTo>
                  <a:pt x="29638" y="2479"/>
                  <a:pt x="29630" y="2485"/>
                  <a:pt x="29623" y="2490"/>
                </a:cubicBezTo>
                <a:cubicBezTo>
                  <a:pt x="29615" y="2495"/>
                  <a:pt x="29606" y="2500"/>
                  <a:pt x="29597" y="2503"/>
                </a:cubicBezTo>
                <a:cubicBezTo>
                  <a:pt x="29589" y="2507"/>
                  <a:pt x="29579" y="2510"/>
                  <a:pt x="29570" y="2512"/>
                </a:cubicBezTo>
                <a:cubicBezTo>
                  <a:pt x="29561" y="2513"/>
                  <a:pt x="29551" y="2514"/>
                  <a:pt x="29542" y="2514"/>
                </a:cubicBezTo>
                <a:lnTo>
                  <a:pt x="145" y="2514"/>
                </a:lnTo>
                <a:cubicBezTo>
                  <a:pt x="136" y="2514"/>
                  <a:pt x="126" y="2513"/>
                  <a:pt x="117" y="2512"/>
                </a:cubicBezTo>
                <a:cubicBezTo>
                  <a:pt x="108" y="2510"/>
                  <a:pt x="99" y="2507"/>
                  <a:pt x="90" y="2503"/>
                </a:cubicBezTo>
                <a:cubicBezTo>
                  <a:pt x="81" y="2500"/>
                  <a:pt x="73" y="2495"/>
                  <a:pt x="65" y="2490"/>
                </a:cubicBezTo>
                <a:cubicBezTo>
                  <a:pt x="57" y="2485"/>
                  <a:pt x="49" y="2479"/>
                  <a:pt x="43" y="2472"/>
                </a:cubicBezTo>
                <a:cubicBezTo>
                  <a:pt x="36" y="2465"/>
                  <a:pt x="30" y="2458"/>
                  <a:pt x="24" y="2450"/>
                </a:cubicBezTo>
                <a:cubicBezTo>
                  <a:pt x="19" y="2442"/>
                  <a:pt x="15" y="2433"/>
                  <a:pt x="11" y="2425"/>
                </a:cubicBezTo>
                <a:cubicBezTo>
                  <a:pt x="7" y="2416"/>
                  <a:pt x="5" y="2407"/>
                  <a:pt x="3" y="2397"/>
                </a:cubicBezTo>
                <a:cubicBezTo>
                  <a:pt x="1" y="2388"/>
                  <a:pt x="0" y="2378"/>
                  <a:pt x="0" y="236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747720" y="1521000"/>
            <a:ext cx="10371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反映確認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941760" y="2079720"/>
            <a:ext cx="1578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repository root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2522520" y="209556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2722680" y="2079720"/>
            <a:ext cx="664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Codex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387600" y="209556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を起動する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7" name=""/>
          <p:cNvSpPr/>
          <p:nvPr/>
        </p:nvSpPr>
        <p:spPr>
          <a:xfrm>
            <a:off x="1152360" y="2438280"/>
            <a:ext cx="810000" cy="276480"/>
          </a:xfrm>
          <a:custGeom>
            <a:avLst/>
            <a:gdLst/>
            <a:ahLst/>
            <a:rect l="0" t="0" r="r" b="b"/>
            <a:pathLst>
              <a:path w="2250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091" y="0"/>
                </a:lnTo>
                <a:cubicBezTo>
                  <a:pt x="2102" y="0"/>
                  <a:pt x="2112" y="1"/>
                  <a:pt x="2122" y="3"/>
                </a:cubicBezTo>
                <a:cubicBezTo>
                  <a:pt x="2132" y="5"/>
                  <a:pt x="2142" y="8"/>
                  <a:pt x="2152" y="12"/>
                </a:cubicBezTo>
                <a:cubicBezTo>
                  <a:pt x="2162" y="16"/>
                  <a:pt x="2171" y="21"/>
                  <a:pt x="2179" y="27"/>
                </a:cubicBezTo>
                <a:cubicBezTo>
                  <a:pt x="2188" y="32"/>
                  <a:pt x="2196" y="39"/>
                  <a:pt x="2203" y="46"/>
                </a:cubicBezTo>
                <a:cubicBezTo>
                  <a:pt x="2211" y="54"/>
                  <a:pt x="2217" y="62"/>
                  <a:pt x="2223" y="70"/>
                </a:cubicBezTo>
                <a:cubicBezTo>
                  <a:pt x="2229" y="79"/>
                  <a:pt x="2234" y="88"/>
                  <a:pt x="2238" y="98"/>
                </a:cubicBezTo>
                <a:cubicBezTo>
                  <a:pt x="2242" y="107"/>
                  <a:pt x="2245" y="117"/>
                  <a:pt x="2247" y="128"/>
                </a:cubicBezTo>
                <a:cubicBezTo>
                  <a:pt x="2249" y="138"/>
                  <a:pt x="2250" y="148"/>
                  <a:pt x="2250" y="159"/>
                </a:cubicBezTo>
                <a:lnTo>
                  <a:pt x="2250" y="609"/>
                </a:lnTo>
                <a:cubicBezTo>
                  <a:pt x="2250" y="620"/>
                  <a:pt x="2249" y="630"/>
                  <a:pt x="2247" y="640"/>
                </a:cubicBezTo>
                <a:cubicBezTo>
                  <a:pt x="2245" y="651"/>
                  <a:pt x="2242" y="660"/>
                  <a:pt x="2238" y="670"/>
                </a:cubicBezTo>
                <a:cubicBezTo>
                  <a:pt x="2234" y="680"/>
                  <a:pt x="2229" y="689"/>
                  <a:pt x="2223" y="698"/>
                </a:cubicBezTo>
                <a:cubicBezTo>
                  <a:pt x="2217" y="706"/>
                  <a:pt x="2211" y="714"/>
                  <a:pt x="2203" y="722"/>
                </a:cubicBezTo>
                <a:cubicBezTo>
                  <a:pt x="2196" y="729"/>
                  <a:pt x="2188" y="736"/>
                  <a:pt x="2179" y="741"/>
                </a:cubicBezTo>
                <a:cubicBezTo>
                  <a:pt x="2171" y="747"/>
                  <a:pt x="2162" y="752"/>
                  <a:pt x="2152" y="756"/>
                </a:cubicBezTo>
                <a:cubicBezTo>
                  <a:pt x="2142" y="760"/>
                  <a:pt x="2132" y="763"/>
                  <a:pt x="2122" y="765"/>
                </a:cubicBezTo>
                <a:cubicBezTo>
                  <a:pt x="2112" y="767"/>
                  <a:pt x="2102" y="768"/>
                  <a:pt x="2091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941760" y="2422440"/>
            <a:ext cx="206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218240" y="2504520"/>
            <a:ext cx="681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965960" y="24224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020680" y="243828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で⼀覧を⾒る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2" name=""/>
          <p:cNvSpPr/>
          <p:nvPr/>
        </p:nvSpPr>
        <p:spPr>
          <a:xfrm>
            <a:off x="1152360" y="2790720"/>
            <a:ext cx="1200600" cy="276480"/>
          </a:xfrm>
          <a:custGeom>
            <a:avLst/>
            <a:gdLst/>
            <a:ahLst/>
            <a:rect l="0" t="0" r="r" b="b"/>
            <a:pathLst>
              <a:path w="3335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76" y="0"/>
                </a:lnTo>
                <a:cubicBezTo>
                  <a:pt x="3186" y="0"/>
                  <a:pt x="3197" y="1"/>
                  <a:pt x="3207" y="3"/>
                </a:cubicBezTo>
                <a:cubicBezTo>
                  <a:pt x="3217" y="5"/>
                  <a:pt x="3227" y="8"/>
                  <a:pt x="3237" y="12"/>
                </a:cubicBezTo>
                <a:cubicBezTo>
                  <a:pt x="3246" y="16"/>
                  <a:pt x="3255" y="21"/>
                  <a:pt x="3264" y="27"/>
                </a:cubicBezTo>
                <a:cubicBezTo>
                  <a:pt x="3273" y="32"/>
                  <a:pt x="3281" y="39"/>
                  <a:pt x="3288" y="46"/>
                </a:cubicBezTo>
                <a:cubicBezTo>
                  <a:pt x="3296" y="54"/>
                  <a:pt x="3302" y="62"/>
                  <a:pt x="3308" y="70"/>
                </a:cubicBezTo>
                <a:cubicBezTo>
                  <a:pt x="3314" y="79"/>
                  <a:pt x="3319" y="88"/>
                  <a:pt x="3323" y="98"/>
                </a:cubicBezTo>
                <a:cubicBezTo>
                  <a:pt x="3327" y="107"/>
                  <a:pt x="3330" y="117"/>
                  <a:pt x="3332" y="128"/>
                </a:cubicBezTo>
                <a:cubicBezTo>
                  <a:pt x="3334" y="138"/>
                  <a:pt x="3335" y="148"/>
                  <a:pt x="3335" y="159"/>
                </a:cubicBezTo>
                <a:lnTo>
                  <a:pt x="3335" y="609"/>
                </a:lnTo>
                <a:cubicBezTo>
                  <a:pt x="3335" y="620"/>
                  <a:pt x="3334" y="630"/>
                  <a:pt x="3332" y="640"/>
                </a:cubicBezTo>
                <a:cubicBezTo>
                  <a:pt x="3330" y="651"/>
                  <a:pt x="3327" y="660"/>
                  <a:pt x="3323" y="670"/>
                </a:cubicBezTo>
                <a:cubicBezTo>
                  <a:pt x="3319" y="680"/>
                  <a:pt x="3314" y="689"/>
                  <a:pt x="3308" y="698"/>
                </a:cubicBezTo>
                <a:cubicBezTo>
                  <a:pt x="3302" y="706"/>
                  <a:pt x="3296" y="714"/>
                  <a:pt x="3288" y="722"/>
                </a:cubicBezTo>
                <a:cubicBezTo>
                  <a:pt x="3281" y="729"/>
                  <a:pt x="3273" y="736"/>
                  <a:pt x="3264" y="741"/>
                </a:cubicBezTo>
                <a:cubicBezTo>
                  <a:pt x="3255" y="747"/>
                  <a:pt x="3246" y="752"/>
                  <a:pt x="3237" y="756"/>
                </a:cubicBezTo>
                <a:cubicBezTo>
                  <a:pt x="3227" y="760"/>
                  <a:pt x="3217" y="763"/>
                  <a:pt x="3207" y="765"/>
                </a:cubicBezTo>
                <a:cubicBezTo>
                  <a:pt x="3197" y="767"/>
                  <a:pt x="3186" y="768"/>
                  <a:pt x="3176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6"/>
                  <a:pt x="54" y="729"/>
                  <a:pt x="46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41760" y="2774880"/>
            <a:ext cx="206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218240" y="285696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$skill-name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352960" y="27748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2408040" y="2790720"/>
            <a:ext cx="1797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で明⽰呼び出しする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941760" y="3127320"/>
            <a:ext cx="1240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4. description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2184480" y="314316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ベースの暗黙利⽤も試す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914400" y="3740760"/>
            <a:ext cx="5162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914400" y="3940920"/>
            <a:ext cx="469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codex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914400" y="4617000"/>
            <a:ext cx="657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/skills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914400" y="4817160"/>
            <a:ext cx="1596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$auth-and-session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914400" y="5007600"/>
            <a:ext cx="2065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$schema-and-migrations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8" name=""/>
          <p:cNvSpPr/>
          <p:nvPr/>
        </p:nvSpPr>
        <p:spPr>
          <a:xfrm>
            <a:off x="942840" y="24382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747720" y="1768680"/>
            <a:ext cx="259164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呼び出し⽅のポイント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0" name=""/>
          <p:cNvSpPr/>
          <p:nvPr/>
        </p:nvSpPr>
        <p:spPr>
          <a:xfrm>
            <a:off x="1342800" y="27334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1" name=""/>
          <p:cNvSpPr/>
          <p:nvPr/>
        </p:nvSpPr>
        <p:spPr>
          <a:xfrm>
            <a:off x="1552320" y="2638080"/>
            <a:ext cx="810000" cy="286200"/>
          </a:xfrm>
          <a:custGeom>
            <a:avLst/>
            <a:gdLst/>
            <a:ahLst/>
            <a:rect l="0" t="0" r="r" b="b"/>
            <a:pathLst>
              <a:path w="2250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2091" y="0"/>
                </a:lnTo>
                <a:cubicBezTo>
                  <a:pt x="2102" y="0"/>
                  <a:pt x="2112" y="1"/>
                  <a:pt x="2122" y="4"/>
                </a:cubicBezTo>
                <a:cubicBezTo>
                  <a:pt x="2133" y="6"/>
                  <a:pt x="2143" y="9"/>
                  <a:pt x="2152" y="13"/>
                </a:cubicBezTo>
                <a:cubicBezTo>
                  <a:pt x="2162" y="17"/>
                  <a:pt x="2171" y="21"/>
                  <a:pt x="2180" y="27"/>
                </a:cubicBezTo>
                <a:cubicBezTo>
                  <a:pt x="2188" y="33"/>
                  <a:pt x="2196" y="40"/>
                  <a:pt x="2204" y="47"/>
                </a:cubicBezTo>
                <a:cubicBezTo>
                  <a:pt x="2211" y="54"/>
                  <a:pt x="2218" y="62"/>
                  <a:pt x="2223" y="71"/>
                </a:cubicBezTo>
                <a:cubicBezTo>
                  <a:pt x="2229" y="80"/>
                  <a:pt x="2234" y="89"/>
                  <a:pt x="2238" y="98"/>
                </a:cubicBezTo>
                <a:cubicBezTo>
                  <a:pt x="2242" y="108"/>
                  <a:pt x="2245" y="118"/>
                  <a:pt x="2247" y="128"/>
                </a:cubicBezTo>
                <a:cubicBezTo>
                  <a:pt x="2249" y="138"/>
                  <a:pt x="2250" y="149"/>
                  <a:pt x="2250" y="159"/>
                </a:cubicBezTo>
                <a:lnTo>
                  <a:pt x="2250" y="636"/>
                </a:lnTo>
                <a:cubicBezTo>
                  <a:pt x="2250" y="647"/>
                  <a:pt x="2249" y="657"/>
                  <a:pt x="2247" y="667"/>
                </a:cubicBezTo>
                <a:cubicBezTo>
                  <a:pt x="2245" y="678"/>
                  <a:pt x="2242" y="688"/>
                  <a:pt x="2238" y="697"/>
                </a:cubicBezTo>
                <a:cubicBezTo>
                  <a:pt x="2234" y="707"/>
                  <a:pt x="2229" y="716"/>
                  <a:pt x="2223" y="725"/>
                </a:cubicBezTo>
                <a:cubicBezTo>
                  <a:pt x="2218" y="733"/>
                  <a:pt x="2211" y="741"/>
                  <a:pt x="2204" y="749"/>
                </a:cubicBezTo>
                <a:cubicBezTo>
                  <a:pt x="2196" y="756"/>
                  <a:pt x="2188" y="763"/>
                  <a:pt x="2180" y="768"/>
                </a:cubicBezTo>
                <a:cubicBezTo>
                  <a:pt x="2171" y="774"/>
                  <a:pt x="2162" y="779"/>
                  <a:pt x="2152" y="783"/>
                </a:cubicBezTo>
                <a:cubicBezTo>
                  <a:pt x="2143" y="787"/>
                  <a:pt x="2133" y="790"/>
                  <a:pt x="2122" y="792"/>
                </a:cubicBezTo>
                <a:cubicBezTo>
                  <a:pt x="2112" y="794"/>
                  <a:pt x="2102" y="795"/>
                  <a:pt x="2091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79" y="774"/>
                  <a:pt x="71" y="768"/>
                </a:cubicBezTo>
                <a:cubicBezTo>
                  <a:pt x="62" y="763"/>
                  <a:pt x="54" y="756"/>
                  <a:pt x="47" y="749"/>
                </a:cubicBezTo>
                <a:cubicBezTo>
                  <a:pt x="39" y="741"/>
                  <a:pt x="33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1147680" y="234324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明⽰呼び出し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618200" y="2704680"/>
            <a:ext cx="681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365920" y="26226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5" name=""/>
          <p:cNvSpPr/>
          <p:nvPr/>
        </p:nvSpPr>
        <p:spPr>
          <a:xfrm>
            <a:off x="1342800" y="30859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1"/>
                  <a:pt x="182" y="181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1"/>
                </a:cubicBezTo>
                <a:cubicBezTo>
                  <a:pt x="21" y="171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6" name=""/>
          <p:cNvSpPr/>
          <p:nvPr/>
        </p:nvSpPr>
        <p:spPr>
          <a:xfrm>
            <a:off x="1552320" y="2990520"/>
            <a:ext cx="1200600" cy="286200"/>
          </a:xfrm>
          <a:custGeom>
            <a:avLst/>
            <a:gdLst/>
            <a:ahLst/>
            <a:rect l="0" t="0" r="r" b="b"/>
            <a:pathLst>
              <a:path w="3335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1"/>
                  <a:pt x="62" y="34"/>
                  <a:pt x="71" y="28"/>
                </a:cubicBezTo>
                <a:cubicBezTo>
                  <a:pt x="79" y="22"/>
                  <a:pt x="89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176" y="0"/>
                </a:lnTo>
                <a:cubicBezTo>
                  <a:pt x="3187" y="0"/>
                  <a:pt x="3197" y="1"/>
                  <a:pt x="3207" y="3"/>
                </a:cubicBezTo>
                <a:cubicBezTo>
                  <a:pt x="3217" y="5"/>
                  <a:pt x="3227" y="9"/>
                  <a:pt x="3237" y="12"/>
                </a:cubicBezTo>
                <a:cubicBezTo>
                  <a:pt x="3247" y="16"/>
                  <a:pt x="3256" y="22"/>
                  <a:pt x="3264" y="28"/>
                </a:cubicBezTo>
                <a:cubicBezTo>
                  <a:pt x="3273" y="34"/>
                  <a:pt x="3281" y="41"/>
                  <a:pt x="3288" y="48"/>
                </a:cubicBezTo>
                <a:cubicBezTo>
                  <a:pt x="3296" y="55"/>
                  <a:pt x="3302" y="63"/>
                  <a:pt x="3308" y="72"/>
                </a:cubicBezTo>
                <a:cubicBezTo>
                  <a:pt x="3314" y="81"/>
                  <a:pt x="3319" y="90"/>
                  <a:pt x="3323" y="99"/>
                </a:cubicBezTo>
                <a:cubicBezTo>
                  <a:pt x="3327" y="109"/>
                  <a:pt x="3330" y="119"/>
                  <a:pt x="3332" y="129"/>
                </a:cubicBezTo>
                <a:cubicBezTo>
                  <a:pt x="3334" y="139"/>
                  <a:pt x="3335" y="150"/>
                  <a:pt x="3335" y="160"/>
                </a:cubicBezTo>
                <a:lnTo>
                  <a:pt x="3335" y="636"/>
                </a:lnTo>
                <a:cubicBezTo>
                  <a:pt x="3335" y="647"/>
                  <a:pt x="3334" y="657"/>
                  <a:pt x="3332" y="667"/>
                </a:cubicBezTo>
                <a:cubicBezTo>
                  <a:pt x="3330" y="678"/>
                  <a:pt x="3327" y="688"/>
                  <a:pt x="3323" y="697"/>
                </a:cubicBezTo>
                <a:cubicBezTo>
                  <a:pt x="3319" y="707"/>
                  <a:pt x="3314" y="716"/>
                  <a:pt x="3308" y="725"/>
                </a:cubicBezTo>
                <a:cubicBezTo>
                  <a:pt x="3302" y="733"/>
                  <a:pt x="3296" y="741"/>
                  <a:pt x="3288" y="749"/>
                </a:cubicBezTo>
                <a:cubicBezTo>
                  <a:pt x="3281" y="756"/>
                  <a:pt x="3273" y="763"/>
                  <a:pt x="3264" y="768"/>
                </a:cubicBezTo>
                <a:cubicBezTo>
                  <a:pt x="3256" y="774"/>
                  <a:pt x="3247" y="779"/>
                  <a:pt x="3237" y="783"/>
                </a:cubicBezTo>
                <a:cubicBezTo>
                  <a:pt x="3227" y="787"/>
                  <a:pt x="3217" y="790"/>
                  <a:pt x="3207" y="792"/>
                </a:cubicBezTo>
                <a:cubicBezTo>
                  <a:pt x="3197" y="794"/>
                  <a:pt x="3187" y="795"/>
                  <a:pt x="3176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79" y="774"/>
                  <a:pt x="71" y="768"/>
                </a:cubicBezTo>
                <a:cubicBezTo>
                  <a:pt x="62" y="763"/>
                  <a:pt x="54" y="756"/>
                  <a:pt x="47" y="749"/>
                </a:cubicBezTo>
                <a:cubicBezTo>
                  <a:pt x="39" y="741"/>
                  <a:pt x="33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2421000" y="263844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で⼀覧確認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618200" y="305712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$skill-name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753280" y="29750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0" name=""/>
          <p:cNvSpPr/>
          <p:nvPr/>
        </p:nvSpPr>
        <p:spPr>
          <a:xfrm>
            <a:off x="942840" y="34383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808000" y="299088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で指定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2" name=""/>
          <p:cNvSpPr/>
          <p:nvPr/>
        </p:nvSpPr>
        <p:spPr>
          <a:xfrm>
            <a:off x="1342800" y="37242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1"/>
                  <a:pt x="182" y="181"/>
                </a:cubicBezTo>
                <a:cubicBezTo>
                  <a:pt x="171" y="191"/>
                  <a:pt x="159" y="199"/>
                  <a:pt x="146" y="204"/>
                </a:cubicBezTo>
                <a:cubicBezTo>
                  <a:pt x="133" y="210"/>
                  <a:pt x="120" y="212"/>
                  <a:pt x="106" y="212"/>
                </a:cubicBezTo>
                <a:cubicBezTo>
                  <a:pt x="92" y="212"/>
                  <a:pt x="78" y="210"/>
                  <a:pt x="65" y="204"/>
                </a:cubicBezTo>
                <a:cubicBezTo>
                  <a:pt x="52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cubicBezTo>
                  <a:pt x="120" y="0"/>
                  <a:pt x="133" y="2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147680" y="3343320"/>
            <a:ext cx="79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暗黙利⽤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547640" y="362916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依頼⽂の内容が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5" name=""/>
          <p:cNvSpPr/>
          <p:nvPr/>
        </p:nvSpPr>
        <p:spPr>
          <a:xfrm>
            <a:off x="3000240" y="3638520"/>
            <a:ext cx="1209960" cy="276480"/>
          </a:xfrm>
          <a:custGeom>
            <a:avLst/>
            <a:gdLst/>
            <a:ahLst/>
            <a:rect l="0" t="0" r="r" b="b"/>
            <a:pathLst>
              <a:path w="3361" h="768">
                <a:moveTo>
                  <a:pt x="0" y="609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lnTo>
                  <a:pt x="3202" y="0"/>
                </a:lnTo>
                <a:cubicBezTo>
                  <a:pt x="3213" y="0"/>
                  <a:pt x="3223" y="1"/>
                  <a:pt x="3233" y="3"/>
                </a:cubicBezTo>
                <a:cubicBezTo>
                  <a:pt x="3244" y="5"/>
                  <a:pt x="3253" y="8"/>
                  <a:pt x="3263" y="12"/>
                </a:cubicBezTo>
                <a:cubicBezTo>
                  <a:pt x="3273" y="16"/>
                  <a:pt x="3282" y="21"/>
                  <a:pt x="3291" y="26"/>
                </a:cubicBezTo>
                <a:cubicBezTo>
                  <a:pt x="3299" y="32"/>
                  <a:pt x="3307" y="39"/>
                  <a:pt x="3315" y="46"/>
                </a:cubicBezTo>
                <a:cubicBezTo>
                  <a:pt x="3322" y="53"/>
                  <a:pt x="3329" y="61"/>
                  <a:pt x="3334" y="70"/>
                </a:cubicBezTo>
                <a:cubicBezTo>
                  <a:pt x="3340" y="79"/>
                  <a:pt x="3345" y="88"/>
                  <a:pt x="3349" y="98"/>
                </a:cubicBezTo>
                <a:cubicBezTo>
                  <a:pt x="3353" y="107"/>
                  <a:pt x="3356" y="117"/>
                  <a:pt x="3358" y="127"/>
                </a:cubicBezTo>
                <a:cubicBezTo>
                  <a:pt x="3360" y="138"/>
                  <a:pt x="3361" y="148"/>
                  <a:pt x="3361" y="158"/>
                </a:cubicBezTo>
                <a:lnTo>
                  <a:pt x="3361" y="609"/>
                </a:lnTo>
                <a:cubicBezTo>
                  <a:pt x="3361" y="620"/>
                  <a:pt x="3360" y="630"/>
                  <a:pt x="3358" y="640"/>
                </a:cubicBezTo>
                <a:cubicBezTo>
                  <a:pt x="3356" y="650"/>
                  <a:pt x="3353" y="660"/>
                  <a:pt x="3349" y="670"/>
                </a:cubicBezTo>
                <a:cubicBezTo>
                  <a:pt x="3345" y="680"/>
                  <a:pt x="3340" y="689"/>
                  <a:pt x="3334" y="697"/>
                </a:cubicBezTo>
                <a:cubicBezTo>
                  <a:pt x="3329" y="706"/>
                  <a:pt x="3322" y="714"/>
                  <a:pt x="3315" y="721"/>
                </a:cubicBezTo>
                <a:cubicBezTo>
                  <a:pt x="3307" y="729"/>
                  <a:pt x="3299" y="735"/>
                  <a:pt x="3291" y="741"/>
                </a:cubicBezTo>
                <a:cubicBezTo>
                  <a:pt x="3282" y="747"/>
                  <a:pt x="3273" y="752"/>
                  <a:pt x="3263" y="756"/>
                </a:cubicBezTo>
                <a:cubicBezTo>
                  <a:pt x="3253" y="760"/>
                  <a:pt x="3244" y="763"/>
                  <a:pt x="3233" y="765"/>
                </a:cubicBezTo>
                <a:cubicBezTo>
                  <a:pt x="3223" y="767"/>
                  <a:pt x="3213" y="768"/>
                  <a:pt x="3202" y="768"/>
                </a:cubicBezTo>
                <a:lnTo>
                  <a:pt x="160" y="768"/>
                </a:lnTo>
                <a:cubicBezTo>
                  <a:pt x="149" y="768"/>
                  <a:pt x="139" y="767"/>
                  <a:pt x="129" y="765"/>
                </a:cubicBezTo>
                <a:cubicBezTo>
                  <a:pt x="118" y="763"/>
                  <a:pt x="109" y="760"/>
                  <a:pt x="99" y="756"/>
                </a:cubicBezTo>
                <a:cubicBezTo>
                  <a:pt x="89" y="752"/>
                  <a:pt x="80" y="747"/>
                  <a:pt x="71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2" y="706"/>
                  <a:pt x="27" y="697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0"/>
                  <a:pt x="5" y="650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2948040" y="36133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3073320" y="370476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description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4208400" y="36133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4263120" y="362916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に合うと⾃動選択される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747720" y="408636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1" name=""/>
          <p:cNvSpPr/>
          <p:nvPr/>
        </p:nvSpPr>
        <p:spPr>
          <a:xfrm>
            <a:off x="942840" y="4628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947880" y="40705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3" name=""/>
          <p:cNvSpPr/>
          <p:nvPr/>
        </p:nvSpPr>
        <p:spPr>
          <a:xfrm>
            <a:off x="1342800" y="491472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199" y="159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4" name=""/>
          <p:cNvSpPr/>
          <p:nvPr/>
        </p:nvSpPr>
        <p:spPr>
          <a:xfrm>
            <a:off x="1552320" y="4819320"/>
            <a:ext cx="1686240" cy="286200"/>
          </a:xfrm>
          <a:custGeom>
            <a:avLst/>
            <a:gdLst/>
            <a:ahLst/>
            <a:rect l="0" t="0" r="r" b="b"/>
            <a:pathLst>
              <a:path w="4684" h="795">
                <a:moveTo>
                  <a:pt x="0" y="636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9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526" y="0"/>
                </a:lnTo>
                <a:cubicBezTo>
                  <a:pt x="4536" y="0"/>
                  <a:pt x="4546" y="1"/>
                  <a:pt x="4557" y="3"/>
                </a:cubicBezTo>
                <a:cubicBezTo>
                  <a:pt x="4567" y="5"/>
                  <a:pt x="4577" y="9"/>
                  <a:pt x="4586" y="12"/>
                </a:cubicBezTo>
                <a:cubicBezTo>
                  <a:pt x="4596" y="16"/>
                  <a:pt x="4605" y="21"/>
                  <a:pt x="4614" y="27"/>
                </a:cubicBezTo>
                <a:cubicBezTo>
                  <a:pt x="4622" y="33"/>
                  <a:pt x="4630" y="40"/>
                  <a:pt x="4638" y="47"/>
                </a:cubicBezTo>
                <a:cubicBezTo>
                  <a:pt x="4645" y="54"/>
                  <a:pt x="4652" y="62"/>
                  <a:pt x="4658" y="71"/>
                </a:cubicBezTo>
                <a:cubicBezTo>
                  <a:pt x="4663" y="80"/>
                  <a:pt x="4668" y="89"/>
                  <a:pt x="4672" y="98"/>
                </a:cubicBezTo>
                <a:cubicBezTo>
                  <a:pt x="4676" y="108"/>
                  <a:pt x="4679" y="118"/>
                  <a:pt x="4681" y="128"/>
                </a:cubicBezTo>
                <a:cubicBezTo>
                  <a:pt x="4683" y="138"/>
                  <a:pt x="4684" y="149"/>
                  <a:pt x="4684" y="159"/>
                </a:cubicBezTo>
                <a:lnTo>
                  <a:pt x="4684" y="636"/>
                </a:lnTo>
                <a:cubicBezTo>
                  <a:pt x="4684" y="647"/>
                  <a:pt x="4683" y="657"/>
                  <a:pt x="4681" y="667"/>
                </a:cubicBezTo>
                <a:cubicBezTo>
                  <a:pt x="4679" y="678"/>
                  <a:pt x="4676" y="688"/>
                  <a:pt x="4672" y="697"/>
                </a:cubicBezTo>
                <a:cubicBezTo>
                  <a:pt x="4668" y="707"/>
                  <a:pt x="4663" y="716"/>
                  <a:pt x="4658" y="725"/>
                </a:cubicBezTo>
                <a:cubicBezTo>
                  <a:pt x="4652" y="733"/>
                  <a:pt x="4645" y="741"/>
                  <a:pt x="4638" y="749"/>
                </a:cubicBezTo>
                <a:cubicBezTo>
                  <a:pt x="4630" y="756"/>
                  <a:pt x="4622" y="763"/>
                  <a:pt x="4614" y="768"/>
                </a:cubicBezTo>
                <a:cubicBezTo>
                  <a:pt x="4605" y="774"/>
                  <a:pt x="4596" y="779"/>
                  <a:pt x="4586" y="783"/>
                </a:cubicBezTo>
                <a:cubicBezTo>
                  <a:pt x="4577" y="787"/>
                  <a:pt x="4567" y="790"/>
                  <a:pt x="4557" y="792"/>
                </a:cubicBezTo>
                <a:cubicBezTo>
                  <a:pt x="4546" y="794"/>
                  <a:pt x="4536" y="795"/>
                  <a:pt x="4526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79" y="774"/>
                  <a:pt x="71" y="768"/>
                </a:cubicBezTo>
                <a:cubicBezTo>
                  <a:pt x="62" y="763"/>
                  <a:pt x="54" y="756"/>
                  <a:pt x="47" y="749"/>
                </a:cubicBezTo>
                <a:cubicBezTo>
                  <a:pt x="39" y="741"/>
                  <a:pt x="33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8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147680" y="4533840"/>
            <a:ext cx="479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「ログイン、ログアウト、保護ページを実装したい」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618200" y="4885920"/>
            <a:ext cx="1555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auth-and-session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237120" y="48038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291840" y="481968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系の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3692160" y="4803840"/>
            <a:ext cx="439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131360" y="4819680"/>
            <a:ext cx="1797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が読み込まれやすい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5" name=""/>
          <p:cNvSpPr/>
          <p:nvPr/>
        </p:nvSpPr>
        <p:spPr>
          <a:xfrm>
            <a:off x="757080" y="2528640"/>
            <a:ext cx="10687320" cy="1105200"/>
          </a:xfrm>
          <a:custGeom>
            <a:avLst/>
            <a:gdLst/>
            <a:ahLst/>
            <a:rect l="0" t="0" r="r" b="b"/>
            <a:pathLst>
              <a:path w="29687" h="3070">
                <a:moveTo>
                  <a:pt x="0" y="29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925"/>
                </a:lnTo>
                <a:cubicBezTo>
                  <a:pt x="29687" y="2934"/>
                  <a:pt x="29686" y="2944"/>
                  <a:pt x="29684" y="2953"/>
                </a:cubicBezTo>
                <a:cubicBezTo>
                  <a:pt x="29683" y="2963"/>
                  <a:pt x="29680" y="2972"/>
                  <a:pt x="29676" y="2981"/>
                </a:cubicBezTo>
                <a:cubicBezTo>
                  <a:pt x="29672" y="2989"/>
                  <a:pt x="29668" y="2998"/>
                  <a:pt x="29663" y="3006"/>
                </a:cubicBezTo>
                <a:cubicBezTo>
                  <a:pt x="29657" y="3014"/>
                  <a:pt x="29651" y="3021"/>
                  <a:pt x="29645" y="3028"/>
                </a:cubicBezTo>
                <a:cubicBezTo>
                  <a:pt x="29638" y="3034"/>
                  <a:pt x="29630" y="3041"/>
                  <a:pt x="29623" y="3046"/>
                </a:cubicBezTo>
                <a:cubicBezTo>
                  <a:pt x="29615" y="3051"/>
                  <a:pt x="29606" y="3056"/>
                  <a:pt x="29597" y="3059"/>
                </a:cubicBezTo>
                <a:cubicBezTo>
                  <a:pt x="29589" y="3063"/>
                  <a:pt x="29579" y="3066"/>
                  <a:pt x="29570" y="3068"/>
                </a:cubicBezTo>
                <a:cubicBezTo>
                  <a:pt x="29561" y="3069"/>
                  <a:pt x="29551" y="3070"/>
                  <a:pt x="29542" y="3070"/>
                </a:cubicBezTo>
                <a:lnTo>
                  <a:pt x="145" y="3070"/>
                </a:lnTo>
                <a:cubicBezTo>
                  <a:pt x="136" y="3070"/>
                  <a:pt x="126" y="3069"/>
                  <a:pt x="117" y="3068"/>
                </a:cubicBezTo>
                <a:cubicBezTo>
                  <a:pt x="108" y="3066"/>
                  <a:pt x="99" y="3063"/>
                  <a:pt x="90" y="3059"/>
                </a:cubicBezTo>
                <a:cubicBezTo>
                  <a:pt x="81" y="3056"/>
                  <a:pt x="73" y="3051"/>
                  <a:pt x="65" y="3046"/>
                </a:cubicBezTo>
                <a:cubicBezTo>
                  <a:pt x="57" y="3041"/>
                  <a:pt x="49" y="3034"/>
                  <a:pt x="43" y="3028"/>
                </a:cubicBezTo>
                <a:cubicBezTo>
                  <a:pt x="36" y="3021"/>
                  <a:pt x="30" y="3014"/>
                  <a:pt x="24" y="3006"/>
                </a:cubicBezTo>
                <a:cubicBezTo>
                  <a:pt x="19" y="2998"/>
                  <a:pt x="15" y="2989"/>
                  <a:pt x="11" y="2981"/>
                </a:cubicBezTo>
                <a:cubicBezTo>
                  <a:pt x="7" y="2972"/>
                  <a:pt x="5" y="2963"/>
                  <a:pt x="3" y="2953"/>
                </a:cubicBezTo>
                <a:cubicBezTo>
                  <a:pt x="1" y="2944"/>
                  <a:pt x="0" y="2934"/>
                  <a:pt x="0" y="29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6" name=""/>
          <p:cNvSpPr/>
          <p:nvPr/>
        </p:nvSpPr>
        <p:spPr>
          <a:xfrm>
            <a:off x="757080" y="2528640"/>
            <a:ext cx="10687320" cy="1105200"/>
          </a:xfrm>
          <a:custGeom>
            <a:avLst/>
            <a:gdLst/>
            <a:ahLst/>
            <a:rect l="0" t="0" r="r" b="b"/>
            <a:pathLst>
              <a:path w="29687" h="3070">
                <a:moveTo>
                  <a:pt x="0" y="29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925"/>
                </a:lnTo>
                <a:cubicBezTo>
                  <a:pt x="29687" y="2934"/>
                  <a:pt x="29686" y="2944"/>
                  <a:pt x="29684" y="2953"/>
                </a:cubicBezTo>
                <a:cubicBezTo>
                  <a:pt x="29683" y="2963"/>
                  <a:pt x="29680" y="2972"/>
                  <a:pt x="29676" y="2981"/>
                </a:cubicBezTo>
                <a:cubicBezTo>
                  <a:pt x="29672" y="2989"/>
                  <a:pt x="29668" y="2998"/>
                  <a:pt x="29663" y="3006"/>
                </a:cubicBezTo>
                <a:cubicBezTo>
                  <a:pt x="29657" y="3014"/>
                  <a:pt x="29651" y="3021"/>
                  <a:pt x="29645" y="3028"/>
                </a:cubicBezTo>
                <a:cubicBezTo>
                  <a:pt x="29638" y="3034"/>
                  <a:pt x="29630" y="3041"/>
                  <a:pt x="29623" y="3046"/>
                </a:cubicBezTo>
                <a:cubicBezTo>
                  <a:pt x="29615" y="3051"/>
                  <a:pt x="29606" y="3056"/>
                  <a:pt x="29597" y="3059"/>
                </a:cubicBezTo>
                <a:cubicBezTo>
                  <a:pt x="29589" y="3063"/>
                  <a:pt x="29579" y="3066"/>
                  <a:pt x="29570" y="3068"/>
                </a:cubicBezTo>
                <a:cubicBezTo>
                  <a:pt x="29561" y="3069"/>
                  <a:pt x="29551" y="3070"/>
                  <a:pt x="29542" y="3070"/>
                </a:cubicBezTo>
                <a:lnTo>
                  <a:pt x="145" y="3070"/>
                </a:lnTo>
                <a:cubicBezTo>
                  <a:pt x="136" y="3070"/>
                  <a:pt x="126" y="3069"/>
                  <a:pt x="117" y="3068"/>
                </a:cubicBezTo>
                <a:cubicBezTo>
                  <a:pt x="108" y="3066"/>
                  <a:pt x="99" y="3063"/>
                  <a:pt x="90" y="3059"/>
                </a:cubicBezTo>
                <a:cubicBezTo>
                  <a:pt x="81" y="3056"/>
                  <a:pt x="73" y="3051"/>
                  <a:pt x="65" y="3046"/>
                </a:cubicBezTo>
                <a:cubicBezTo>
                  <a:pt x="57" y="3041"/>
                  <a:pt x="49" y="3034"/>
                  <a:pt x="43" y="3028"/>
                </a:cubicBezTo>
                <a:cubicBezTo>
                  <a:pt x="36" y="3021"/>
                  <a:pt x="30" y="3014"/>
                  <a:pt x="24" y="3006"/>
                </a:cubicBezTo>
                <a:cubicBezTo>
                  <a:pt x="19" y="2998"/>
                  <a:pt x="15" y="2989"/>
                  <a:pt x="11" y="2981"/>
                </a:cubicBezTo>
                <a:cubicBezTo>
                  <a:pt x="7" y="2972"/>
                  <a:pt x="5" y="2963"/>
                  <a:pt x="3" y="2953"/>
                </a:cubicBezTo>
                <a:cubicBezTo>
                  <a:pt x="1" y="2944"/>
                  <a:pt x="0" y="2934"/>
                  <a:pt x="0" y="29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7" name=""/>
          <p:cNvSpPr/>
          <p:nvPr/>
        </p:nvSpPr>
        <p:spPr>
          <a:xfrm>
            <a:off x="757080" y="3795480"/>
            <a:ext cx="10687320" cy="1105200"/>
          </a:xfrm>
          <a:custGeom>
            <a:avLst/>
            <a:gdLst/>
            <a:ahLst/>
            <a:rect l="0" t="0" r="r" b="b"/>
            <a:pathLst>
              <a:path w="29687" h="3070">
                <a:moveTo>
                  <a:pt x="0" y="29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925"/>
                </a:lnTo>
                <a:cubicBezTo>
                  <a:pt x="29687" y="2934"/>
                  <a:pt x="29686" y="2944"/>
                  <a:pt x="29684" y="2953"/>
                </a:cubicBezTo>
                <a:cubicBezTo>
                  <a:pt x="29683" y="2963"/>
                  <a:pt x="29680" y="2972"/>
                  <a:pt x="29676" y="2980"/>
                </a:cubicBezTo>
                <a:cubicBezTo>
                  <a:pt x="29672" y="2989"/>
                  <a:pt x="29668" y="2998"/>
                  <a:pt x="29663" y="3006"/>
                </a:cubicBezTo>
                <a:cubicBezTo>
                  <a:pt x="29657" y="3014"/>
                  <a:pt x="29651" y="3021"/>
                  <a:pt x="29645" y="3028"/>
                </a:cubicBezTo>
                <a:cubicBezTo>
                  <a:pt x="29638" y="3034"/>
                  <a:pt x="29630" y="3040"/>
                  <a:pt x="29623" y="3046"/>
                </a:cubicBezTo>
                <a:cubicBezTo>
                  <a:pt x="29615" y="3051"/>
                  <a:pt x="29606" y="3056"/>
                  <a:pt x="29597" y="3059"/>
                </a:cubicBezTo>
                <a:cubicBezTo>
                  <a:pt x="29589" y="3063"/>
                  <a:pt x="29579" y="3066"/>
                  <a:pt x="29570" y="3068"/>
                </a:cubicBezTo>
                <a:cubicBezTo>
                  <a:pt x="29561" y="3069"/>
                  <a:pt x="29551" y="3070"/>
                  <a:pt x="29542" y="3070"/>
                </a:cubicBezTo>
                <a:lnTo>
                  <a:pt x="145" y="3070"/>
                </a:lnTo>
                <a:cubicBezTo>
                  <a:pt x="136" y="3070"/>
                  <a:pt x="126" y="3069"/>
                  <a:pt x="117" y="3068"/>
                </a:cubicBezTo>
                <a:cubicBezTo>
                  <a:pt x="108" y="3066"/>
                  <a:pt x="99" y="3063"/>
                  <a:pt x="90" y="3059"/>
                </a:cubicBezTo>
                <a:cubicBezTo>
                  <a:pt x="81" y="3056"/>
                  <a:pt x="73" y="3051"/>
                  <a:pt x="65" y="3046"/>
                </a:cubicBezTo>
                <a:cubicBezTo>
                  <a:pt x="57" y="3040"/>
                  <a:pt x="49" y="3034"/>
                  <a:pt x="43" y="3028"/>
                </a:cubicBezTo>
                <a:cubicBezTo>
                  <a:pt x="36" y="3021"/>
                  <a:pt x="30" y="3014"/>
                  <a:pt x="24" y="3006"/>
                </a:cubicBezTo>
                <a:cubicBezTo>
                  <a:pt x="19" y="2998"/>
                  <a:pt x="15" y="2989"/>
                  <a:pt x="11" y="2980"/>
                </a:cubicBezTo>
                <a:cubicBezTo>
                  <a:pt x="7" y="2972"/>
                  <a:pt x="5" y="2963"/>
                  <a:pt x="3" y="2953"/>
                </a:cubicBezTo>
                <a:cubicBezTo>
                  <a:pt x="1" y="2944"/>
                  <a:pt x="0" y="2934"/>
                  <a:pt x="0" y="29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8" name=""/>
          <p:cNvSpPr/>
          <p:nvPr/>
        </p:nvSpPr>
        <p:spPr>
          <a:xfrm>
            <a:off x="757080" y="3795480"/>
            <a:ext cx="10687320" cy="1105200"/>
          </a:xfrm>
          <a:custGeom>
            <a:avLst/>
            <a:gdLst/>
            <a:ahLst/>
            <a:rect l="0" t="0" r="r" b="b"/>
            <a:pathLst>
              <a:path w="29687" h="3070">
                <a:moveTo>
                  <a:pt x="0" y="29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925"/>
                </a:lnTo>
                <a:cubicBezTo>
                  <a:pt x="29687" y="2934"/>
                  <a:pt x="29686" y="2944"/>
                  <a:pt x="29684" y="2953"/>
                </a:cubicBezTo>
                <a:cubicBezTo>
                  <a:pt x="29683" y="2963"/>
                  <a:pt x="29680" y="2972"/>
                  <a:pt x="29676" y="2980"/>
                </a:cubicBezTo>
                <a:cubicBezTo>
                  <a:pt x="29672" y="2989"/>
                  <a:pt x="29668" y="2998"/>
                  <a:pt x="29663" y="3006"/>
                </a:cubicBezTo>
                <a:cubicBezTo>
                  <a:pt x="29657" y="3014"/>
                  <a:pt x="29651" y="3021"/>
                  <a:pt x="29645" y="3028"/>
                </a:cubicBezTo>
                <a:cubicBezTo>
                  <a:pt x="29638" y="3034"/>
                  <a:pt x="29630" y="3040"/>
                  <a:pt x="29623" y="3046"/>
                </a:cubicBezTo>
                <a:cubicBezTo>
                  <a:pt x="29615" y="3051"/>
                  <a:pt x="29606" y="3056"/>
                  <a:pt x="29597" y="3059"/>
                </a:cubicBezTo>
                <a:cubicBezTo>
                  <a:pt x="29589" y="3063"/>
                  <a:pt x="29579" y="3066"/>
                  <a:pt x="29570" y="3068"/>
                </a:cubicBezTo>
                <a:cubicBezTo>
                  <a:pt x="29561" y="3069"/>
                  <a:pt x="29551" y="3070"/>
                  <a:pt x="29542" y="3070"/>
                </a:cubicBezTo>
                <a:lnTo>
                  <a:pt x="145" y="3070"/>
                </a:lnTo>
                <a:cubicBezTo>
                  <a:pt x="136" y="3070"/>
                  <a:pt x="126" y="3069"/>
                  <a:pt x="117" y="3068"/>
                </a:cubicBezTo>
                <a:cubicBezTo>
                  <a:pt x="108" y="3066"/>
                  <a:pt x="99" y="3063"/>
                  <a:pt x="90" y="3059"/>
                </a:cubicBezTo>
                <a:cubicBezTo>
                  <a:pt x="81" y="3056"/>
                  <a:pt x="73" y="3051"/>
                  <a:pt x="65" y="3046"/>
                </a:cubicBezTo>
                <a:cubicBezTo>
                  <a:pt x="57" y="3040"/>
                  <a:pt x="49" y="3034"/>
                  <a:pt x="43" y="3028"/>
                </a:cubicBezTo>
                <a:cubicBezTo>
                  <a:pt x="36" y="3021"/>
                  <a:pt x="30" y="3014"/>
                  <a:pt x="24" y="3006"/>
                </a:cubicBezTo>
                <a:cubicBezTo>
                  <a:pt x="19" y="2998"/>
                  <a:pt x="15" y="2989"/>
                  <a:pt x="11" y="2980"/>
                </a:cubicBezTo>
                <a:cubicBezTo>
                  <a:pt x="7" y="2972"/>
                  <a:pt x="5" y="2963"/>
                  <a:pt x="3" y="2953"/>
                </a:cubicBezTo>
                <a:cubicBezTo>
                  <a:pt x="1" y="2944"/>
                  <a:pt x="0" y="2934"/>
                  <a:pt x="0" y="29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747720" y="1500480"/>
            <a:ext cx="551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4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skill 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0" name=""/>
          <p:cNvSpPr/>
          <p:nvPr/>
        </p:nvSpPr>
        <p:spPr>
          <a:xfrm>
            <a:off x="752400" y="2095200"/>
            <a:ext cx="810000" cy="286200"/>
          </a:xfrm>
          <a:custGeom>
            <a:avLst/>
            <a:gdLst/>
            <a:ahLst/>
            <a:rect l="0" t="0" r="r" b="b"/>
            <a:pathLst>
              <a:path w="2250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091" y="0"/>
                </a:lnTo>
                <a:cubicBezTo>
                  <a:pt x="2101" y="0"/>
                  <a:pt x="2112" y="1"/>
                  <a:pt x="2122" y="3"/>
                </a:cubicBezTo>
                <a:cubicBezTo>
                  <a:pt x="2132" y="5"/>
                  <a:pt x="2142" y="8"/>
                  <a:pt x="2152" y="12"/>
                </a:cubicBezTo>
                <a:cubicBezTo>
                  <a:pt x="2161" y="16"/>
                  <a:pt x="2170" y="21"/>
                  <a:pt x="2179" y="27"/>
                </a:cubicBezTo>
                <a:cubicBezTo>
                  <a:pt x="2188" y="33"/>
                  <a:pt x="2196" y="39"/>
                  <a:pt x="2203" y="47"/>
                </a:cubicBezTo>
                <a:cubicBezTo>
                  <a:pt x="2211" y="54"/>
                  <a:pt x="2217" y="62"/>
                  <a:pt x="2223" y="71"/>
                </a:cubicBezTo>
                <a:cubicBezTo>
                  <a:pt x="2229" y="80"/>
                  <a:pt x="2234" y="89"/>
                  <a:pt x="2238" y="98"/>
                </a:cubicBezTo>
                <a:cubicBezTo>
                  <a:pt x="2242" y="108"/>
                  <a:pt x="2245" y="118"/>
                  <a:pt x="2247" y="129"/>
                </a:cubicBezTo>
                <a:cubicBezTo>
                  <a:pt x="2249" y="139"/>
                  <a:pt x="2250" y="150"/>
                  <a:pt x="2250" y="160"/>
                </a:cubicBezTo>
                <a:lnTo>
                  <a:pt x="2250" y="636"/>
                </a:lnTo>
                <a:cubicBezTo>
                  <a:pt x="2250" y="647"/>
                  <a:pt x="2249" y="657"/>
                  <a:pt x="2247" y="667"/>
                </a:cubicBezTo>
                <a:cubicBezTo>
                  <a:pt x="2245" y="678"/>
                  <a:pt x="2242" y="687"/>
                  <a:pt x="2238" y="697"/>
                </a:cubicBezTo>
                <a:cubicBezTo>
                  <a:pt x="2234" y="707"/>
                  <a:pt x="2229" y="716"/>
                  <a:pt x="2223" y="725"/>
                </a:cubicBezTo>
                <a:cubicBezTo>
                  <a:pt x="2217" y="733"/>
                  <a:pt x="2211" y="741"/>
                  <a:pt x="2203" y="749"/>
                </a:cubicBezTo>
                <a:cubicBezTo>
                  <a:pt x="2196" y="756"/>
                  <a:pt x="2188" y="763"/>
                  <a:pt x="2179" y="768"/>
                </a:cubicBezTo>
                <a:cubicBezTo>
                  <a:pt x="2170" y="774"/>
                  <a:pt x="2161" y="779"/>
                  <a:pt x="2152" y="783"/>
                </a:cubicBezTo>
                <a:cubicBezTo>
                  <a:pt x="2142" y="787"/>
                  <a:pt x="2132" y="790"/>
                  <a:pt x="2122" y="792"/>
                </a:cubicBezTo>
                <a:cubicBezTo>
                  <a:pt x="2112" y="794"/>
                  <a:pt x="2101" y="795"/>
                  <a:pt x="2091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6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271520" y="1521000"/>
            <a:ext cx="18144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を更新したとき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818280" y="2161800"/>
            <a:ext cx="681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skills/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1566000" y="20797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1620720" y="209556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5" name=""/>
          <p:cNvSpPr/>
          <p:nvPr/>
        </p:nvSpPr>
        <p:spPr>
          <a:xfrm>
            <a:off x="1876320" y="2095200"/>
            <a:ext cx="1200600" cy="286200"/>
          </a:xfrm>
          <a:custGeom>
            <a:avLst/>
            <a:gdLst/>
            <a:ahLst/>
            <a:rect l="0" t="0" r="r" b="b"/>
            <a:pathLst>
              <a:path w="3335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76" y="0"/>
                </a:lnTo>
                <a:cubicBezTo>
                  <a:pt x="3186" y="0"/>
                  <a:pt x="3197" y="1"/>
                  <a:pt x="3207" y="3"/>
                </a:cubicBezTo>
                <a:cubicBezTo>
                  <a:pt x="3217" y="5"/>
                  <a:pt x="3227" y="8"/>
                  <a:pt x="3237" y="12"/>
                </a:cubicBezTo>
                <a:cubicBezTo>
                  <a:pt x="3246" y="16"/>
                  <a:pt x="3255" y="21"/>
                  <a:pt x="3264" y="27"/>
                </a:cubicBezTo>
                <a:cubicBezTo>
                  <a:pt x="3273" y="33"/>
                  <a:pt x="3281" y="39"/>
                  <a:pt x="3288" y="47"/>
                </a:cubicBezTo>
                <a:cubicBezTo>
                  <a:pt x="3295" y="54"/>
                  <a:pt x="3302" y="62"/>
                  <a:pt x="3308" y="71"/>
                </a:cubicBezTo>
                <a:cubicBezTo>
                  <a:pt x="3314" y="80"/>
                  <a:pt x="3318" y="89"/>
                  <a:pt x="3322" y="98"/>
                </a:cubicBezTo>
                <a:cubicBezTo>
                  <a:pt x="3326" y="108"/>
                  <a:pt x="3329" y="118"/>
                  <a:pt x="3331" y="129"/>
                </a:cubicBezTo>
                <a:cubicBezTo>
                  <a:pt x="3334" y="139"/>
                  <a:pt x="3335" y="150"/>
                  <a:pt x="3335" y="160"/>
                </a:cubicBezTo>
                <a:lnTo>
                  <a:pt x="3335" y="636"/>
                </a:lnTo>
                <a:cubicBezTo>
                  <a:pt x="3335" y="647"/>
                  <a:pt x="3334" y="657"/>
                  <a:pt x="3331" y="667"/>
                </a:cubicBezTo>
                <a:cubicBezTo>
                  <a:pt x="3329" y="678"/>
                  <a:pt x="3326" y="687"/>
                  <a:pt x="3322" y="697"/>
                </a:cubicBezTo>
                <a:cubicBezTo>
                  <a:pt x="3318" y="707"/>
                  <a:pt x="3314" y="716"/>
                  <a:pt x="3308" y="725"/>
                </a:cubicBezTo>
                <a:cubicBezTo>
                  <a:pt x="3302" y="733"/>
                  <a:pt x="3295" y="741"/>
                  <a:pt x="3288" y="749"/>
                </a:cubicBezTo>
                <a:cubicBezTo>
                  <a:pt x="3281" y="756"/>
                  <a:pt x="3273" y="763"/>
                  <a:pt x="3264" y="768"/>
                </a:cubicBezTo>
                <a:cubicBezTo>
                  <a:pt x="3255" y="774"/>
                  <a:pt x="3246" y="779"/>
                  <a:pt x="3237" y="783"/>
                </a:cubicBezTo>
                <a:cubicBezTo>
                  <a:pt x="3227" y="787"/>
                  <a:pt x="3217" y="790"/>
                  <a:pt x="3207" y="792"/>
                </a:cubicBezTo>
                <a:cubicBezTo>
                  <a:pt x="3197" y="794"/>
                  <a:pt x="3186" y="795"/>
                  <a:pt x="3176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3"/>
                  <a:pt x="54" y="756"/>
                  <a:pt x="46" y="749"/>
                </a:cubicBezTo>
                <a:cubicBezTo>
                  <a:pt x="39" y="741"/>
                  <a:pt x="32" y="733"/>
                  <a:pt x="27" y="725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8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1820880" y="20797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1946160" y="216180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references/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3080880" y="20797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3135960" y="2095560"/>
            <a:ext cx="3993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を編集したら、同じコピーを再実⾏します。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914400" y="2712240"/>
            <a:ext cx="5162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914400" y="3102480"/>
            <a:ext cx="6851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.\skills\*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.\.agents\skills\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914400" y="3302640"/>
            <a:ext cx="76021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.\references\*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.\.agents\references\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914400" y="3979080"/>
            <a:ext cx="4223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cd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/c/Users/username/work/minimal-skills-pack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914400" y="4369320"/>
            <a:ext cx="3191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-R ./skills/. ./.agents/skills/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914400" y="4569480"/>
            <a:ext cx="3942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cp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-R ./references/. ./.agents/references/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47720" y="5070600"/>
            <a:ext cx="60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Codex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357920" y="5086440"/>
            <a:ext cx="579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は⾃動検出しますが、反映されない場合は再起動してください。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2" name=""/>
          <p:cNvSpPr/>
          <p:nvPr/>
        </p:nvSpPr>
        <p:spPr>
          <a:xfrm>
            <a:off x="757080" y="3166920"/>
            <a:ext cx="10687320" cy="1886400"/>
          </a:xfrm>
          <a:custGeom>
            <a:avLst/>
            <a:gdLst/>
            <a:ahLst/>
            <a:rect l="0" t="0" r="r" b="b"/>
            <a:pathLst>
              <a:path w="29687" h="5240">
                <a:moveTo>
                  <a:pt x="0" y="50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94"/>
                </a:lnTo>
                <a:cubicBezTo>
                  <a:pt x="29687" y="5104"/>
                  <a:pt x="29686" y="5113"/>
                  <a:pt x="29684" y="5123"/>
                </a:cubicBezTo>
                <a:cubicBezTo>
                  <a:pt x="29683" y="5132"/>
                  <a:pt x="29680" y="5141"/>
                  <a:pt x="29676" y="5150"/>
                </a:cubicBezTo>
                <a:cubicBezTo>
                  <a:pt x="29672" y="5159"/>
                  <a:pt x="29668" y="5167"/>
                  <a:pt x="29663" y="5175"/>
                </a:cubicBezTo>
                <a:cubicBezTo>
                  <a:pt x="29657" y="5183"/>
                  <a:pt x="29651" y="5190"/>
                  <a:pt x="29645" y="5197"/>
                </a:cubicBezTo>
                <a:cubicBezTo>
                  <a:pt x="29638" y="5204"/>
                  <a:pt x="29630" y="5210"/>
                  <a:pt x="29623" y="5215"/>
                </a:cubicBezTo>
                <a:cubicBezTo>
                  <a:pt x="29615" y="5220"/>
                  <a:pt x="29606" y="5225"/>
                  <a:pt x="29597" y="5229"/>
                </a:cubicBezTo>
                <a:cubicBezTo>
                  <a:pt x="29589" y="5232"/>
                  <a:pt x="29579" y="5235"/>
                  <a:pt x="29570" y="5237"/>
                </a:cubicBezTo>
                <a:cubicBezTo>
                  <a:pt x="29561" y="5239"/>
                  <a:pt x="29551" y="5240"/>
                  <a:pt x="29542" y="5240"/>
                </a:cubicBezTo>
                <a:lnTo>
                  <a:pt x="145" y="5240"/>
                </a:lnTo>
                <a:cubicBezTo>
                  <a:pt x="136" y="5240"/>
                  <a:pt x="126" y="5239"/>
                  <a:pt x="117" y="5237"/>
                </a:cubicBezTo>
                <a:cubicBezTo>
                  <a:pt x="108" y="5235"/>
                  <a:pt x="99" y="5232"/>
                  <a:pt x="90" y="5229"/>
                </a:cubicBezTo>
                <a:cubicBezTo>
                  <a:pt x="81" y="5225"/>
                  <a:pt x="73" y="5220"/>
                  <a:pt x="65" y="5215"/>
                </a:cubicBezTo>
                <a:cubicBezTo>
                  <a:pt x="57" y="5210"/>
                  <a:pt x="49" y="5204"/>
                  <a:pt x="43" y="5197"/>
                </a:cubicBezTo>
                <a:cubicBezTo>
                  <a:pt x="36" y="5190"/>
                  <a:pt x="30" y="5183"/>
                  <a:pt x="24" y="5175"/>
                </a:cubicBezTo>
                <a:cubicBezTo>
                  <a:pt x="19" y="5167"/>
                  <a:pt x="15" y="5159"/>
                  <a:pt x="11" y="5150"/>
                </a:cubicBezTo>
                <a:cubicBezTo>
                  <a:pt x="7" y="5141"/>
                  <a:pt x="5" y="5132"/>
                  <a:pt x="3" y="5123"/>
                </a:cubicBezTo>
                <a:cubicBezTo>
                  <a:pt x="1" y="5113"/>
                  <a:pt x="0" y="5104"/>
                  <a:pt x="0" y="50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3" name=""/>
          <p:cNvSpPr/>
          <p:nvPr/>
        </p:nvSpPr>
        <p:spPr>
          <a:xfrm>
            <a:off x="757080" y="3166920"/>
            <a:ext cx="10687320" cy="1886400"/>
          </a:xfrm>
          <a:custGeom>
            <a:avLst/>
            <a:gdLst/>
            <a:ahLst/>
            <a:rect l="0" t="0" r="r" b="b"/>
            <a:pathLst>
              <a:path w="29687" h="5240">
                <a:moveTo>
                  <a:pt x="0" y="509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094"/>
                </a:lnTo>
                <a:cubicBezTo>
                  <a:pt x="29687" y="5104"/>
                  <a:pt x="29686" y="5113"/>
                  <a:pt x="29684" y="5123"/>
                </a:cubicBezTo>
                <a:cubicBezTo>
                  <a:pt x="29683" y="5132"/>
                  <a:pt x="29680" y="5141"/>
                  <a:pt x="29676" y="5150"/>
                </a:cubicBezTo>
                <a:cubicBezTo>
                  <a:pt x="29672" y="5159"/>
                  <a:pt x="29668" y="5167"/>
                  <a:pt x="29663" y="5175"/>
                </a:cubicBezTo>
                <a:cubicBezTo>
                  <a:pt x="29657" y="5183"/>
                  <a:pt x="29651" y="5190"/>
                  <a:pt x="29645" y="5197"/>
                </a:cubicBezTo>
                <a:cubicBezTo>
                  <a:pt x="29638" y="5204"/>
                  <a:pt x="29630" y="5210"/>
                  <a:pt x="29623" y="5215"/>
                </a:cubicBezTo>
                <a:cubicBezTo>
                  <a:pt x="29615" y="5220"/>
                  <a:pt x="29606" y="5225"/>
                  <a:pt x="29597" y="5229"/>
                </a:cubicBezTo>
                <a:cubicBezTo>
                  <a:pt x="29589" y="5232"/>
                  <a:pt x="29579" y="5235"/>
                  <a:pt x="29570" y="5237"/>
                </a:cubicBezTo>
                <a:cubicBezTo>
                  <a:pt x="29561" y="5239"/>
                  <a:pt x="29551" y="5240"/>
                  <a:pt x="29542" y="5240"/>
                </a:cubicBezTo>
                <a:lnTo>
                  <a:pt x="145" y="5240"/>
                </a:lnTo>
                <a:cubicBezTo>
                  <a:pt x="136" y="5240"/>
                  <a:pt x="126" y="5239"/>
                  <a:pt x="117" y="5237"/>
                </a:cubicBezTo>
                <a:cubicBezTo>
                  <a:pt x="108" y="5235"/>
                  <a:pt x="99" y="5232"/>
                  <a:pt x="90" y="5229"/>
                </a:cubicBezTo>
                <a:cubicBezTo>
                  <a:pt x="81" y="5225"/>
                  <a:pt x="73" y="5220"/>
                  <a:pt x="65" y="5215"/>
                </a:cubicBezTo>
                <a:cubicBezTo>
                  <a:pt x="57" y="5210"/>
                  <a:pt x="49" y="5204"/>
                  <a:pt x="43" y="5197"/>
                </a:cubicBezTo>
                <a:cubicBezTo>
                  <a:pt x="36" y="5190"/>
                  <a:pt x="30" y="5183"/>
                  <a:pt x="24" y="5175"/>
                </a:cubicBezTo>
                <a:cubicBezTo>
                  <a:pt x="19" y="5167"/>
                  <a:pt x="15" y="5159"/>
                  <a:pt x="11" y="5150"/>
                </a:cubicBezTo>
                <a:cubicBezTo>
                  <a:pt x="7" y="5141"/>
                  <a:pt x="5" y="5132"/>
                  <a:pt x="3" y="5123"/>
                </a:cubicBezTo>
                <a:cubicBezTo>
                  <a:pt x="1" y="5113"/>
                  <a:pt x="0" y="5104"/>
                  <a:pt x="0" y="50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47720" y="1359360"/>
            <a:ext cx="362772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全プロジェクトで使いたい場合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47720" y="1927440"/>
            <a:ext cx="9892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global 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6" name=""/>
          <p:cNvSpPr/>
          <p:nvPr/>
        </p:nvSpPr>
        <p:spPr>
          <a:xfrm>
            <a:off x="942840" y="24764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0"/>
                  <a:pt x="182" y="180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0"/>
                </a:cubicBezTo>
                <a:cubicBezTo>
                  <a:pt x="22" y="170"/>
                  <a:pt x="13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7" name=""/>
          <p:cNvSpPr/>
          <p:nvPr/>
        </p:nvSpPr>
        <p:spPr>
          <a:xfrm>
            <a:off x="1152360" y="2390760"/>
            <a:ext cx="2076840" cy="276480"/>
          </a:xfrm>
          <a:custGeom>
            <a:avLst/>
            <a:gdLst/>
            <a:ahLst/>
            <a:rect l="0" t="0" r="r" b="b"/>
            <a:pathLst>
              <a:path w="5769" h="768">
                <a:moveTo>
                  <a:pt x="0" y="608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6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610" y="0"/>
                </a:lnTo>
                <a:cubicBezTo>
                  <a:pt x="5621" y="0"/>
                  <a:pt x="5631" y="1"/>
                  <a:pt x="5641" y="3"/>
                </a:cubicBezTo>
                <a:cubicBezTo>
                  <a:pt x="5651" y="5"/>
                  <a:pt x="5661" y="8"/>
                  <a:pt x="5671" y="12"/>
                </a:cubicBezTo>
                <a:cubicBezTo>
                  <a:pt x="5681" y="16"/>
                  <a:pt x="5690" y="21"/>
                  <a:pt x="5698" y="26"/>
                </a:cubicBezTo>
                <a:cubicBezTo>
                  <a:pt x="5707" y="32"/>
                  <a:pt x="5715" y="39"/>
                  <a:pt x="5722" y="46"/>
                </a:cubicBezTo>
                <a:cubicBezTo>
                  <a:pt x="5730" y="53"/>
                  <a:pt x="5736" y="61"/>
                  <a:pt x="5742" y="70"/>
                </a:cubicBezTo>
                <a:cubicBezTo>
                  <a:pt x="5748" y="79"/>
                  <a:pt x="5753" y="88"/>
                  <a:pt x="5757" y="98"/>
                </a:cubicBezTo>
                <a:cubicBezTo>
                  <a:pt x="5761" y="107"/>
                  <a:pt x="5764" y="117"/>
                  <a:pt x="5766" y="127"/>
                </a:cubicBezTo>
                <a:cubicBezTo>
                  <a:pt x="5768" y="138"/>
                  <a:pt x="5769" y="148"/>
                  <a:pt x="5769" y="158"/>
                </a:cubicBezTo>
                <a:lnTo>
                  <a:pt x="5769" y="608"/>
                </a:lnTo>
                <a:cubicBezTo>
                  <a:pt x="5769" y="619"/>
                  <a:pt x="5768" y="629"/>
                  <a:pt x="5766" y="639"/>
                </a:cubicBezTo>
                <a:cubicBezTo>
                  <a:pt x="5764" y="650"/>
                  <a:pt x="5761" y="660"/>
                  <a:pt x="5757" y="670"/>
                </a:cubicBezTo>
                <a:cubicBezTo>
                  <a:pt x="5753" y="679"/>
                  <a:pt x="5748" y="689"/>
                  <a:pt x="5742" y="697"/>
                </a:cubicBezTo>
                <a:cubicBezTo>
                  <a:pt x="5736" y="706"/>
                  <a:pt x="5730" y="714"/>
                  <a:pt x="5722" y="721"/>
                </a:cubicBezTo>
                <a:cubicBezTo>
                  <a:pt x="5715" y="729"/>
                  <a:pt x="5707" y="735"/>
                  <a:pt x="5698" y="741"/>
                </a:cubicBezTo>
                <a:cubicBezTo>
                  <a:pt x="5690" y="747"/>
                  <a:pt x="5681" y="752"/>
                  <a:pt x="5671" y="756"/>
                </a:cubicBezTo>
                <a:cubicBezTo>
                  <a:pt x="5661" y="760"/>
                  <a:pt x="5651" y="763"/>
                  <a:pt x="5641" y="765"/>
                </a:cubicBezTo>
                <a:cubicBezTo>
                  <a:pt x="5631" y="767"/>
                  <a:pt x="5621" y="768"/>
                  <a:pt x="5610" y="768"/>
                </a:cubicBezTo>
                <a:lnTo>
                  <a:pt x="159" y="768"/>
                </a:lnTo>
                <a:cubicBezTo>
                  <a:pt x="148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2"/>
                  <a:pt x="79" y="747"/>
                  <a:pt x="71" y="741"/>
                </a:cubicBezTo>
                <a:cubicBezTo>
                  <a:pt x="62" y="735"/>
                  <a:pt x="54" y="729"/>
                  <a:pt x="46" y="721"/>
                </a:cubicBezTo>
                <a:cubicBezTo>
                  <a:pt x="39" y="714"/>
                  <a:pt x="33" y="706"/>
                  <a:pt x="27" y="697"/>
                </a:cubicBezTo>
                <a:cubicBezTo>
                  <a:pt x="21" y="689"/>
                  <a:pt x="16" y="679"/>
                  <a:pt x="12" y="670"/>
                </a:cubicBezTo>
                <a:cubicBezTo>
                  <a:pt x="8" y="660"/>
                  <a:pt x="5" y="650"/>
                  <a:pt x="3" y="639"/>
                </a:cubicBezTo>
                <a:cubicBezTo>
                  <a:pt x="1" y="629"/>
                  <a:pt x="0" y="619"/>
                  <a:pt x="0" y="60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1738080" y="1942920"/>
            <a:ext cx="319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として使うなら、配置先は次です。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9" name=""/>
          <p:cNvSpPr/>
          <p:nvPr/>
        </p:nvSpPr>
        <p:spPr>
          <a:xfrm>
            <a:off x="942840" y="28288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0" name=""/>
          <p:cNvSpPr/>
          <p:nvPr/>
        </p:nvSpPr>
        <p:spPr>
          <a:xfrm>
            <a:off x="1152360" y="2742840"/>
            <a:ext cx="2457720" cy="276840"/>
          </a:xfrm>
          <a:custGeom>
            <a:avLst/>
            <a:gdLst/>
            <a:ahLst/>
            <a:rect l="0" t="0" r="r" b="b"/>
            <a:pathLst>
              <a:path w="6827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6668" y="0"/>
                </a:lnTo>
                <a:cubicBezTo>
                  <a:pt x="6679" y="0"/>
                  <a:pt x="6689" y="2"/>
                  <a:pt x="6699" y="4"/>
                </a:cubicBezTo>
                <a:cubicBezTo>
                  <a:pt x="6710" y="6"/>
                  <a:pt x="6720" y="9"/>
                  <a:pt x="6729" y="13"/>
                </a:cubicBezTo>
                <a:cubicBezTo>
                  <a:pt x="6739" y="17"/>
                  <a:pt x="6748" y="21"/>
                  <a:pt x="6757" y="27"/>
                </a:cubicBezTo>
                <a:cubicBezTo>
                  <a:pt x="6765" y="33"/>
                  <a:pt x="6773" y="40"/>
                  <a:pt x="6781" y="47"/>
                </a:cubicBezTo>
                <a:cubicBezTo>
                  <a:pt x="6788" y="54"/>
                  <a:pt x="6795" y="62"/>
                  <a:pt x="6800" y="71"/>
                </a:cubicBezTo>
                <a:cubicBezTo>
                  <a:pt x="6806" y="80"/>
                  <a:pt x="6811" y="89"/>
                  <a:pt x="6815" y="98"/>
                </a:cubicBezTo>
                <a:cubicBezTo>
                  <a:pt x="6819" y="108"/>
                  <a:pt x="6822" y="118"/>
                  <a:pt x="6824" y="128"/>
                </a:cubicBezTo>
                <a:cubicBezTo>
                  <a:pt x="6826" y="139"/>
                  <a:pt x="6827" y="149"/>
                  <a:pt x="6827" y="159"/>
                </a:cubicBezTo>
                <a:lnTo>
                  <a:pt x="6827" y="610"/>
                </a:lnTo>
                <a:cubicBezTo>
                  <a:pt x="6827" y="620"/>
                  <a:pt x="6826" y="631"/>
                  <a:pt x="6824" y="641"/>
                </a:cubicBezTo>
                <a:cubicBezTo>
                  <a:pt x="6822" y="651"/>
                  <a:pt x="6819" y="661"/>
                  <a:pt x="6815" y="671"/>
                </a:cubicBezTo>
                <a:cubicBezTo>
                  <a:pt x="6811" y="680"/>
                  <a:pt x="6806" y="690"/>
                  <a:pt x="6800" y="698"/>
                </a:cubicBezTo>
                <a:cubicBezTo>
                  <a:pt x="6795" y="707"/>
                  <a:pt x="6788" y="715"/>
                  <a:pt x="6781" y="722"/>
                </a:cubicBezTo>
                <a:cubicBezTo>
                  <a:pt x="6773" y="730"/>
                  <a:pt x="6765" y="736"/>
                  <a:pt x="6757" y="742"/>
                </a:cubicBezTo>
                <a:cubicBezTo>
                  <a:pt x="6748" y="748"/>
                  <a:pt x="6739" y="753"/>
                  <a:pt x="6729" y="757"/>
                </a:cubicBezTo>
                <a:cubicBezTo>
                  <a:pt x="6720" y="761"/>
                  <a:pt x="6710" y="764"/>
                  <a:pt x="6699" y="766"/>
                </a:cubicBezTo>
                <a:cubicBezTo>
                  <a:pt x="6689" y="768"/>
                  <a:pt x="6679" y="769"/>
                  <a:pt x="6668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4"/>
                  <a:pt x="108" y="761"/>
                  <a:pt x="98" y="757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30"/>
                  <a:pt x="46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90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218240" y="2457000"/>
            <a:ext cx="1944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$HOME\.agents\skills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218240" y="2809440"/>
            <a:ext cx="2333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$HOME\.agents\references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914400" y="3350160"/>
            <a:ext cx="5162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914400" y="3740760"/>
            <a:ext cx="6193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\.agents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914400" y="3940920"/>
            <a:ext cx="6850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\.agents\skills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914400" y="4131360"/>
            <a:ext cx="7226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\.agents\references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914400" y="4521960"/>
            <a:ext cx="7226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.\skills\*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\.agents\skills\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914400" y="4721760"/>
            <a:ext cx="7977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Copy-Item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-Recurse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.\references\*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-Destination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$HOME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\.agents\references\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47720" y="523872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どの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147680" y="5222880"/>
            <a:ext cx="1001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repository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2151000" y="523872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で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350800" y="5222880"/>
            <a:ext cx="664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Codex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3015720" y="5238720"/>
            <a:ext cx="159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を起動しても同じ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4600080" y="5222880"/>
            <a:ext cx="439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skill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5039280" y="523872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を使えます。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0" name=""/>
          <p:cNvSpPr/>
          <p:nvPr/>
        </p:nvSpPr>
        <p:spPr>
          <a:xfrm>
            <a:off x="757080" y="3252600"/>
            <a:ext cx="10687320" cy="1295640"/>
          </a:xfrm>
          <a:custGeom>
            <a:avLst/>
            <a:gdLst/>
            <a:ahLst/>
            <a:rect l="0" t="0" r="r" b="b"/>
            <a:pathLst>
              <a:path w="29687" h="3599">
                <a:moveTo>
                  <a:pt x="0" y="34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453"/>
                </a:lnTo>
                <a:cubicBezTo>
                  <a:pt x="29687" y="3462"/>
                  <a:pt x="29686" y="3472"/>
                  <a:pt x="29684" y="3481"/>
                </a:cubicBezTo>
                <a:cubicBezTo>
                  <a:pt x="29683" y="3491"/>
                  <a:pt x="29680" y="3500"/>
                  <a:pt x="29676" y="3509"/>
                </a:cubicBezTo>
                <a:cubicBezTo>
                  <a:pt x="29672" y="3517"/>
                  <a:pt x="29668" y="3526"/>
                  <a:pt x="29663" y="3534"/>
                </a:cubicBezTo>
                <a:cubicBezTo>
                  <a:pt x="29657" y="3542"/>
                  <a:pt x="29651" y="3549"/>
                  <a:pt x="29645" y="3556"/>
                </a:cubicBezTo>
                <a:cubicBezTo>
                  <a:pt x="29638" y="3563"/>
                  <a:pt x="29630" y="3570"/>
                  <a:pt x="29623" y="3575"/>
                </a:cubicBezTo>
                <a:cubicBezTo>
                  <a:pt x="29615" y="3580"/>
                  <a:pt x="29606" y="3585"/>
                  <a:pt x="29597" y="3588"/>
                </a:cubicBezTo>
                <a:cubicBezTo>
                  <a:pt x="29589" y="3592"/>
                  <a:pt x="29579" y="3595"/>
                  <a:pt x="29570" y="3597"/>
                </a:cubicBezTo>
                <a:cubicBezTo>
                  <a:pt x="29561" y="3598"/>
                  <a:pt x="29551" y="3599"/>
                  <a:pt x="29542" y="3599"/>
                </a:cubicBezTo>
                <a:lnTo>
                  <a:pt x="145" y="3599"/>
                </a:lnTo>
                <a:cubicBezTo>
                  <a:pt x="136" y="3599"/>
                  <a:pt x="126" y="3598"/>
                  <a:pt x="117" y="3597"/>
                </a:cubicBezTo>
                <a:cubicBezTo>
                  <a:pt x="108" y="3595"/>
                  <a:pt x="99" y="3592"/>
                  <a:pt x="90" y="3588"/>
                </a:cubicBezTo>
                <a:cubicBezTo>
                  <a:pt x="81" y="3585"/>
                  <a:pt x="73" y="3580"/>
                  <a:pt x="65" y="3575"/>
                </a:cubicBezTo>
                <a:cubicBezTo>
                  <a:pt x="57" y="3570"/>
                  <a:pt x="49" y="3563"/>
                  <a:pt x="43" y="3556"/>
                </a:cubicBezTo>
                <a:cubicBezTo>
                  <a:pt x="36" y="3549"/>
                  <a:pt x="30" y="3542"/>
                  <a:pt x="24" y="3534"/>
                </a:cubicBezTo>
                <a:cubicBezTo>
                  <a:pt x="19" y="3526"/>
                  <a:pt x="15" y="3517"/>
                  <a:pt x="11" y="3509"/>
                </a:cubicBezTo>
                <a:cubicBezTo>
                  <a:pt x="7" y="3500"/>
                  <a:pt x="5" y="3491"/>
                  <a:pt x="3" y="3481"/>
                </a:cubicBezTo>
                <a:cubicBezTo>
                  <a:pt x="1" y="3472"/>
                  <a:pt x="0" y="3462"/>
                  <a:pt x="0" y="34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1" name=""/>
          <p:cNvSpPr/>
          <p:nvPr/>
        </p:nvSpPr>
        <p:spPr>
          <a:xfrm>
            <a:off x="757080" y="3252600"/>
            <a:ext cx="10687320" cy="1295640"/>
          </a:xfrm>
          <a:custGeom>
            <a:avLst/>
            <a:gdLst/>
            <a:ahLst/>
            <a:rect l="0" t="0" r="r" b="b"/>
            <a:pathLst>
              <a:path w="29687" h="3599">
                <a:moveTo>
                  <a:pt x="0" y="3453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453"/>
                </a:lnTo>
                <a:cubicBezTo>
                  <a:pt x="29687" y="3462"/>
                  <a:pt x="29686" y="3472"/>
                  <a:pt x="29684" y="3481"/>
                </a:cubicBezTo>
                <a:cubicBezTo>
                  <a:pt x="29683" y="3491"/>
                  <a:pt x="29680" y="3500"/>
                  <a:pt x="29676" y="3509"/>
                </a:cubicBezTo>
                <a:cubicBezTo>
                  <a:pt x="29672" y="3517"/>
                  <a:pt x="29668" y="3526"/>
                  <a:pt x="29663" y="3534"/>
                </a:cubicBezTo>
                <a:cubicBezTo>
                  <a:pt x="29657" y="3542"/>
                  <a:pt x="29651" y="3549"/>
                  <a:pt x="29645" y="3556"/>
                </a:cubicBezTo>
                <a:cubicBezTo>
                  <a:pt x="29638" y="3563"/>
                  <a:pt x="29630" y="3570"/>
                  <a:pt x="29623" y="3575"/>
                </a:cubicBezTo>
                <a:cubicBezTo>
                  <a:pt x="29615" y="3580"/>
                  <a:pt x="29606" y="3585"/>
                  <a:pt x="29597" y="3588"/>
                </a:cubicBezTo>
                <a:cubicBezTo>
                  <a:pt x="29589" y="3592"/>
                  <a:pt x="29579" y="3595"/>
                  <a:pt x="29570" y="3597"/>
                </a:cubicBezTo>
                <a:cubicBezTo>
                  <a:pt x="29561" y="3598"/>
                  <a:pt x="29551" y="3599"/>
                  <a:pt x="29542" y="3599"/>
                </a:cubicBezTo>
                <a:lnTo>
                  <a:pt x="145" y="3599"/>
                </a:lnTo>
                <a:cubicBezTo>
                  <a:pt x="136" y="3599"/>
                  <a:pt x="126" y="3598"/>
                  <a:pt x="117" y="3597"/>
                </a:cubicBezTo>
                <a:cubicBezTo>
                  <a:pt x="108" y="3595"/>
                  <a:pt x="99" y="3592"/>
                  <a:pt x="90" y="3588"/>
                </a:cubicBezTo>
                <a:cubicBezTo>
                  <a:pt x="81" y="3585"/>
                  <a:pt x="73" y="3580"/>
                  <a:pt x="65" y="3575"/>
                </a:cubicBezTo>
                <a:cubicBezTo>
                  <a:pt x="57" y="3570"/>
                  <a:pt x="49" y="3563"/>
                  <a:pt x="43" y="3556"/>
                </a:cubicBezTo>
                <a:cubicBezTo>
                  <a:pt x="36" y="3549"/>
                  <a:pt x="30" y="3542"/>
                  <a:pt x="24" y="3534"/>
                </a:cubicBezTo>
                <a:cubicBezTo>
                  <a:pt x="19" y="3526"/>
                  <a:pt x="15" y="3517"/>
                  <a:pt x="11" y="3509"/>
                </a:cubicBezTo>
                <a:cubicBezTo>
                  <a:pt x="7" y="3500"/>
                  <a:pt x="5" y="3491"/>
                  <a:pt x="3" y="3481"/>
                </a:cubicBezTo>
                <a:cubicBezTo>
                  <a:pt x="1" y="3472"/>
                  <a:pt x="0" y="3462"/>
                  <a:pt x="0" y="34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747720" y="1500480"/>
            <a:ext cx="25956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040" b="1" u="none" strike="noStrike">
                <a:solidFill>
                  <a:srgbClr val="0F172A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852480" y="1521000"/>
            <a:ext cx="440496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つの元ディレクトリで管理したい場合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747720" y="2079720"/>
            <a:ext cx="609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Codex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357920" y="2095560"/>
            <a:ext cx="219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の公式ドキュメントでは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747720" y="2374920"/>
            <a:ext cx="2145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D4ED8"/>
                </a:solidFill>
                <a:effectLst/>
                <a:uFillTx/>
                <a:latin typeface="SegoeUI"/>
                <a:ea typeface="SegoeUI"/>
              </a:rPr>
              <a:t>symlinked skill folders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2804040" y="239076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1" u="none" strike="noStrike">
                <a:solidFill>
                  <a:srgbClr val="1D4ED8"/>
                </a:solidFill>
                <a:effectLst/>
                <a:uFillTx/>
                <a:latin typeface="NotoSansJP"/>
                <a:ea typeface="NotoSansJP"/>
              </a:rPr>
              <a:t>をサポート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3804480" y="23749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3859200" y="239076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しています。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747720" y="2813040"/>
            <a:ext cx="866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Windows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1615320" y="282888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なら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015280" y="2813040"/>
            <a:ext cx="7678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junction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784240" y="282888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、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2984040" y="2813040"/>
            <a:ext cx="471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bash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3456360" y="2828880"/>
            <a:ext cx="399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なら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856320" y="2813040"/>
            <a:ext cx="772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symlink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4629600" y="2828880"/>
            <a:ext cx="1198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を使えます。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914400" y="3436200"/>
            <a:ext cx="5162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Set-Location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C:\Users\username\work\minimal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-skills-pack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914400" y="3826440"/>
            <a:ext cx="5818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Directory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-Force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914400" y="4026600"/>
            <a:ext cx="8727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Junction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.\.agents\skills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-Target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(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Resolve-Path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.\skills)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1" name=""/>
          <p:cNvSpPr/>
          <p:nvPr/>
        </p:nvSpPr>
        <p:spPr>
          <a:xfrm>
            <a:off x="942840" y="4829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1"/>
                  <a:pt x="182" y="181"/>
                </a:cubicBezTo>
                <a:cubicBezTo>
                  <a:pt x="172" y="190"/>
                  <a:pt x="160" y="199"/>
                  <a:pt x="147" y="204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4"/>
                </a:cubicBezTo>
                <a:cubicBezTo>
                  <a:pt x="53" y="199"/>
                  <a:pt x="42" y="190"/>
                  <a:pt x="32" y="181"/>
                </a:cubicBezTo>
                <a:cubicBezTo>
                  <a:pt x="22" y="171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914400" y="4217040"/>
            <a:ext cx="9478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New-Item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-ItemType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Junction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.\.agents\references </a:t>
            </a:r>
            <a:r>
              <a:rPr lang="en-US" sz="1340" b="0" u="none" strike="noStrik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-Target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(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Resolve-Path</a:t>
            </a:r>
            <a:r>
              <a:rPr lang="en-US" sz="134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.\references) | </a:t>
            </a:r>
            <a:r>
              <a:rPr lang="en-US" sz="1340" b="0" u="none" strike="noStrik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Out-Null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147680" y="4734000"/>
            <a:ext cx="599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既存の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4" name=""/>
          <p:cNvSpPr/>
          <p:nvPr/>
        </p:nvSpPr>
        <p:spPr>
          <a:xfrm>
            <a:off x="1800000" y="4733640"/>
            <a:ext cx="1495800" cy="276840"/>
          </a:xfrm>
          <a:custGeom>
            <a:avLst/>
            <a:gdLst/>
            <a:ahLst/>
            <a:rect l="0" t="0" r="r" b="b"/>
            <a:pathLst>
              <a:path w="4155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996" y="0"/>
                </a:lnTo>
                <a:cubicBezTo>
                  <a:pt x="4007" y="0"/>
                  <a:pt x="4017" y="1"/>
                  <a:pt x="4027" y="3"/>
                </a:cubicBezTo>
                <a:cubicBezTo>
                  <a:pt x="4038" y="5"/>
                  <a:pt x="4047" y="8"/>
                  <a:pt x="4057" y="12"/>
                </a:cubicBezTo>
                <a:cubicBezTo>
                  <a:pt x="4067" y="16"/>
                  <a:pt x="4076" y="21"/>
                  <a:pt x="4085" y="27"/>
                </a:cubicBezTo>
                <a:cubicBezTo>
                  <a:pt x="4093" y="33"/>
                  <a:pt x="4101" y="39"/>
                  <a:pt x="4109" y="47"/>
                </a:cubicBezTo>
                <a:cubicBezTo>
                  <a:pt x="4116" y="54"/>
                  <a:pt x="4123" y="62"/>
                  <a:pt x="4128" y="71"/>
                </a:cubicBezTo>
                <a:cubicBezTo>
                  <a:pt x="4134" y="80"/>
                  <a:pt x="4139" y="89"/>
                  <a:pt x="4143" y="98"/>
                </a:cubicBezTo>
                <a:cubicBezTo>
                  <a:pt x="4147" y="108"/>
                  <a:pt x="4150" y="118"/>
                  <a:pt x="4152" y="128"/>
                </a:cubicBezTo>
                <a:cubicBezTo>
                  <a:pt x="4154" y="138"/>
                  <a:pt x="4155" y="149"/>
                  <a:pt x="4155" y="159"/>
                </a:cubicBezTo>
                <a:lnTo>
                  <a:pt x="4155" y="610"/>
                </a:lnTo>
                <a:cubicBezTo>
                  <a:pt x="4155" y="620"/>
                  <a:pt x="4154" y="631"/>
                  <a:pt x="4152" y="641"/>
                </a:cubicBezTo>
                <a:cubicBezTo>
                  <a:pt x="4150" y="651"/>
                  <a:pt x="4147" y="661"/>
                  <a:pt x="4143" y="671"/>
                </a:cubicBezTo>
                <a:cubicBezTo>
                  <a:pt x="4139" y="680"/>
                  <a:pt x="4134" y="689"/>
                  <a:pt x="4128" y="698"/>
                </a:cubicBezTo>
                <a:cubicBezTo>
                  <a:pt x="4123" y="707"/>
                  <a:pt x="4116" y="715"/>
                  <a:pt x="4109" y="722"/>
                </a:cubicBezTo>
                <a:cubicBezTo>
                  <a:pt x="4101" y="729"/>
                  <a:pt x="4093" y="736"/>
                  <a:pt x="4085" y="742"/>
                </a:cubicBezTo>
                <a:cubicBezTo>
                  <a:pt x="4076" y="748"/>
                  <a:pt x="4067" y="753"/>
                  <a:pt x="4057" y="756"/>
                </a:cubicBezTo>
                <a:cubicBezTo>
                  <a:pt x="4047" y="760"/>
                  <a:pt x="4038" y="763"/>
                  <a:pt x="4027" y="766"/>
                </a:cubicBezTo>
                <a:cubicBezTo>
                  <a:pt x="4017" y="768"/>
                  <a:pt x="4007" y="769"/>
                  <a:pt x="3996" y="769"/>
                </a:cubicBezTo>
                <a:lnTo>
                  <a:pt x="159" y="769"/>
                </a:lnTo>
                <a:cubicBezTo>
                  <a:pt x="148" y="769"/>
                  <a:pt x="138" y="768"/>
                  <a:pt x="128" y="766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8" y="753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747800" y="47181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1873080" y="4800240"/>
            <a:ext cx="1361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.agents\skills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298320" y="47181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3353400" y="473400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9" name=""/>
          <p:cNvSpPr/>
          <p:nvPr/>
        </p:nvSpPr>
        <p:spPr>
          <a:xfrm>
            <a:off x="3609720" y="4733640"/>
            <a:ext cx="1876680" cy="276840"/>
          </a:xfrm>
          <a:custGeom>
            <a:avLst/>
            <a:gdLst/>
            <a:ahLst/>
            <a:rect l="0" t="0" r="r" b="b"/>
            <a:pathLst>
              <a:path w="5213" h="769">
                <a:moveTo>
                  <a:pt x="0" y="61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055" y="0"/>
                </a:lnTo>
                <a:cubicBezTo>
                  <a:pt x="5065" y="0"/>
                  <a:pt x="5075" y="1"/>
                  <a:pt x="5086" y="3"/>
                </a:cubicBezTo>
                <a:cubicBezTo>
                  <a:pt x="5096" y="5"/>
                  <a:pt x="5106" y="8"/>
                  <a:pt x="5115" y="12"/>
                </a:cubicBezTo>
                <a:cubicBezTo>
                  <a:pt x="5125" y="16"/>
                  <a:pt x="5134" y="21"/>
                  <a:pt x="5143" y="27"/>
                </a:cubicBezTo>
                <a:cubicBezTo>
                  <a:pt x="5152" y="33"/>
                  <a:pt x="5160" y="39"/>
                  <a:pt x="5167" y="47"/>
                </a:cubicBezTo>
                <a:cubicBezTo>
                  <a:pt x="5174" y="54"/>
                  <a:pt x="5181" y="62"/>
                  <a:pt x="5187" y="71"/>
                </a:cubicBezTo>
                <a:cubicBezTo>
                  <a:pt x="5193" y="80"/>
                  <a:pt x="5197" y="89"/>
                  <a:pt x="5201" y="98"/>
                </a:cubicBezTo>
                <a:cubicBezTo>
                  <a:pt x="5205" y="108"/>
                  <a:pt x="5208" y="118"/>
                  <a:pt x="5210" y="128"/>
                </a:cubicBezTo>
                <a:cubicBezTo>
                  <a:pt x="5212" y="138"/>
                  <a:pt x="5213" y="149"/>
                  <a:pt x="5213" y="159"/>
                </a:cubicBezTo>
                <a:lnTo>
                  <a:pt x="5213" y="610"/>
                </a:lnTo>
                <a:cubicBezTo>
                  <a:pt x="5213" y="620"/>
                  <a:pt x="5212" y="631"/>
                  <a:pt x="5210" y="641"/>
                </a:cubicBezTo>
                <a:cubicBezTo>
                  <a:pt x="5208" y="651"/>
                  <a:pt x="5205" y="661"/>
                  <a:pt x="5201" y="671"/>
                </a:cubicBezTo>
                <a:cubicBezTo>
                  <a:pt x="5197" y="680"/>
                  <a:pt x="5193" y="689"/>
                  <a:pt x="5187" y="698"/>
                </a:cubicBezTo>
                <a:cubicBezTo>
                  <a:pt x="5181" y="707"/>
                  <a:pt x="5174" y="715"/>
                  <a:pt x="5167" y="722"/>
                </a:cubicBezTo>
                <a:cubicBezTo>
                  <a:pt x="5160" y="729"/>
                  <a:pt x="5152" y="736"/>
                  <a:pt x="5143" y="742"/>
                </a:cubicBezTo>
                <a:cubicBezTo>
                  <a:pt x="5134" y="748"/>
                  <a:pt x="5125" y="753"/>
                  <a:pt x="5115" y="756"/>
                </a:cubicBezTo>
                <a:cubicBezTo>
                  <a:pt x="5106" y="760"/>
                  <a:pt x="5096" y="763"/>
                  <a:pt x="5086" y="766"/>
                </a:cubicBezTo>
                <a:cubicBezTo>
                  <a:pt x="5075" y="768"/>
                  <a:pt x="5065" y="769"/>
                  <a:pt x="5055" y="769"/>
                </a:cubicBezTo>
                <a:lnTo>
                  <a:pt x="159" y="769"/>
                </a:lnTo>
                <a:cubicBezTo>
                  <a:pt x="149" y="769"/>
                  <a:pt x="138" y="768"/>
                  <a:pt x="128" y="766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3"/>
                  <a:pt x="79" y="748"/>
                  <a:pt x="71" y="742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5"/>
                  <a:pt x="33" y="707"/>
                  <a:pt x="27" y="698"/>
                </a:cubicBezTo>
                <a:cubicBezTo>
                  <a:pt x="21" y="689"/>
                  <a:pt x="16" y="680"/>
                  <a:pt x="12" y="671"/>
                </a:cubicBezTo>
                <a:cubicBezTo>
                  <a:pt x="8" y="661"/>
                  <a:pt x="5" y="651"/>
                  <a:pt x="3" y="641"/>
                </a:cubicBezTo>
                <a:cubicBezTo>
                  <a:pt x="1" y="631"/>
                  <a:pt x="0" y="620"/>
                  <a:pt x="0" y="61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3553200" y="47181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3678480" y="4800240"/>
            <a:ext cx="1750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.agents\references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491080" y="471816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3" name=""/>
          <p:cNvSpPr/>
          <p:nvPr/>
        </p:nvSpPr>
        <p:spPr>
          <a:xfrm>
            <a:off x="942840" y="51814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5545800" y="4734000"/>
            <a:ext cx="29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がある場合は先に整理が必要です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147680" y="5086440"/>
            <a:ext cx="579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安全性を優先するなら、まずはコピー⽅式で始めるのが無難です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0" name=""/>
          <p:cNvSpPr/>
          <p:nvPr/>
        </p:nvSpPr>
        <p:spPr>
          <a:xfrm>
            <a:off x="942840" y="220968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2"/>
                  <a:pt x="182" y="182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2"/>
                </a:cubicBezTo>
                <a:cubicBezTo>
                  <a:pt x="22" y="172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1" name=""/>
          <p:cNvSpPr/>
          <p:nvPr/>
        </p:nvSpPr>
        <p:spPr>
          <a:xfrm>
            <a:off x="1152360" y="2114280"/>
            <a:ext cx="914760" cy="286200"/>
          </a:xfrm>
          <a:custGeom>
            <a:avLst/>
            <a:gdLst/>
            <a:ahLst/>
            <a:rect l="0" t="0" r="r" b="b"/>
            <a:pathLst>
              <a:path w="2541" h="795">
                <a:moveTo>
                  <a:pt x="0" y="636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0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382" y="0"/>
                </a:lnTo>
                <a:cubicBezTo>
                  <a:pt x="2393" y="0"/>
                  <a:pt x="2403" y="1"/>
                  <a:pt x="2413" y="3"/>
                </a:cubicBezTo>
                <a:cubicBezTo>
                  <a:pt x="2423" y="5"/>
                  <a:pt x="2433" y="8"/>
                  <a:pt x="2443" y="12"/>
                </a:cubicBezTo>
                <a:cubicBezTo>
                  <a:pt x="2453" y="16"/>
                  <a:pt x="2462" y="21"/>
                  <a:pt x="2470" y="27"/>
                </a:cubicBezTo>
                <a:cubicBezTo>
                  <a:pt x="2479" y="33"/>
                  <a:pt x="2487" y="39"/>
                  <a:pt x="2494" y="47"/>
                </a:cubicBezTo>
                <a:cubicBezTo>
                  <a:pt x="2502" y="54"/>
                  <a:pt x="2508" y="62"/>
                  <a:pt x="2514" y="71"/>
                </a:cubicBezTo>
                <a:cubicBezTo>
                  <a:pt x="2520" y="80"/>
                  <a:pt x="2525" y="90"/>
                  <a:pt x="2529" y="99"/>
                </a:cubicBezTo>
                <a:cubicBezTo>
                  <a:pt x="2533" y="109"/>
                  <a:pt x="2536" y="119"/>
                  <a:pt x="2538" y="129"/>
                </a:cubicBezTo>
                <a:cubicBezTo>
                  <a:pt x="2540" y="139"/>
                  <a:pt x="2541" y="150"/>
                  <a:pt x="2541" y="160"/>
                </a:cubicBezTo>
                <a:lnTo>
                  <a:pt x="2541" y="636"/>
                </a:lnTo>
                <a:cubicBezTo>
                  <a:pt x="2541" y="647"/>
                  <a:pt x="2540" y="657"/>
                  <a:pt x="2538" y="667"/>
                </a:cubicBezTo>
                <a:cubicBezTo>
                  <a:pt x="2536" y="677"/>
                  <a:pt x="2533" y="687"/>
                  <a:pt x="2529" y="697"/>
                </a:cubicBezTo>
                <a:cubicBezTo>
                  <a:pt x="2525" y="707"/>
                  <a:pt x="2520" y="716"/>
                  <a:pt x="2514" y="724"/>
                </a:cubicBezTo>
                <a:cubicBezTo>
                  <a:pt x="2508" y="733"/>
                  <a:pt x="2502" y="741"/>
                  <a:pt x="2494" y="749"/>
                </a:cubicBezTo>
                <a:cubicBezTo>
                  <a:pt x="2487" y="756"/>
                  <a:pt x="2479" y="762"/>
                  <a:pt x="2470" y="768"/>
                </a:cubicBezTo>
                <a:cubicBezTo>
                  <a:pt x="2462" y="774"/>
                  <a:pt x="2453" y="779"/>
                  <a:pt x="2443" y="783"/>
                </a:cubicBezTo>
                <a:cubicBezTo>
                  <a:pt x="2433" y="787"/>
                  <a:pt x="2423" y="790"/>
                  <a:pt x="2413" y="792"/>
                </a:cubicBezTo>
                <a:cubicBezTo>
                  <a:pt x="2403" y="794"/>
                  <a:pt x="2393" y="795"/>
                  <a:pt x="2382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2"/>
                  <a:pt x="54" y="756"/>
                  <a:pt x="46" y="749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747720" y="1540080"/>
            <a:ext cx="18144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2040" b="1" u="none" strike="noStrike">
                <a:solidFill>
                  <a:srgbClr val="0F172A"/>
                </a:solidFill>
                <a:effectLst/>
                <a:uFillTx/>
                <a:latin typeface="NotoSansJP"/>
                <a:ea typeface="NotoSansJP"/>
              </a:rPr>
              <a:t>補⾜と⼀次情報</a:t>
            </a:r>
            <a:endParaRPr lang="en-US" sz="204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218240" y="2180880"/>
            <a:ext cx="7783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SKILL.md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062800" y="209880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5" name=""/>
          <p:cNvSpPr/>
          <p:nvPr/>
        </p:nvSpPr>
        <p:spPr>
          <a:xfrm>
            <a:off x="942840" y="25621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2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2"/>
                  <a:pt x="13" y="159"/>
                  <a:pt x="8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2117520" y="2114640"/>
            <a:ext cx="99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が必須です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1147680" y="2451240"/>
            <a:ext cx="14346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repository-local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2584440" y="246708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9" name=""/>
          <p:cNvSpPr/>
          <p:nvPr/>
        </p:nvSpPr>
        <p:spPr>
          <a:xfrm>
            <a:off x="2838240" y="2466720"/>
            <a:ext cx="1495800" cy="286200"/>
          </a:xfrm>
          <a:custGeom>
            <a:avLst/>
            <a:gdLst/>
            <a:ahLst/>
            <a:rect l="0" t="0" r="r" b="b"/>
            <a:pathLst>
              <a:path w="4155" h="795">
                <a:moveTo>
                  <a:pt x="0" y="635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996" y="0"/>
                </a:lnTo>
                <a:cubicBezTo>
                  <a:pt x="4007" y="0"/>
                  <a:pt x="4017" y="1"/>
                  <a:pt x="4027" y="3"/>
                </a:cubicBezTo>
                <a:cubicBezTo>
                  <a:pt x="4037" y="5"/>
                  <a:pt x="4047" y="8"/>
                  <a:pt x="4057" y="12"/>
                </a:cubicBezTo>
                <a:cubicBezTo>
                  <a:pt x="4067" y="16"/>
                  <a:pt x="4076" y="21"/>
                  <a:pt x="4084" y="27"/>
                </a:cubicBezTo>
                <a:cubicBezTo>
                  <a:pt x="4093" y="33"/>
                  <a:pt x="4101" y="39"/>
                  <a:pt x="4109" y="47"/>
                </a:cubicBezTo>
                <a:cubicBezTo>
                  <a:pt x="4116" y="54"/>
                  <a:pt x="4122" y="62"/>
                  <a:pt x="4128" y="71"/>
                </a:cubicBezTo>
                <a:cubicBezTo>
                  <a:pt x="4134" y="79"/>
                  <a:pt x="4139" y="89"/>
                  <a:pt x="4143" y="98"/>
                </a:cubicBezTo>
                <a:cubicBezTo>
                  <a:pt x="4147" y="108"/>
                  <a:pt x="4150" y="118"/>
                  <a:pt x="4152" y="128"/>
                </a:cubicBezTo>
                <a:cubicBezTo>
                  <a:pt x="4154" y="138"/>
                  <a:pt x="4155" y="149"/>
                  <a:pt x="4155" y="159"/>
                </a:cubicBezTo>
                <a:lnTo>
                  <a:pt x="4155" y="635"/>
                </a:lnTo>
                <a:cubicBezTo>
                  <a:pt x="4155" y="646"/>
                  <a:pt x="4154" y="656"/>
                  <a:pt x="4152" y="666"/>
                </a:cubicBezTo>
                <a:cubicBezTo>
                  <a:pt x="4150" y="676"/>
                  <a:pt x="4147" y="687"/>
                  <a:pt x="4143" y="697"/>
                </a:cubicBezTo>
                <a:cubicBezTo>
                  <a:pt x="4139" y="707"/>
                  <a:pt x="4134" y="716"/>
                  <a:pt x="4128" y="724"/>
                </a:cubicBezTo>
                <a:cubicBezTo>
                  <a:pt x="4122" y="733"/>
                  <a:pt x="4116" y="741"/>
                  <a:pt x="4109" y="748"/>
                </a:cubicBezTo>
                <a:cubicBezTo>
                  <a:pt x="4101" y="756"/>
                  <a:pt x="4093" y="762"/>
                  <a:pt x="4084" y="768"/>
                </a:cubicBezTo>
                <a:cubicBezTo>
                  <a:pt x="4076" y="774"/>
                  <a:pt x="4067" y="779"/>
                  <a:pt x="4057" y="783"/>
                </a:cubicBezTo>
                <a:cubicBezTo>
                  <a:pt x="4047" y="787"/>
                  <a:pt x="4037" y="790"/>
                  <a:pt x="4027" y="792"/>
                </a:cubicBezTo>
                <a:cubicBezTo>
                  <a:pt x="4017" y="794"/>
                  <a:pt x="4007" y="795"/>
                  <a:pt x="3996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8" y="779"/>
                  <a:pt x="79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6"/>
                  <a:pt x="3" y="666"/>
                </a:cubicBezTo>
                <a:cubicBezTo>
                  <a:pt x="1" y="656"/>
                  <a:pt x="0" y="646"/>
                  <a:pt x="0" y="63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2784240" y="24512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1" name=""/>
          <p:cNvSpPr/>
          <p:nvPr/>
        </p:nvSpPr>
        <p:spPr>
          <a:xfrm>
            <a:off x="942840" y="291456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3" y="53"/>
                  <a:pt x="22" y="42"/>
                  <a:pt x="32" y="32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2"/>
                </a:cubicBezTo>
                <a:cubicBezTo>
                  <a:pt x="191" y="42"/>
                  <a:pt x="199" y="53"/>
                  <a:pt x="204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909520" y="2533320"/>
            <a:ext cx="1361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.agents/skills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1147680" y="2803680"/>
            <a:ext cx="605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global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753920" y="281952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5" name=""/>
          <p:cNvSpPr/>
          <p:nvPr/>
        </p:nvSpPr>
        <p:spPr>
          <a:xfrm>
            <a:off x="2009520" y="2819160"/>
            <a:ext cx="2076840" cy="286200"/>
          </a:xfrm>
          <a:custGeom>
            <a:avLst/>
            <a:gdLst/>
            <a:ahLst/>
            <a:rect l="0" t="0" r="r" b="b"/>
            <a:pathLst>
              <a:path w="5769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610" y="0"/>
                </a:lnTo>
                <a:cubicBezTo>
                  <a:pt x="5621" y="0"/>
                  <a:pt x="5631" y="1"/>
                  <a:pt x="5641" y="3"/>
                </a:cubicBezTo>
                <a:cubicBezTo>
                  <a:pt x="5652" y="5"/>
                  <a:pt x="5661" y="8"/>
                  <a:pt x="5671" y="12"/>
                </a:cubicBezTo>
                <a:cubicBezTo>
                  <a:pt x="5681" y="16"/>
                  <a:pt x="5690" y="21"/>
                  <a:pt x="5699" y="27"/>
                </a:cubicBezTo>
                <a:cubicBezTo>
                  <a:pt x="5707" y="33"/>
                  <a:pt x="5715" y="39"/>
                  <a:pt x="5723" y="47"/>
                </a:cubicBezTo>
                <a:cubicBezTo>
                  <a:pt x="5730" y="54"/>
                  <a:pt x="5737" y="62"/>
                  <a:pt x="5742" y="71"/>
                </a:cubicBezTo>
                <a:cubicBezTo>
                  <a:pt x="5748" y="79"/>
                  <a:pt x="5753" y="89"/>
                  <a:pt x="5757" y="98"/>
                </a:cubicBezTo>
                <a:cubicBezTo>
                  <a:pt x="5761" y="108"/>
                  <a:pt x="5764" y="118"/>
                  <a:pt x="5766" y="128"/>
                </a:cubicBezTo>
                <a:cubicBezTo>
                  <a:pt x="5768" y="138"/>
                  <a:pt x="5769" y="148"/>
                  <a:pt x="5769" y="159"/>
                </a:cubicBezTo>
                <a:lnTo>
                  <a:pt x="5769" y="636"/>
                </a:lnTo>
                <a:cubicBezTo>
                  <a:pt x="5769" y="647"/>
                  <a:pt x="5768" y="657"/>
                  <a:pt x="5766" y="667"/>
                </a:cubicBezTo>
                <a:cubicBezTo>
                  <a:pt x="5764" y="677"/>
                  <a:pt x="5761" y="687"/>
                  <a:pt x="5757" y="697"/>
                </a:cubicBezTo>
                <a:cubicBezTo>
                  <a:pt x="5753" y="707"/>
                  <a:pt x="5748" y="716"/>
                  <a:pt x="5742" y="724"/>
                </a:cubicBezTo>
                <a:cubicBezTo>
                  <a:pt x="5737" y="733"/>
                  <a:pt x="5730" y="741"/>
                  <a:pt x="5723" y="748"/>
                </a:cubicBezTo>
                <a:cubicBezTo>
                  <a:pt x="5715" y="756"/>
                  <a:pt x="5707" y="762"/>
                  <a:pt x="5699" y="768"/>
                </a:cubicBezTo>
                <a:cubicBezTo>
                  <a:pt x="5690" y="774"/>
                  <a:pt x="5681" y="779"/>
                  <a:pt x="5671" y="783"/>
                </a:cubicBezTo>
                <a:cubicBezTo>
                  <a:pt x="5661" y="787"/>
                  <a:pt x="5652" y="790"/>
                  <a:pt x="5641" y="792"/>
                </a:cubicBezTo>
                <a:cubicBezTo>
                  <a:pt x="5631" y="794"/>
                  <a:pt x="5621" y="795"/>
                  <a:pt x="5610" y="795"/>
                </a:cubicBezTo>
                <a:lnTo>
                  <a:pt x="159" y="795"/>
                </a:lnTo>
                <a:cubicBezTo>
                  <a:pt x="149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79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1953720" y="280368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7" name=""/>
          <p:cNvSpPr/>
          <p:nvPr/>
        </p:nvSpPr>
        <p:spPr>
          <a:xfrm>
            <a:off x="942840" y="326700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4" y="147"/>
                </a:cubicBezTo>
                <a:cubicBezTo>
                  <a:pt x="199" y="160"/>
                  <a:pt x="191" y="171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1"/>
                  <a:pt x="13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2079000" y="2885760"/>
            <a:ext cx="1944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$HOME/.agents/skills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1147680" y="3171960"/>
            <a:ext cx="1398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明⽰呼び出しは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0" name=""/>
          <p:cNvSpPr/>
          <p:nvPr/>
        </p:nvSpPr>
        <p:spPr>
          <a:xfrm>
            <a:off x="2600280" y="3171600"/>
            <a:ext cx="819360" cy="286200"/>
          </a:xfrm>
          <a:custGeom>
            <a:avLst/>
            <a:gdLst/>
            <a:ahLst/>
            <a:rect l="0" t="0" r="r" b="b"/>
            <a:pathLst>
              <a:path w="2276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117" y="0"/>
                </a:lnTo>
                <a:cubicBezTo>
                  <a:pt x="2128" y="0"/>
                  <a:pt x="2138" y="1"/>
                  <a:pt x="2148" y="3"/>
                </a:cubicBezTo>
                <a:cubicBezTo>
                  <a:pt x="2158" y="5"/>
                  <a:pt x="2168" y="8"/>
                  <a:pt x="2178" y="12"/>
                </a:cubicBezTo>
                <a:cubicBezTo>
                  <a:pt x="2188" y="16"/>
                  <a:pt x="2197" y="21"/>
                  <a:pt x="2205" y="27"/>
                </a:cubicBezTo>
                <a:cubicBezTo>
                  <a:pt x="2214" y="33"/>
                  <a:pt x="2222" y="39"/>
                  <a:pt x="2230" y="47"/>
                </a:cubicBezTo>
                <a:cubicBezTo>
                  <a:pt x="2237" y="54"/>
                  <a:pt x="2243" y="62"/>
                  <a:pt x="2249" y="71"/>
                </a:cubicBezTo>
                <a:cubicBezTo>
                  <a:pt x="2255" y="79"/>
                  <a:pt x="2260" y="88"/>
                  <a:pt x="2264" y="98"/>
                </a:cubicBezTo>
                <a:cubicBezTo>
                  <a:pt x="2268" y="108"/>
                  <a:pt x="2271" y="118"/>
                  <a:pt x="2273" y="128"/>
                </a:cubicBezTo>
                <a:cubicBezTo>
                  <a:pt x="2275" y="138"/>
                  <a:pt x="2276" y="148"/>
                  <a:pt x="2276" y="159"/>
                </a:cubicBezTo>
                <a:lnTo>
                  <a:pt x="2276" y="636"/>
                </a:lnTo>
                <a:cubicBezTo>
                  <a:pt x="2276" y="647"/>
                  <a:pt x="2275" y="657"/>
                  <a:pt x="2273" y="667"/>
                </a:cubicBezTo>
                <a:cubicBezTo>
                  <a:pt x="2271" y="677"/>
                  <a:pt x="2268" y="687"/>
                  <a:pt x="2264" y="697"/>
                </a:cubicBezTo>
                <a:cubicBezTo>
                  <a:pt x="2260" y="707"/>
                  <a:pt x="2255" y="716"/>
                  <a:pt x="2249" y="724"/>
                </a:cubicBezTo>
                <a:cubicBezTo>
                  <a:pt x="2243" y="733"/>
                  <a:pt x="2237" y="741"/>
                  <a:pt x="2230" y="748"/>
                </a:cubicBezTo>
                <a:cubicBezTo>
                  <a:pt x="2222" y="756"/>
                  <a:pt x="2214" y="762"/>
                  <a:pt x="2205" y="768"/>
                </a:cubicBezTo>
                <a:cubicBezTo>
                  <a:pt x="2197" y="774"/>
                  <a:pt x="2188" y="779"/>
                  <a:pt x="2178" y="783"/>
                </a:cubicBezTo>
                <a:cubicBezTo>
                  <a:pt x="2168" y="787"/>
                  <a:pt x="2158" y="790"/>
                  <a:pt x="2148" y="792"/>
                </a:cubicBezTo>
                <a:cubicBezTo>
                  <a:pt x="2138" y="794"/>
                  <a:pt x="2128" y="795"/>
                  <a:pt x="2117" y="795"/>
                </a:cubicBezTo>
                <a:lnTo>
                  <a:pt x="158" y="795"/>
                </a:lnTo>
                <a:cubicBezTo>
                  <a:pt x="148" y="795"/>
                  <a:pt x="138" y="794"/>
                  <a:pt x="127" y="792"/>
                </a:cubicBezTo>
                <a:cubicBezTo>
                  <a:pt x="117" y="790"/>
                  <a:pt x="107" y="787"/>
                  <a:pt x="98" y="783"/>
                </a:cubicBezTo>
                <a:cubicBezTo>
                  <a:pt x="88" y="779"/>
                  <a:pt x="79" y="774"/>
                  <a:pt x="70" y="768"/>
                </a:cubicBezTo>
                <a:cubicBezTo>
                  <a:pt x="62" y="762"/>
                  <a:pt x="53" y="756"/>
                  <a:pt x="46" y="748"/>
                </a:cubicBezTo>
                <a:cubicBezTo>
                  <a:pt x="39" y="741"/>
                  <a:pt x="32" y="733"/>
                  <a:pt x="26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2548080" y="3156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2673360" y="3238200"/>
            <a:ext cx="681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3421080" y="3156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3475800" y="3171960"/>
            <a:ext cx="200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と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5" name=""/>
          <p:cNvSpPr/>
          <p:nvPr/>
        </p:nvSpPr>
        <p:spPr>
          <a:xfrm>
            <a:off x="3733560" y="3171600"/>
            <a:ext cx="1200600" cy="286200"/>
          </a:xfrm>
          <a:custGeom>
            <a:avLst/>
            <a:gdLst/>
            <a:ahLst/>
            <a:rect l="0" t="0" r="r" b="b"/>
            <a:pathLst>
              <a:path w="3335" h="795">
                <a:moveTo>
                  <a:pt x="0" y="636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176" y="0"/>
                </a:lnTo>
                <a:cubicBezTo>
                  <a:pt x="3187" y="0"/>
                  <a:pt x="3197" y="1"/>
                  <a:pt x="3207" y="3"/>
                </a:cubicBezTo>
                <a:cubicBezTo>
                  <a:pt x="3217" y="5"/>
                  <a:pt x="3227" y="8"/>
                  <a:pt x="3237" y="12"/>
                </a:cubicBezTo>
                <a:cubicBezTo>
                  <a:pt x="3247" y="16"/>
                  <a:pt x="3256" y="21"/>
                  <a:pt x="3264" y="27"/>
                </a:cubicBezTo>
                <a:cubicBezTo>
                  <a:pt x="3273" y="33"/>
                  <a:pt x="3281" y="39"/>
                  <a:pt x="3288" y="47"/>
                </a:cubicBezTo>
                <a:cubicBezTo>
                  <a:pt x="3296" y="54"/>
                  <a:pt x="3302" y="62"/>
                  <a:pt x="3308" y="71"/>
                </a:cubicBezTo>
                <a:cubicBezTo>
                  <a:pt x="3314" y="79"/>
                  <a:pt x="3319" y="88"/>
                  <a:pt x="3323" y="98"/>
                </a:cubicBezTo>
                <a:cubicBezTo>
                  <a:pt x="3327" y="108"/>
                  <a:pt x="3330" y="118"/>
                  <a:pt x="3332" y="128"/>
                </a:cubicBezTo>
                <a:cubicBezTo>
                  <a:pt x="3334" y="138"/>
                  <a:pt x="3335" y="148"/>
                  <a:pt x="3335" y="159"/>
                </a:cubicBezTo>
                <a:lnTo>
                  <a:pt x="3335" y="636"/>
                </a:lnTo>
                <a:cubicBezTo>
                  <a:pt x="3335" y="647"/>
                  <a:pt x="3334" y="657"/>
                  <a:pt x="3332" y="667"/>
                </a:cubicBezTo>
                <a:cubicBezTo>
                  <a:pt x="3330" y="677"/>
                  <a:pt x="3327" y="687"/>
                  <a:pt x="3323" y="697"/>
                </a:cubicBezTo>
                <a:cubicBezTo>
                  <a:pt x="3319" y="707"/>
                  <a:pt x="3314" y="716"/>
                  <a:pt x="3308" y="724"/>
                </a:cubicBezTo>
                <a:cubicBezTo>
                  <a:pt x="3302" y="733"/>
                  <a:pt x="3296" y="741"/>
                  <a:pt x="3288" y="748"/>
                </a:cubicBezTo>
                <a:cubicBezTo>
                  <a:pt x="3281" y="756"/>
                  <a:pt x="3273" y="762"/>
                  <a:pt x="3264" y="768"/>
                </a:cubicBezTo>
                <a:cubicBezTo>
                  <a:pt x="3256" y="774"/>
                  <a:pt x="3247" y="779"/>
                  <a:pt x="3237" y="783"/>
                </a:cubicBezTo>
                <a:cubicBezTo>
                  <a:pt x="3227" y="787"/>
                  <a:pt x="3217" y="790"/>
                  <a:pt x="3207" y="792"/>
                </a:cubicBezTo>
                <a:cubicBezTo>
                  <a:pt x="3197" y="794"/>
                  <a:pt x="3187" y="795"/>
                  <a:pt x="3176" y="795"/>
                </a:cubicBezTo>
                <a:lnTo>
                  <a:pt x="159" y="795"/>
                </a:lnTo>
                <a:cubicBezTo>
                  <a:pt x="148" y="795"/>
                  <a:pt x="138" y="794"/>
                  <a:pt x="128" y="792"/>
                </a:cubicBezTo>
                <a:cubicBezTo>
                  <a:pt x="118" y="790"/>
                  <a:pt x="108" y="787"/>
                  <a:pt x="98" y="783"/>
                </a:cubicBezTo>
                <a:cubicBezTo>
                  <a:pt x="89" y="779"/>
                  <a:pt x="79" y="774"/>
                  <a:pt x="71" y="768"/>
                </a:cubicBezTo>
                <a:cubicBezTo>
                  <a:pt x="62" y="762"/>
                  <a:pt x="54" y="756"/>
                  <a:pt x="47" y="748"/>
                </a:cubicBezTo>
                <a:cubicBezTo>
                  <a:pt x="39" y="741"/>
                  <a:pt x="33" y="733"/>
                  <a:pt x="27" y="724"/>
                </a:cubicBezTo>
                <a:cubicBezTo>
                  <a:pt x="21" y="716"/>
                  <a:pt x="16" y="707"/>
                  <a:pt x="12" y="697"/>
                </a:cubicBezTo>
                <a:cubicBezTo>
                  <a:pt x="8" y="687"/>
                  <a:pt x="5" y="677"/>
                  <a:pt x="3" y="667"/>
                </a:cubicBezTo>
                <a:cubicBezTo>
                  <a:pt x="1" y="657"/>
                  <a:pt x="0" y="647"/>
                  <a:pt x="0" y="636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3675960" y="315612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7" name=""/>
          <p:cNvSpPr/>
          <p:nvPr/>
        </p:nvSpPr>
        <p:spPr>
          <a:xfrm>
            <a:off x="942840" y="361944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4" y="146"/>
                </a:cubicBezTo>
                <a:cubicBezTo>
                  <a:pt x="199" y="159"/>
                  <a:pt x="191" y="170"/>
                  <a:pt x="182" y="181"/>
                </a:cubicBezTo>
                <a:cubicBezTo>
                  <a:pt x="172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2" y="191"/>
                  <a:pt x="32" y="181"/>
                </a:cubicBezTo>
                <a:cubicBezTo>
                  <a:pt x="22" y="170"/>
                  <a:pt x="13" y="159"/>
                  <a:pt x="8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2" y="41"/>
                  <a:pt x="32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801240" y="3238200"/>
            <a:ext cx="10699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$skill-name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1147680" y="3508560"/>
            <a:ext cx="1981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symlinked skill folders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3132720" y="3524400"/>
            <a:ext cx="1997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をサポートしています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747720" y="3971880"/>
            <a:ext cx="799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ja-JP" sz="1580" b="0" u="none" strike="noStrike">
                <a:solidFill>
                  <a:srgbClr val="1F2328"/>
                </a:solidFill>
                <a:effectLst/>
                <a:uFillTx/>
                <a:latin typeface="Noto-Sans-JP"/>
                <a:ea typeface="Noto-Sans-JP"/>
              </a:rPr>
              <a:t>⼀次情報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2" name=""/>
          <p:cNvSpPr/>
          <p:nvPr/>
        </p:nvSpPr>
        <p:spPr>
          <a:xfrm>
            <a:off x="942840" y="45050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4" y="148"/>
                </a:cubicBezTo>
                <a:cubicBezTo>
                  <a:pt x="199" y="161"/>
                  <a:pt x="191" y="172"/>
                  <a:pt x="182" y="182"/>
                </a:cubicBezTo>
                <a:cubicBezTo>
                  <a:pt x="172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2" y="192"/>
                  <a:pt x="32" y="182"/>
                </a:cubicBezTo>
                <a:cubicBezTo>
                  <a:pt x="22" y="172"/>
                  <a:pt x="13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3" y="54"/>
                  <a:pt x="22" y="42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2" y="21"/>
                  <a:pt x="182" y="31"/>
                </a:cubicBezTo>
                <a:cubicBezTo>
                  <a:pt x="191" y="42"/>
                  <a:pt x="199" y="54"/>
                  <a:pt x="204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547640" y="3956040"/>
            <a:ext cx="1998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4" name=""/>
          <p:cNvSpPr/>
          <p:nvPr/>
        </p:nvSpPr>
        <p:spPr>
          <a:xfrm>
            <a:off x="1342800" y="47908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1" y="192"/>
                  <a:pt x="159" y="199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8"/>
                </a:cubicBezTo>
                <a:cubicBezTo>
                  <a:pt x="159" y="13"/>
                  <a:pt x="171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5" name=""/>
          <p:cNvSpPr/>
          <p:nvPr/>
        </p:nvSpPr>
        <p:spPr>
          <a:xfrm>
            <a:off x="1552320" y="4705200"/>
            <a:ext cx="2076840" cy="276480"/>
          </a:xfrm>
          <a:custGeom>
            <a:avLst/>
            <a:gdLst/>
            <a:ahLst/>
            <a:rect l="0" t="0" r="r" b="b"/>
            <a:pathLst>
              <a:path w="5769" h="768">
                <a:moveTo>
                  <a:pt x="0" y="609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5610" y="0"/>
                </a:lnTo>
                <a:cubicBezTo>
                  <a:pt x="5621" y="0"/>
                  <a:pt x="5631" y="1"/>
                  <a:pt x="5641" y="3"/>
                </a:cubicBezTo>
                <a:cubicBezTo>
                  <a:pt x="5652" y="5"/>
                  <a:pt x="5661" y="8"/>
                  <a:pt x="5671" y="12"/>
                </a:cubicBezTo>
                <a:cubicBezTo>
                  <a:pt x="5681" y="16"/>
                  <a:pt x="5690" y="21"/>
                  <a:pt x="5699" y="27"/>
                </a:cubicBezTo>
                <a:cubicBezTo>
                  <a:pt x="5707" y="32"/>
                  <a:pt x="5715" y="39"/>
                  <a:pt x="5723" y="46"/>
                </a:cubicBezTo>
                <a:cubicBezTo>
                  <a:pt x="5730" y="54"/>
                  <a:pt x="5737" y="62"/>
                  <a:pt x="5742" y="70"/>
                </a:cubicBezTo>
                <a:cubicBezTo>
                  <a:pt x="5748" y="79"/>
                  <a:pt x="5753" y="88"/>
                  <a:pt x="5757" y="98"/>
                </a:cubicBezTo>
                <a:cubicBezTo>
                  <a:pt x="5761" y="108"/>
                  <a:pt x="5764" y="117"/>
                  <a:pt x="5766" y="128"/>
                </a:cubicBezTo>
                <a:cubicBezTo>
                  <a:pt x="5768" y="138"/>
                  <a:pt x="5769" y="148"/>
                  <a:pt x="5769" y="159"/>
                </a:cubicBezTo>
                <a:lnTo>
                  <a:pt x="5769" y="609"/>
                </a:lnTo>
                <a:cubicBezTo>
                  <a:pt x="5769" y="620"/>
                  <a:pt x="5768" y="630"/>
                  <a:pt x="5766" y="640"/>
                </a:cubicBezTo>
                <a:cubicBezTo>
                  <a:pt x="5764" y="651"/>
                  <a:pt x="5761" y="661"/>
                  <a:pt x="5757" y="670"/>
                </a:cubicBezTo>
                <a:cubicBezTo>
                  <a:pt x="5753" y="680"/>
                  <a:pt x="5748" y="689"/>
                  <a:pt x="5742" y="698"/>
                </a:cubicBezTo>
                <a:cubicBezTo>
                  <a:pt x="5737" y="706"/>
                  <a:pt x="5730" y="714"/>
                  <a:pt x="5723" y="722"/>
                </a:cubicBezTo>
                <a:cubicBezTo>
                  <a:pt x="5715" y="729"/>
                  <a:pt x="5707" y="736"/>
                  <a:pt x="5699" y="741"/>
                </a:cubicBezTo>
                <a:cubicBezTo>
                  <a:pt x="5690" y="747"/>
                  <a:pt x="5681" y="752"/>
                  <a:pt x="5671" y="756"/>
                </a:cubicBezTo>
                <a:cubicBezTo>
                  <a:pt x="5661" y="760"/>
                  <a:pt x="5652" y="763"/>
                  <a:pt x="5641" y="765"/>
                </a:cubicBezTo>
                <a:cubicBezTo>
                  <a:pt x="5631" y="767"/>
                  <a:pt x="5621" y="768"/>
                  <a:pt x="5610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1147680" y="4394160"/>
            <a:ext cx="170820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OpenAI Developers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7" name=""/>
          <p:cNvSpPr/>
          <p:nvPr/>
        </p:nvSpPr>
        <p:spPr>
          <a:xfrm>
            <a:off x="1342800" y="51526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199" y="161"/>
                  <a:pt x="192" y="172"/>
                  <a:pt x="182" y="182"/>
                </a:cubicBezTo>
                <a:cubicBezTo>
                  <a:pt x="171" y="192"/>
                  <a:pt x="159" y="200"/>
                  <a:pt x="146" y="205"/>
                </a:cubicBezTo>
                <a:cubicBezTo>
                  <a:pt x="133" y="210"/>
                  <a:pt x="120" y="213"/>
                  <a:pt x="106" y="213"/>
                </a:cubicBezTo>
                <a:cubicBezTo>
                  <a:pt x="92" y="213"/>
                  <a:pt x="78" y="210"/>
                  <a:pt x="65" y="205"/>
                </a:cubicBezTo>
                <a:cubicBezTo>
                  <a:pt x="52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2" y="14"/>
                  <a:pt x="65" y="9"/>
                </a:cubicBezTo>
                <a:cubicBezTo>
                  <a:pt x="78" y="3"/>
                  <a:pt x="92" y="0"/>
                  <a:pt x="106" y="0"/>
                </a:cubicBezTo>
                <a:cubicBezTo>
                  <a:pt x="120" y="0"/>
                  <a:pt x="133" y="3"/>
                  <a:pt x="146" y="9"/>
                </a:cubicBezTo>
                <a:cubicBezTo>
                  <a:pt x="159" y="14"/>
                  <a:pt x="171" y="22"/>
                  <a:pt x="182" y="31"/>
                </a:cubicBezTo>
                <a:cubicBezTo>
                  <a:pt x="192" y="41"/>
                  <a:pt x="199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8" name=""/>
          <p:cNvSpPr/>
          <p:nvPr/>
        </p:nvSpPr>
        <p:spPr>
          <a:xfrm>
            <a:off x="1552320" y="5057640"/>
            <a:ext cx="4200840" cy="276480"/>
          </a:xfrm>
          <a:custGeom>
            <a:avLst/>
            <a:gdLst/>
            <a:ahLst/>
            <a:rect l="0" t="0" r="r" b="b"/>
            <a:pathLst>
              <a:path w="11669" h="768">
                <a:moveTo>
                  <a:pt x="0" y="609"/>
                </a:moveTo>
                <a:lnTo>
                  <a:pt x="0" y="160"/>
                </a:lnTo>
                <a:cubicBezTo>
                  <a:pt x="0" y="149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511" y="0"/>
                </a:lnTo>
                <a:cubicBezTo>
                  <a:pt x="11521" y="0"/>
                  <a:pt x="11531" y="1"/>
                  <a:pt x="11542" y="3"/>
                </a:cubicBezTo>
                <a:cubicBezTo>
                  <a:pt x="11552" y="5"/>
                  <a:pt x="11562" y="8"/>
                  <a:pt x="11571" y="12"/>
                </a:cubicBezTo>
                <a:cubicBezTo>
                  <a:pt x="11581" y="16"/>
                  <a:pt x="11590" y="21"/>
                  <a:pt x="11599" y="27"/>
                </a:cubicBezTo>
                <a:cubicBezTo>
                  <a:pt x="11607" y="32"/>
                  <a:pt x="11615" y="39"/>
                  <a:pt x="11623" y="46"/>
                </a:cubicBezTo>
                <a:cubicBezTo>
                  <a:pt x="11630" y="54"/>
                  <a:pt x="11637" y="62"/>
                  <a:pt x="11643" y="70"/>
                </a:cubicBezTo>
                <a:cubicBezTo>
                  <a:pt x="11648" y="79"/>
                  <a:pt x="11653" y="88"/>
                  <a:pt x="11657" y="98"/>
                </a:cubicBezTo>
                <a:cubicBezTo>
                  <a:pt x="11661" y="108"/>
                  <a:pt x="11664" y="117"/>
                  <a:pt x="11666" y="128"/>
                </a:cubicBezTo>
                <a:cubicBezTo>
                  <a:pt x="11668" y="138"/>
                  <a:pt x="11669" y="149"/>
                  <a:pt x="11669" y="160"/>
                </a:cubicBezTo>
                <a:lnTo>
                  <a:pt x="11669" y="609"/>
                </a:lnTo>
                <a:cubicBezTo>
                  <a:pt x="11669" y="620"/>
                  <a:pt x="11668" y="630"/>
                  <a:pt x="11666" y="640"/>
                </a:cubicBezTo>
                <a:cubicBezTo>
                  <a:pt x="11664" y="651"/>
                  <a:pt x="11661" y="661"/>
                  <a:pt x="11657" y="670"/>
                </a:cubicBezTo>
                <a:cubicBezTo>
                  <a:pt x="11653" y="680"/>
                  <a:pt x="11648" y="689"/>
                  <a:pt x="11643" y="698"/>
                </a:cubicBezTo>
                <a:cubicBezTo>
                  <a:pt x="11637" y="706"/>
                  <a:pt x="11630" y="714"/>
                  <a:pt x="11623" y="722"/>
                </a:cubicBezTo>
                <a:cubicBezTo>
                  <a:pt x="11615" y="729"/>
                  <a:pt x="11607" y="736"/>
                  <a:pt x="11599" y="741"/>
                </a:cubicBezTo>
                <a:cubicBezTo>
                  <a:pt x="11590" y="747"/>
                  <a:pt x="11581" y="752"/>
                  <a:pt x="11571" y="756"/>
                </a:cubicBezTo>
                <a:cubicBezTo>
                  <a:pt x="11562" y="760"/>
                  <a:pt x="11552" y="763"/>
                  <a:pt x="11542" y="765"/>
                </a:cubicBezTo>
                <a:cubicBezTo>
                  <a:pt x="11531" y="767"/>
                  <a:pt x="11521" y="768"/>
                  <a:pt x="11511" y="768"/>
                </a:cubicBezTo>
                <a:lnTo>
                  <a:pt x="159" y="768"/>
                </a:lnTo>
                <a:cubicBezTo>
                  <a:pt x="149" y="768"/>
                  <a:pt x="138" y="767"/>
                  <a:pt x="128" y="765"/>
                </a:cubicBezTo>
                <a:cubicBezTo>
                  <a:pt x="118" y="763"/>
                  <a:pt x="108" y="760"/>
                  <a:pt x="98" y="756"/>
                </a:cubicBezTo>
                <a:cubicBezTo>
                  <a:pt x="89" y="752"/>
                  <a:pt x="79" y="747"/>
                  <a:pt x="71" y="741"/>
                </a:cubicBezTo>
                <a:cubicBezTo>
                  <a:pt x="62" y="736"/>
                  <a:pt x="54" y="729"/>
                  <a:pt x="47" y="722"/>
                </a:cubicBezTo>
                <a:cubicBezTo>
                  <a:pt x="39" y="714"/>
                  <a:pt x="33" y="706"/>
                  <a:pt x="27" y="698"/>
                </a:cubicBezTo>
                <a:cubicBezTo>
                  <a:pt x="21" y="689"/>
                  <a:pt x="16" y="680"/>
                  <a:pt x="12" y="670"/>
                </a:cubicBezTo>
                <a:cubicBezTo>
                  <a:pt x="8" y="661"/>
                  <a:pt x="5" y="651"/>
                  <a:pt x="3" y="640"/>
                </a:cubicBezTo>
                <a:cubicBezTo>
                  <a:pt x="1" y="630"/>
                  <a:pt x="0" y="620"/>
                  <a:pt x="0" y="609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1618200" y="4771440"/>
            <a:ext cx="19447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Agent Skills – Codex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1618200" y="5123880"/>
            <a:ext cx="40831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90" b="0" u="none" strike="noStrik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https://developers.openai.com/codex/skills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