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514960"/>
            <a:ext cx="72684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Web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443240" y="2541240"/>
            <a:ext cx="20124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6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アプリ開発⽤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454920" y="2514960"/>
            <a:ext cx="994320" cy="44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6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Skills 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04960" y="2541240"/>
            <a:ext cx="3358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6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集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322884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66760" y="321228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8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394640" y="322884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813680" y="3212280"/>
            <a:ext cx="209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/>
          <p:nvPr/>
        </p:nvSpPr>
        <p:spPr>
          <a:xfrm>
            <a:off x="952200" y="3781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870920" y="3228840"/>
            <a:ext cx="208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プロジェクト概要資料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66760" y="368604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対象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585800" y="3669480"/>
            <a:ext cx="587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Web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"/>
          <p:cNvSpPr/>
          <p:nvPr/>
        </p:nvSpPr>
        <p:spPr>
          <a:xfrm>
            <a:off x="952200" y="4133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66480" y="368604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アプリを作る⼈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66760" y="403848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⽬的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85800" y="4021920"/>
            <a:ext cx="209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688760" y="403848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よく使う機能を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155760" y="402192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8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383280" y="403848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802320" y="4021920"/>
            <a:ext cx="459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262760" y="4038480"/>
            <a:ext cx="2297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に絞って使いやすくする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/>
          <p:nvPr/>
        </p:nvSpPr>
        <p:spPr>
          <a:xfrm>
            <a:off x="952200" y="3323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47720" y="2642400"/>
            <a:ext cx="27288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この資料でわかること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/>
          <p:nvPr/>
        </p:nvSpPr>
        <p:spPr>
          <a:xfrm>
            <a:off x="952200" y="3676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66760" y="3228840"/>
            <a:ext cx="208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この⼀式の中⼼は何か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66760" y="358128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最初に使う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214720" y="356472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8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/>
          <p:nvPr/>
        </p:nvSpPr>
        <p:spPr>
          <a:xfrm>
            <a:off x="952200" y="4038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442240" y="358128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本はどれか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66760" y="3943440"/>
            <a:ext cx="3549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どの組み合わせで使うと進めやすいか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47720" y="1737360"/>
            <a:ext cx="136476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中⼼となる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101680" y="1715760"/>
            <a:ext cx="3081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8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402640" y="1737360"/>
            <a:ext cx="2736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本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/>
          <p:nvPr/>
        </p:nvSpPr>
        <p:spPr>
          <a:xfrm>
            <a:off x="1171440" y="2342880"/>
            <a:ext cx="1705320" cy="276840"/>
          </a:xfrm>
          <a:custGeom>
            <a:avLst/>
            <a:gdLst/>
            <a:ahLst/>
            <a:rect l="0" t="0" r="r" b="b"/>
            <a:pathLst>
              <a:path w="4737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578" y="0"/>
                </a:lnTo>
                <a:cubicBezTo>
                  <a:pt x="4589" y="0"/>
                  <a:pt x="4599" y="1"/>
                  <a:pt x="4609" y="3"/>
                </a:cubicBezTo>
                <a:cubicBezTo>
                  <a:pt x="4619" y="5"/>
                  <a:pt x="4629" y="8"/>
                  <a:pt x="4639" y="13"/>
                </a:cubicBezTo>
                <a:cubicBezTo>
                  <a:pt x="4649" y="17"/>
                  <a:pt x="4658" y="22"/>
                  <a:pt x="4666" y="28"/>
                </a:cubicBezTo>
                <a:cubicBezTo>
                  <a:pt x="4675" y="34"/>
                  <a:pt x="4683" y="40"/>
                  <a:pt x="4690" y="48"/>
                </a:cubicBezTo>
                <a:cubicBezTo>
                  <a:pt x="4698" y="55"/>
                  <a:pt x="4704" y="63"/>
                  <a:pt x="4710" y="72"/>
                </a:cubicBezTo>
                <a:cubicBezTo>
                  <a:pt x="4716" y="80"/>
                  <a:pt x="4721" y="90"/>
                  <a:pt x="4725" y="99"/>
                </a:cubicBezTo>
                <a:cubicBezTo>
                  <a:pt x="4729" y="109"/>
                  <a:pt x="4732" y="119"/>
                  <a:pt x="4734" y="129"/>
                </a:cubicBezTo>
                <a:cubicBezTo>
                  <a:pt x="4736" y="139"/>
                  <a:pt x="4737" y="150"/>
                  <a:pt x="4737" y="160"/>
                </a:cubicBezTo>
                <a:lnTo>
                  <a:pt x="4737" y="610"/>
                </a:lnTo>
                <a:cubicBezTo>
                  <a:pt x="4737" y="620"/>
                  <a:pt x="4736" y="631"/>
                  <a:pt x="4734" y="641"/>
                </a:cubicBezTo>
                <a:cubicBezTo>
                  <a:pt x="4732" y="651"/>
                  <a:pt x="4729" y="661"/>
                  <a:pt x="4725" y="671"/>
                </a:cubicBezTo>
                <a:cubicBezTo>
                  <a:pt x="4721" y="680"/>
                  <a:pt x="4716" y="689"/>
                  <a:pt x="4710" y="698"/>
                </a:cubicBezTo>
                <a:cubicBezTo>
                  <a:pt x="4704" y="707"/>
                  <a:pt x="4698" y="715"/>
                  <a:pt x="4690" y="722"/>
                </a:cubicBezTo>
                <a:cubicBezTo>
                  <a:pt x="4683" y="729"/>
                  <a:pt x="4675" y="736"/>
                  <a:pt x="4666" y="742"/>
                </a:cubicBezTo>
                <a:cubicBezTo>
                  <a:pt x="4658" y="748"/>
                  <a:pt x="4649" y="752"/>
                  <a:pt x="4639" y="756"/>
                </a:cubicBezTo>
                <a:cubicBezTo>
                  <a:pt x="4629" y="760"/>
                  <a:pt x="4619" y="763"/>
                  <a:pt x="4609" y="765"/>
                </a:cubicBezTo>
                <a:cubicBezTo>
                  <a:pt x="4599" y="768"/>
                  <a:pt x="4589" y="769"/>
                  <a:pt x="4578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51120" y="23076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238040" y="2408400"/>
            <a:ext cx="1569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auth-and-session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/>
          <p:nvPr/>
        </p:nvSpPr>
        <p:spPr>
          <a:xfrm>
            <a:off x="1171440" y="2695320"/>
            <a:ext cx="3076920" cy="286200"/>
          </a:xfrm>
          <a:custGeom>
            <a:avLst/>
            <a:gdLst/>
            <a:ahLst/>
            <a:rect l="0" t="0" r="r" b="b"/>
            <a:pathLst>
              <a:path w="8547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388" y="0"/>
                </a:lnTo>
                <a:cubicBezTo>
                  <a:pt x="8399" y="0"/>
                  <a:pt x="8409" y="1"/>
                  <a:pt x="8419" y="3"/>
                </a:cubicBezTo>
                <a:cubicBezTo>
                  <a:pt x="8429" y="5"/>
                  <a:pt x="8439" y="8"/>
                  <a:pt x="8449" y="12"/>
                </a:cubicBezTo>
                <a:cubicBezTo>
                  <a:pt x="8459" y="16"/>
                  <a:pt x="8468" y="21"/>
                  <a:pt x="8476" y="27"/>
                </a:cubicBezTo>
                <a:cubicBezTo>
                  <a:pt x="8485" y="33"/>
                  <a:pt x="8493" y="39"/>
                  <a:pt x="8500" y="48"/>
                </a:cubicBezTo>
                <a:cubicBezTo>
                  <a:pt x="8508" y="55"/>
                  <a:pt x="8514" y="63"/>
                  <a:pt x="8520" y="72"/>
                </a:cubicBezTo>
                <a:cubicBezTo>
                  <a:pt x="8526" y="80"/>
                  <a:pt x="8531" y="90"/>
                  <a:pt x="8535" y="99"/>
                </a:cubicBezTo>
                <a:cubicBezTo>
                  <a:pt x="8539" y="109"/>
                  <a:pt x="8542" y="119"/>
                  <a:pt x="8544" y="129"/>
                </a:cubicBezTo>
                <a:cubicBezTo>
                  <a:pt x="8546" y="139"/>
                  <a:pt x="8547" y="150"/>
                  <a:pt x="8547" y="160"/>
                </a:cubicBezTo>
                <a:lnTo>
                  <a:pt x="8547" y="636"/>
                </a:lnTo>
                <a:cubicBezTo>
                  <a:pt x="8547" y="647"/>
                  <a:pt x="8546" y="657"/>
                  <a:pt x="8544" y="667"/>
                </a:cubicBezTo>
                <a:cubicBezTo>
                  <a:pt x="8542" y="677"/>
                  <a:pt x="8539" y="687"/>
                  <a:pt x="8535" y="697"/>
                </a:cubicBezTo>
                <a:cubicBezTo>
                  <a:pt x="8531" y="707"/>
                  <a:pt x="8526" y="716"/>
                  <a:pt x="8520" y="724"/>
                </a:cubicBezTo>
                <a:cubicBezTo>
                  <a:pt x="8514" y="733"/>
                  <a:pt x="8508" y="741"/>
                  <a:pt x="8500" y="748"/>
                </a:cubicBezTo>
                <a:cubicBezTo>
                  <a:pt x="8493" y="756"/>
                  <a:pt x="8485" y="762"/>
                  <a:pt x="8476" y="768"/>
                </a:cubicBezTo>
                <a:cubicBezTo>
                  <a:pt x="8468" y="774"/>
                  <a:pt x="8459" y="779"/>
                  <a:pt x="8449" y="783"/>
                </a:cubicBezTo>
                <a:cubicBezTo>
                  <a:pt x="8439" y="787"/>
                  <a:pt x="8429" y="790"/>
                  <a:pt x="8419" y="792"/>
                </a:cubicBezTo>
                <a:cubicBezTo>
                  <a:pt x="8409" y="794"/>
                  <a:pt x="8399" y="795"/>
                  <a:pt x="8388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51120" y="26694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238040" y="2760840"/>
            <a:ext cx="2941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navigation-and-post-login-flow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"/>
          <p:cNvSpPr/>
          <p:nvPr/>
        </p:nvSpPr>
        <p:spPr>
          <a:xfrm>
            <a:off x="1171440" y="3057480"/>
            <a:ext cx="2190960" cy="276480"/>
          </a:xfrm>
          <a:custGeom>
            <a:avLst/>
            <a:gdLst/>
            <a:ahLst/>
            <a:rect l="0" t="0" r="r" b="b"/>
            <a:pathLst>
              <a:path w="6086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928" y="0"/>
                </a:lnTo>
                <a:cubicBezTo>
                  <a:pt x="5938" y="0"/>
                  <a:pt x="5948" y="1"/>
                  <a:pt x="5959" y="3"/>
                </a:cubicBezTo>
                <a:cubicBezTo>
                  <a:pt x="5969" y="5"/>
                  <a:pt x="5979" y="8"/>
                  <a:pt x="5988" y="12"/>
                </a:cubicBezTo>
                <a:cubicBezTo>
                  <a:pt x="5998" y="16"/>
                  <a:pt x="6007" y="21"/>
                  <a:pt x="6016" y="26"/>
                </a:cubicBezTo>
                <a:cubicBezTo>
                  <a:pt x="6024" y="32"/>
                  <a:pt x="6032" y="39"/>
                  <a:pt x="6040" y="46"/>
                </a:cubicBezTo>
                <a:cubicBezTo>
                  <a:pt x="6047" y="53"/>
                  <a:pt x="6054" y="62"/>
                  <a:pt x="6060" y="70"/>
                </a:cubicBezTo>
                <a:cubicBezTo>
                  <a:pt x="6065" y="79"/>
                  <a:pt x="6070" y="88"/>
                  <a:pt x="6074" y="98"/>
                </a:cubicBezTo>
                <a:cubicBezTo>
                  <a:pt x="6078" y="107"/>
                  <a:pt x="6081" y="117"/>
                  <a:pt x="6083" y="127"/>
                </a:cubicBezTo>
                <a:cubicBezTo>
                  <a:pt x="6085" y="138"/>
                  <a:pt x="6086" y="148"/>
                  <a:pt x="6086" y="158"/>
                </a:cubicBezTo>
                <a:lnTo>
                  <a:pt x="6086" y="609"/>
                </a:lnTo>
                <a:cubicBezTo>
                  <a:pt x="6086" y="620"/>
                  <a:pt x="6085" y="630"/>
                  <a:pt x="6083" y="640"/>
                </a:cubicBezTo>
                <a:cubicBezTo>
                  <a:pt x="6081" y="650"/>
                  <a:pt x="6078" y="660"/>
                  <a:pt x="6074" y="670"/>
                </a:cubicBezTo>
                <a:cubicBezTo>
                  <a:pt x="6070" y="680"/>
                  <a:pt x="6065" y="689"/>
                  <a:pt x="6060" y="697"/>
                </a:cubicBezTo>
                <a:cubicBezTo>
                  <a:pt x="6054" y="706"/>
                  <a:pt x="6047" y="714"/>
                  <a:pt x="6040" y="721"/>
                </a:cubicBezTo>
                <a:cubicBezTo>
                  <a:pt x="6032" y="729"/>
                  <a:pt x="6024" y="735"/>
                  <a:pt x="6016" y="741"/>
                </a:cubicBezTo>
                <a:cubicBezTo>
                  <a:pt x="6007" y="747"/>
                  <a:pt x="5998" y="752"/>
                  <a:pt x="5988" y="756"/>
                </a:cubicBezTo>
                <a:cubicBezTo>
                  <a:pt x="5979" y="760"/>
                  <a:pt x="5969" y="763"/>
                  <a:pt x="5959" y="765"/>
                </a:cubicBezTo>
                <a:cubicBezTo>
                  <a:pt x="5948" y="767"/>
                  <a:pt x="5938" y="768"/>
                  <a:pt x="5928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2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51120" y="303156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238040" y="3122640"/>
            <a:ext cx="2059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schema-and-migrations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/>
          <p:nvPr/>
        </p:nvSpPr>
        <p:spPr>
          <a:xfrm>
            <a:off x="1171440" y="3419280"/>
            <a:ext cx="2095920" cy="276480"/>
          </a:xfrm>
          <a:custGeom>
            <a:avLst/>
            <a:gdLst/>
            <a:ahLst/>
            <a:rect l="0" t="0" r="r" b="b"/>
            <a:pathLst>
              <a:path w="5822" h="768">
                <a:moveTo>
                  <a:pt x="0" y="610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63" y="0"/>
                </a:lnTo>
                <a:cubicBezTo>
                  <a:pt x="5673" y="0"/>
                  <a:pt x="5684" y="1"/>
                  <a:pt x="5694" y="3"/>
                </a:cubicBezTo>
                <a:cubicBezTo>
                  <a:pt x="5704" y="5"/>
                  <a:pt x="5714" y="8"/>
                  <a:pt x="5724" y="12"/>
                </a:cubicBezTo>
                <a:cubicBezTo>
                  <a:pt x="5733" y="16"/>
                  <a:pt x="5742" y="21"/>
                  <a:pt x="5751" y="27"/>
                </a:cubicBezTo>
                <a:cubicBezTo>
                  <a:pt x="5760" y="33"/>
                  <a:pt x="5768" y="39"/>
                  <a:pt x="5775" y="47"/>
                </a:cubicBezTo>
                <a:cubicBezTo>
                  <a:pt x="5783" y="54"/>
                  <a:pt x="5789" y="62"/>
                  <a:pt x="5795" y="71"/>
                </a:cubicBezTo>
                <a:cubicBezTo>
                  <a:pt x="5801" y="79"/>
                  <a:pt x="5806" y="88"/>
                  <a:pt x="5810" y="99"/>
                </a:cubicBezTo>
                <a:cubicBezTo>
                  <a:pt x="5814" y="109"/>
                  <a:pt x="5817" y="119"/>
                  <a:pt x="5819" y="129"/>
                </a:cubicBezTo>
                <a:cubicBezTo>
                  <a:pt x="5821" y="139"/>
                  <a:pt x="5822" y="149"/>
                  <a:pt x="5822" y="160"/>
                </a:cubicBezTo>
                <a:lnTo>
                  <a:pt x="5822" y="610"/>
                </a:lnTo>
                <a:cubicBezTo>
                  <a:pt x="5822" y="620"/>
                  <a:pt x="5821" y="630"/>
                  <a:pt x="5819" y="641"/>
                </a:cubicBezTo>
                <a:cubicBezTo>
                  <a:pt x="5817" y="651"/>
                  <a:pt x="5814" y="661"/>
                  <a:pt x="5810" y="670"/>
                </a:cubicBezTo>
                <a:cubicBezTo>
                  <a:pt x="5806" y="680"/>
                  <a:pt x="5801" y="689"/>
                  <a:pt x="5795" y="698"/>
                </a:cubicBezTo>
                <a:cubicBezTo>
                  <a:pt x="5789" y="706"/>
                  <a:pt x="5783" y="714"/>
                  <a:pt x="5775" y="722"/>
                </a:cubicBezTo>
                <a:cubicBezTo>
                  <a:pt x="5768" y="729"/>
                  <a:pt x="5760" y="736"/>
                  <a:pt x="5751" y="742"/>
                </a:cubicBezTo>
                <a:cubicBezTo>
                  <a:pt x="5742" y="747"/>
                  <a:pt x="5733" y="752"/>
                  <a:pt x="5724" y="756"/>
                </a:cubicBezTo>
                <a:cubicBezTo>
                  <a:pt x="5714" y="760"/>
                  <a:pt x="5704" y="763"/>
                  <a:pt x="5694" y="765"/>
                </a:cubicBezTo>
                <a:cubicBezTo>
                  <a:pt x="5684" y="767"/>
                  <a:pt x="5673" y="768"/>
                  <a:pt x="5663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2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0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51120" y="33840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38040" y="3484800"/>
            <a:ext cx="1961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database-integration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/>
          <p:nvPr/>
        </p:nvSpPr>
        <p:spPr>
          <a:xfrm>
            <a:off x="1171440" y="377172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6483" y="0"/>
                </a:lnTo>
                <a:cubicBezTo>
                  <a:pt x="6494" y="0"/>
                  <a:pt x="6504" y="1"/>
                  <a:pt x="6514" y="3"/>
                </a:cubicBezTo>
                <a:cubicBezTo>
                  <a:pt x="6524" y="5"/>
                  <a:pt x="6534" y="8"/>
                  <a:pt x="6544" y="12"/>
                </a:cubicBezTo>
                <a:cubicBezTo>
                  <a:pt x="6554" y="16"/>
                  <a:pt x="6563" y="21"/>
                  <a:pt x="6571" y="27"/>
                </a:cubicBezTo>
                <a:cubicBezTo>
                  <a:pt x="6580" y="33"/>
                  <a:pt x="6588" y="39"/>
                  <a:pt x="6595" y="46"/>
                </a:cubicBezTo>
                <a:cubicBezTo>
                  <a:pt x="6603" y="54"/>
                  <a:pt x="6609" y="62"/>
                  <a:pt x="6615" y="71"/>
                </a:cubicBezTo>
                <a:cubicBezTo>
                  <a:pt x="6621" y="79"/>
                  <a:pt x="6626" y="88"/>
                  <a:pt x="6630" y="98"/>
                </a:cubicBezTo>
                <a:cubicBezTo>
                  <a:pt x="6634" y="108"/>
                  <a:pt x="6637" y="118"/>
                  <a:pt x="6639" y="128"/>
                </a:cubicBezTo>
                <a:cubicBezTo>
                  <a:pt x="6641" y="138"/>
                  <a:pt x="6642" y="148"/>
                  <a:pt x="6642" y="159"/>
                </a:cubicBezTo>
                <a:lnTo>
                  <a:pt x="6642" y="636"/>
                </a:lnTo>
                <a:cubicBezTo>
                  <a:pt x="6642" y="646"/>
                  <a:pt x="6641" y="657"/>
                  <a:pt x="6639" y="667"/>
                </a:cubicBezTo>
                <a:cubicBezTo>
                  <a:pt x="6637" y="677"/>
                  <a:pt x="6634" y="687"/>
                  <a:pt x="6630" y="697"/>
                </a:cubicBezTo>
                <a:cubicBezTo>
                  <a:pt x="6626" y="706"/>
                  <a:pt x="6621" y="716"/>
                  <a:pt x="6615" y="724"/>
                </a:cubicBezTo>
                <a:cubicBezTo>
                  <a:pt x="6609" y="733"/>
                  <a:pt x="6603" y="741"/>
                  <a:pt x="6595" y="748"/>
                </a:cubicBezTo>
                <a:cubicBezTo>
                  <a:pt x="6588" y="756"/>
                  <a:pt x="6580" y="762"/>
                  <a:pt x="6571" y="768"/>
                </a:cubicBezTo>
                <a:cubicBezTo>
                  <a:pt x="6563" y="774"/>
                  <a:pt x="6554" y="779"/>
                  <a:pt x="6544" y="783"/>
                </a:cubicBezTo>
                <a:cubicBezTo>
                  <a:pt x="6534" y="787"/>
                  <a:pt x="6524" y="790"/>
                  <a:pt x="6514" y="792"/>
                </a:cubicBezTo>
                <a:cubicBezTo>
                  <a:pt x="6504" y="794"/>
                  <a:pt x="6494" y="795"/>
                  <a:pt x="6483" y="795"/>
                </a:cubicBezTo>
                <a:lnTo>
                  <a:pt x="160" y="795"/>
                </a:lnTo>
                <a:cubicBezTo>
                  <a:pt x="149" y="795"/>
                  <a:pt x="139" y="794"/>
                  <a:pt x="129" y="792"/>
                </a:cubicBezTo>
                <a:cubicBezTo>
                  <a:pt x="118" y="790"/>
                  <a:pt x="109" y="787"/>
                  <a:pt x="99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51120" y="37458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238040" y="3836880"/>
            <a:ext cx="2255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crud-and-route-handlers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/>
          <p:nvPr/>
        </p:nvSpPr>
        <p:spPr>
          <a:xfrm>
            <a:off x="1171440" y="4133520"/>
            <a:ext cx="2095920" cy="276840"/>
          </a:xfrm>
          <a:custGeom>
            <a:avLst/>
            <a:gdLst/>
            <a:ahLst/>
            <a:rect l="0" t="0" r="r" b="b"/>
            <a:pathLst>
              <a:path w="5822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63" y="0"/>
                </a:lnTo>
                <a:cubicBezTo>
                  <a:pt x="5673" y="0"/>
                  <a:pt x="5684" y="1"/>
                  <a:pt x="5694" y="3"/>
                </a:cubicBezTo>
                <a:cubicBezTo>
                  <a:pt x="5704" y="5"/>
                  <a:pt x="5714" y="9"/>
                  <a:pt x="5724" y="12"/>
                </a:cubicBezTo>
                <a:cubicBezTo>
                  <a:pt x="5733" y="16"/>
                  <a:pt x="5742" y="21"/>
                  <a:pt x="5751" y="27"/>
                </a:cubicBezTo>
                <a:cubicBezTo>
                  <a:pt x="5760" y="33"/>
                  <a:pt x="5768" y="40"/>
                  <a:pt x="5775" y="47"/>
                </a:cubicBezTo>
                <a:cubicBezTo>
                  <a:pt x="5783" y="54"/>
                  <a:pt x="5789" y="62"/>
                  <a:pt x="5795" y="71"/>
                </a:cubicBezTo>
                <a:cubicBezTo>
                  <a:pt x="5801" y="80"/>
                  <a:pt x="5806" y="89"/>
                  <a:pt x="5810" y="98"/>
                </a:cubicBezTo>
                <a:cubicBezTo>
                  <a:pt x="5814" y="108"/>
                  <a:pt x="5817" y="118"/>
                  <a:pt x="5819" y="128"/>
                </a:cubicBezTo>
                <a:cubicBezTo>
                  <a:pt x="5821" y="138"/>
                  <a:pt x="5822" y="149"/>
                  <a:pt x="5822" y="159"/>
                </a:cubicBezTo>
                <a:lnTo>
                  <a:pt x="5822" y="610"/>
                </a:lnTo>
                <a:cubicBezTo>
                  <a:pt x="5822" y="620"/>
                  <a:pt x="5821" y="631"/>
                  <a:pt x="5819" y="641"/>
                </a:cubicBezTo>
                <a:cubicBezTo>
                  <a:pt x="5817" y="651"/>
                  <a:pt x="5814" y="661"/>
                  <a:pt x="5810" y="671"/>
                </a:cubicBezTo>
                <a:cubicBezTo>
                  <a:pt x="5806" y="680"/>
                  <a:pt x="5801" y="689"/>
                  <a:pt x="5795" y="698"/>
                </a:cubicBezTo>
                <a:cubicBezTo>
                  <a:pt x="5789" y="707"/>
                  <a:pt x="5783" y="715"/>
                  <a:pt x="5775" y="722"/>
                </a:cubicBezTo>
                <a:cubicBezTo>
                  <a:pt x="5768" y="730"/>
                  <a:pt x="5760" y="736"/>
                  <a:pt x="5751" y="742"/>
                </a:cubicBezTo>
                <a:cubicBezTo>
                  <a:pt x="5742" y="748"/>
                  <a:pt x="5733" y="753"/>
                  <a:pt x="5724" y="757"/>
                </a:cubicBezTo>
                <a:cubicBezTo>
                  <a:pt x="5714" y="761"/>
                  <a:pt x="5704" y="764"/>
                  <a:pt x="5694" y="766"/>
                </a:cubicBezTo>
                <a:cubicBezTo>
                  <a:pt x="5684" y="768"/>
                  <a:pt x="5673" y="769"/>
                  <a:pt x="5663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8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51120" y="41076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238040" y="4199040"/>
            <a:ext cx="1961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forms-and-validation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/>
          <p:nvPr/>
        </p:nvSpPr>
        <p:spPr>
          <a:xfrm>
            <a:off x="1171440" y="4485960"/>
            <a:ext cx="2581560" cy="286200"/>
          </a:xfrm>
          <a:custGeom>
            <a:avLst/>
            <a:gdLst/>
            <a:ahLst/>
            <a:rect l="0" t="0" r="r" b="b"/>
            <a:pathLst>
              <a:path w="7171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12" y="0"/>
                </a:lnTo>
                <a:cubicBezTo>
                  <a:pt x="7023" y="0"/>
                  <a:pt x="7033" y="1"/>
                  <a:pt x="7043" y="3"/>
                </a:cubicBezTo>
                <a:cubicBezTo>
                  <a:pt x="7054" y="5"/>
                  <a:pt x="7063" y="8"/>
                  <a:pt x="7073" y="12"/>
                </a:cubicBezTo>
                <a:cubicBezTo>
                  <a:pt x="7083" y="16"/>
                  <a:pt x="7092" y="21"/>
                  <a:pt x="7101" y="27"/>
                </a:cubicBezTo>
                <a:cubicBezTo>
                  <a:pt x="7109" y="33"/>
                  <a:pt x="7117" y="39"/>
                  <a:pt x="7125" y="47"/>
                </a:cubicBezTo>
                <a:cubicBezTo>
                  <a:pt x="7132" y="54"/>
                  <a:pt x="7139" y="62"/>
                  <a:pt x="7144" y="71"/>
                </a:cubicBezTo>
                <a:cubicBezTo>
                  <a:pt x="7150" y="80"/>
                  <a:pt x="7155" y="89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9"/>
                  <a:pt x="7171" y="159"/>
                </a:cubicBezTo>
                <a:lnTo>
                  <a:pt x="7171" y="636"/>
                </a:lnTo>
                <a:cubicBezTo>
                  <a:pt x="7171" y="647"/>
                  <a:pt x="7170" y="657"/>
                  <a:pt x="7168" y="667"/>
                </a:cubicBezTo>
                <a:cubicBezTo>
                  <a:pt x="7166" y="678"/>
                  <a:pt x="7163" y="687"/>
                  <a:pt x="7159" y="697"/>
                </a:cubicBezTo>
                <a:cubicBezTo>
                  <a:pt x="7155" y="707"/>
                  <a:pt x="7150" y="716"/>
                  <a:pt x="7144" y="725"/>
                </a:cubicBezTo>
                <a:cubicBezTo>
                  <a:pt x="7139" y="733"/>
                  <a:pt x="7132" y="741"/>
                  <a:pt x="7125" y="749"/>
                </a:cubicBezTo>
                <a:cubicBezTo>
                  <a:pt x="7117" y="756"/>
                  <a:pt x="7109" y="763"/>
                  <a:pt x="7101" y="768"/>
                </a:cubicBezTo>
                <a:cubicBezTo>
                  <a:pt x="7092" y="774"/>
                  <a:pt x="7083" y="779"/>
                  <a:pt x="7073" y="783"/>
                </a:cubicBezTo>
                <a:cubicBezTo>
                  <a:pt x="7063" y="787"/>
                  <a:pt x="7054" y="790"/>
                  <a:pt x="7043" y="792"/>
                </a:cubicBezTo>
                <a:cubicBezTo>
                  <a:pt x="7033" y="794"/>
                  <a:pt x="7023" y="795"/>
                  <a:pt x="701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51120" y="446004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238040" y="4551480"/>
            <a:ext cx="2451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role-based-access-control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/>
          <p:nvPr/>
        </p:nvSpPr>
        <p:spPr>
          <a:xfrm>
            <a:off x="1171440" y="4848120"/>
            <a:ext cx="2391120" cy="276480"/>
          </a:xfrm>
          <a:custGeom>
            <a:avLst/>
            <a:gdLst/>
            <a:ahLst/>
            <a:rect l="0" t="0" r="r" b="b"/>
            <a:pathLst>
              <a:path w="6642" h="768">
                <a:moveTo>
                  <a:pt x="0" y="60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6483" y="0"/>
                </a:lnTo>
                <a:cubicBezTo>
                  <a:pt x="6494" y="0"/>
                  <a:pt x="6504" y="1"/>
                  <a:pt x="6514" y="3"/>
                </a:cubicBezTo>
                <a:cubicBezTo>
                  <a:pt x="6524" y="5"/>
                  <a:pt x="6534" y="8"/>
                  <a:pt x="6544" y="12"/>
                </a:cubicBezTo>
                <a:cubicBezTo>
                  <a:pt x="6554" y="16"/>
                  <a:pt x="6563" y="21"/>
                  <a:pt x="6571" y="27"/>
                </a:cubicBezTo>
                <a:cubicBezTo>
                  <a:pt x="6580" y="32"/>
                  <a:pt x="6588" y="39"/>
                  <a:pt x="6595" y="46"/>
                </a:cubicBezTo>
                <a:cubicBezTo>
                  <a:pt x="6603" y="54"/>
                  <a:pt x="6609" y="62"/>
                  <a:pt x="6615" y="70"/>
                </a:cubicBezTo>
                <a:cubicBezTo>
                  <a:pt x="6621" y="79"/>
                  <a:pt x="6626" y="88"/>
                  <a:pt x="6630" y="98"/>
                </a:cubicBezTo>
                <a:cubicBezTo>
                  <a:pt x="6634" y="107"/>
                  <a:pt x="6637" y="117"/>
                  <a:pt x="6639" y="128"/>
                </a:cubicBezTo>
                <a:cubicBezTo>
                  <a:pt x="6641" y="138"/>
                  <a:pt x="6642" y="148"/>
                  <a:pt x="6642" y="159"/>
                </a:cubicBezTo>
                <a:lnTo>
                  <a:pt x="6642" y="608"/>
                </a:lnTo>
                <a:cubicBezTo>
                  <a:pt x="6642" y="619"/>
                  <a:pt x="6641" y="629"/>
                  <a:pt x="6639" y="639"/>
                </a:cubicBezTo>
                <a:cubicBezTo>
                  <a:pt x="6637" y="650"/>
                  <a:pt x="6634" y="659"/>
                  <a:pt x="6630" y="669"/>
                </a:cubicBezTo>
                <a:cubicBezTo>
                  <a:pt x="6626" y="679"/>
                  <a:pt x="6621" y="688"/>
                  <a:pt x="6615" y="697"/>
                </a:cubicBezTo>
                <a:cubicBezTo>
                  <a:pt x="6609" y="705"/>
                  <a:pt x="6603" y="713"/>
                  <a:pt x="6595" y="721"/>
                </a:cubicBezTo>
                <a:cubicBezTo>
                  <a:pt x="6588" y="729"/>
                  <a:pt x="6580" y="736"/>
                  <a:pt x="6571" y="741"/>
                </a:cubicBezTo>
                <a:cubicBezTo>
                  <a:pt x="6563" y="747"/>
                  <a:pt x="6554" y="752"/>
                  <a:pt x="6544" y="756"/>
                </a:cubicBezTo>
                <a:cubicBezTo>
                  <a:pt x="6534" y="760"/>
                  <a:pt x="6524" y="763"/>
                  <a:pt x="6514" y="765"/>
                </a:cubicBezTo>
                <a:cubicBezTo>
                  <a:pt x="6504" y="767"/>
                  <a:pt x="6494" y="768"/>
                  <a:pt x="6483" y="768"/>
                </a:cubicBezTo>
                <a:lnTo>
                  <a:pt x="160" y="768"/>
                </a:lnTo>
                <a:cubicBezTo>
                  <a:pt x="149" y="768"/>
                  <a:pt x="139" y="767"/>
                  <a:pt x="129" y="765"/>
                </a:cubicBezTo>
                <a:cubicBezTo>
                  <a:pt x="118" y="763"/>
                  <a:pt x="109" y="760"/>
                  <a:pt x="99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6" y="721"/>
                </a:cubicBezTo>
                <a:cubicBezTo>
                  <a:pt x="39" y="713"/>
                  <a:pt x="32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51120" y="482220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8.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238040" y="4913280"/>
            <a:ext cx="2255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file-upload-and-storage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47720" y="1906200"/>
            <a:ext cx="2721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8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/>
          <p:nvPr/>
        </p:nvSpPr>
        <p:spPr>
          <a:xfrm>
            <a:off x="952200" y="2609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73800" y="1927800"/>
            <a:ext cx="191016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本でできること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/>
          <p:nvPr/>
        </p:nvSpPr>
        <p:spPr>
          <a:xfrm>
            <a:off x="952200" y="2962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66760" y="25146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会員登録とログイン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66760" y="2867040"/>
            <a:ext cx="2297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ログイン後の初期導線と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471840" y="2850480"/>
            <a:ext cx="4698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role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/>
          <p:nvPr/>
        </p:nvSpPr>
        <p:spPr>
          <a:xfrm>
            <a:off x="952200" y="3323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942720" y="286704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ごとのホーム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66760" y="321228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491120" y="3228840"/>
            <a:ext cx="627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設計と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120040" y="3212280"/>
            <a:ext cx="3812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/>
          <p:nvPr/>
        </p:nvSpPr>
        <p:spPr>
          <a:xfrm>
            <a:off x="952200" y="3676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501640" y="322884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変更⼿順の管理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/>
          <p:nvPr/>
        </p:nvSpPr>
        <p:spPr>
          <a:xfrm>
            <a:off x="952200" y="4038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166760" y="3581280"/>
            <a:ext cx="2923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⼀覧、詳細、作成、更新、削除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/>
          <p:nvPr/>
        </p:nvSpPr>
        <p:spPr>
          <a:xfrm>
            <a:off x="952200" y="4390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66760" y="3943440"/>
            <a:ext cx="2715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⼊⼒フォームと⼊⼒チェック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6" name=""/>
          <p:cNvSpPr/>
          <p:nvPr/>
        </p:nvSpPr>
        <p:spPr>
          <a:xfrm>
            <a:off x="952200" y="4743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66760" y="4295880"/>
            <a:ext cx="835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権限制御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66760" y="464832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画像や添付ファイル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47720" y="1870560"/>
            <a:ext cx="8190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基本の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564920" y="1849320"/>
            <a:ext cx="3081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6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/>
          <p:nvPr/>
        </p:nvSpPr>
        <p:spPr>
          <a:xfrm>
            <a:off x="952200" y="2552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6" name=""/>
          <p:cNvSpPr/>
          <p:nvPr/>
        </p:nvSpPr>
        <p:spPr>
          <a:xfrm>
            <a:off x="1171440" y="2466720"/>
            <a:ext cx="1705320" cy="286200"/>
          </a:xfrm>
          <a:custGeom>
            <a:avLst/>
            <a:gdLst/>
            <a:ahLst/>
            <a:rect l="0" t="0" r="r" b="b"/>
            <a:pathLst>
              <a:path w="4737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578" y="0"/>
                </a:lnTo>
                <a:cubicBezTo>
                  <a:pt x="4589" y="0"/>
                  <a:pt x="4599" y="1"/>
                  <a:pt x="4609" y="3"/>
                </a:cubicBezTo>
                <a:cubicBezTo>
                  <a:pt x="4619" y="5"/>
                  <a:pt x="4629" y="8"/>
                  <a:pt x="4639" y="12"/>
                </a:cubicBezTo>
                <a:cubicBezTo>
                  <a:pt x="4649" y="16"/>
                  <a:pt x="4658" y="21"/>
                  <a:pt x="4666" y="27"/>
                </a:cubicBezTo>
                <a:cubicBezTo>
                  <a:pt x="4675" y="33"/>
                  <a:pt x="4683" y="39"/>
                  <a:pt x="4690" y="47"/>
                </a:cubicBezTo>
                <a:cubicBezTo>
                  <a:pt x="4698" y="54"/>
                  <a:pt x="4704" y="62"/>
                  <a:pt x="4710" y="71"/>
                </a:cubicBezTo>
                <a:cubicBezTo>
                  <a:pt x="4716" y="79"/>
                  <a:pt x="4721" y="89"/>
                  <a:pt x="4725" y="98"/>
                </a:cubicBezTo>
                <a:cubicBezTo>
                  <a:pt x="4729" y="108"/>
                  <a:pt x="4732" y="118"/>
                  <a:pt x="4734" y="128"/>
                </a:cubicBezTo>
                <a:cubicBezTo>
                  <a:pt x="4736" y="138"/>
                  <a:pt x="4737" y="149"/>
                  <a:pt x="4737" y="159"/>
                </a:cubicBezTo>
                <a:lnTo>
                  <a:pt x="4737" y="635"/>
                </a:lnTo>
                <a:cubicBezTo>
                  <a:pt x="4737" y="646"/>
                  <a:pt x="4736" y="656"/>
                  <a:pt x="4734" y="666"/>
                </a:cubicBezTo>
                <a:cubicBezTo>
                  <a:pt x="4732" y="676"/>
                  <a:pt x="4729" y="687"/>
                  <a:pt x="4725" y="697"/>
                </a:cubicBezTo>
                <a:cubicBezTo>
                  <a:pt x="4721" y="707"/>
                  <a:pt x="4716" y="716"/>
                  <a:pt x="4710" y="724"/>
                </a:cubicBezTo>
                <a:cubicBezTo>
                  <a:pt x="4704" y="733"/>
                  <a:pt x="4698" y="741"/>
                  <a:pt x="4690" y="748"/>
                </a:cubicBezTo>
                <a:cubicBezTo>
                  <a:pt x="4683" y="756"/>
                  <a:pt x="4675" y="762"/>
                  <a:pt x="4666" y="768"/>
                </a:cubicBezTo>
                <a:cubicBezTo>
                  <a:pt x="4658" y="774"/>
                  <a:pt x="4649" y="779"/>
                  <a:pt x="4639" y="783"/>
                </a:cubicBezTo>
                <a:cubicBezTo>
                  <a:pt x="4629" y="787"/>
                  <a:pt x="4619" y="790"/>
                  <a:pt x="4609" y="792"/>
                </a:cubicBezTo>
                <a:cubicBezTo>
                  <a:pt x="4599" y="794"/>
                  <a:pt x="4589" y="795"/>
                  <a:pt x="4578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6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866600" y="1870560"/>
            <a:ext cx="2736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本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/>
          <p:nvPr/>
        </p:nvSpPr>
        <p:spPr>
          <a:xfrm>
            <a:off x="952200" y="2914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/>
          <p:nvPr/>
        </p:nvSpPr>
        <p:spPr>
          <a:xfrm>
            <a:off x="1171440" y="2828880"/>
            <a:ext cx="3076920" cy="276480"/>
          </a:xfrm>
          <a:custGeom>
            <a:avLst/>
            <a:gdLst/>
            <a:ahLst/>
            <a:rect l="0" t="0" r="r" b="b"/>
            <a:pathLst>
              <a:path w="8547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388" y="0"/>
                </a:lnTo>
                <a:cubicBezTo>
                  <a:pt x="8399" y="0"/>
                  <a:pt x="8409" y="1"/>
                  <a:pt x="8419" y="3"/>
                </a:cubicBezTo>
                <a:cubicBezTo>
                  <a:pt x="8429" y="5"/>
                  <a:pt x="8439" y="8"/>
                  <a:pt x="8449" y="12"/>
                </a:cubicBezTo>
                <a:cubicBezTo>
                  <a:pt x="8459" y="16"/>
                  <a:pt x="8468" y="21"/>
                  <a:pt x="8476" y="26"/>
                </a:cubicBezTo>
                <a:cubicBezTo>
                  <a:pt x="8485" y="32"/>
                  <a:pt x="8493" y="39"/>
                  <a:pt x="8500" y="46"/>
                </a:cubicBezTo>
                <a:cubicBezTo>
                  <a:pt x="8508" y="53"/>
                  <a:pt x="8514" y="62"/>
                  <a:pt x="8520" y="70"/>
                </a:cubicBezTo>
                <a:cubicBezTo>
                  <a:pt x="8526" y="79"/>
                  <a:pt x="8531" y="88"/>
                  <a:pt x="8535" y="98"/>
                </a:cubicBezTo>
                <a:cubicBezTo>
                  <a:pt x="8539" y="107"/>
                  <a:pt x="8542" y="117"/>
                  <a:pt x="8544" y="127"/>
                </a:cubicBezTo>
                <a:cubicBezTo>
                  <a:pt x="8546" y="138"/>
                  <a:pt x="8547" y="148"/>
                  <a:pt x="8547" y="158"/>
                </a:cubicBezTo>
                <a:lnTo>
                  <a:pt x="8547" y="609"/>
                </a:lnTo>
                <a:cubicBezTo>
                  <a:pt x="8547" y="620"/>
                  <a:pt x="8546" y="630"/>
                  <a:pt x="8544" y="640"/>
                </a:cubicBezTo>
                <a:cubicBezTo>
                  <a:pt x="8542" y="650"/>
                  <a:pt x="8539" y="660"/>
                  <a:pt x="8535" y="670"/>
                </a:cubicBezTo>
                <a:cubicBezTo>
                  <a:pt x="8531" y="680"/>
                  <a:pt x="8526" y="689"/>
                  <a:pt x="8520" y="697"/>
                </a:cubicBezTo>
                <a:cubicBezTo>
                  <a:pt x="8514" y="706"/>
                  <a:pt x="8508" y="714"/>
                  <a:pt x="8500" y="721"/>
                </a:cubicBezTo>
                <a:cubicBezTo>
                  <a:pt x="8493" y="729"/>
                  <a:pt x="8485" y="735"/>
                  <a:pt x="8476" y="741"/>
                </a:cubicBezTo>
                <a:cubicBezTo>
                  <a:pt x="8468" y="747"/>
                  <a:pt x="8459" y="752"/>
                  <a:pt x="8449" y="756"/>
                </a:cubicBezTo>
                <a:cubicBezTo>
                  <a:pt x="8439" y="760"/>
                  <a:pt x="8429" y="763"/>
                  <a:pt x="8419" y="765"/>
                </a:cubicBezTo>
                <a:cubicBezTo>
                  <a:pt x="8409" y="767"/>
                  <a:pt x="8399" y="768"/>
                  <a:pt x="8388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2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238040" y="2532240"/>
            <a:ext cx="15692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auth-and-session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/>
          <p:nvPr/>
        </p:nvSpPr>
        <p:spPr>
          <a:xfrm>
            <a:off x="952200" y="32670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/>
          <p:nvPr/>
        </p:nvSpPr>
        <p:spPr>
          <a:xfrm>
            <a:off x="1171440" y="3190680"/>
            <a:ext cx="2190960" cy="276480"/>
          </a:xfrm>
          <a:custGeom>
            <a:avLst/>
            <a:gdLst/>
            <a:ahLst/>
            <a:rect l="0" t="0" r="r" b="b"/>
            <a:pathLst>
              <a:path w="6086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928" y="0"/>
                </a:lnTo>
                <a:cubicBezTo>
                  <a:pt x="5938" y="0"/>
                  <a:pt x="5948" y="1"/>
                  <a:pt x="5959" y="3"/>
                </a:cubicBezTo>
                <a:cubicBezTo>
                  <a:pt x="5969" y="5"/>
                  <a:pt x="5979" y="8"/>
                  <a:pt x="5988" y="12"/>
                </a:cubicBezTo>
                <a:cubicBezTo>
                  <a:pt x="5998" y="16"/>
                  <a:pt x="6007" y="21"/>
                  <a:pt x="6016" y="27"/>
                </a:cubicBezTo>
                <a:cubicBezTo>
                  <a:pt x="6024" y="33"/>
                  <a:pt x="6032" y="39"/>
                  <a:pt x="6040" y="47"/>
                </a:cubicBezTo>
                <a:cubicBezTo>
                  <a:pt x="6047" y="54"/>
                  <a:pt x="6054" y="62"/>
                  <a:pt x="6060" y="71"/>
                </a:cubicBezTo>
                <a:cubicBezTo>
                  <a:pt x="6065" y="79"/>
                  <a:pt x="6070" y="88"/>
                  <a:pt x="6074" y="98"/>
                </a:cubicBezTo>
                <a:cubicBezTo>
                  <a:pt x="6078" y="108"/>
                  <a:pt x="6081" y="118"/>
                  <a:pt x="6083" y="128"/>
                </a:cubicBezTo>
                <a:cubicBezTo>
                  <a:pt x="6085" y="138"/>
                  <a:pt x="6086" y="148"/>
                  <a:pt x="6086" y="159"/>
                </a:cubicBezTo>
                <a:lnTo>
                  <a:pt x="6086" y="609"/>
                </a:lnTo>
                <a:cubicBezTo>
                  <a:pt x="6086" y="619"/>
                  <a:pt x="6085" y="629"/>
                  <a:pt x="6083" y="640"/>
                </a:cubicBezTo>
                <a:cubicBezTo>
                  <a:pt x="6081" y="650"/>
                  <a:pt x="6078" y="660"/>
                  <a:pt x="6074" y="669"/>
                </a:cubicBezTo>
                <a:cubicBezTo>
                  <a:pt x="6070" y="679"/>
                  <a:pt x="6065" y="688"/>
                  <a:pt x="6060" y="697"/>
                </a:cubicBezTo>
                <a:cubicBezTo>
                  <a:pt x="6054" y="705"/>
                  <a:pt x="6047" y="713"/>
                  <a:pt x="6040" y="721"/>
                </a:cubicBezTo>
                <a:cubicBezTo>
                  <a:pt x="6032" y="729"/>
                  <a:pt x="6024" y="736"/>
                  <a:pt x="6016" y="742"/>
                </a:cubicBezTo>
                <a:cubicBezTo>
                  <a:pt x="6007" y="747"/>
                  <a:pt x="5998" y="752"/>
                  <a:pt x="5988" y="756"/>
                </a:cubicBezTo>
                <a:cubicBezTo>
                  <a:pt x="5979" y="760"/>
                  <a:pt x="5969" y="763"/>
                  <a:pt x="5959" y="765"/>
                </a:cubicBezTo>
                <a:cubicBezTo>
                  <a:pt x="5948" y="767"/>
                  <a:pt x="5938" y="768"/>
                  <a:pt x="5928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2"/>
                </a:cubicBezTo>
                <a:cubicBezTo>
                  <a:pt x="62" y="736"/>
                  <a:pt x="54" y="729"/>
                  <a:pt x="46" y="721"/>
                </a:cubicBezTo>
                <a:cubicBezTo>
                  <a:pt x="39" y="713"/>
                  <a:pt x="32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238040" y="2894040"/>
            <a:ext cx="2941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navigation-and-post-login-flow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/>
          <p:nvPr/>
        </p:nvSpPr>
        <p:spPr>
          <a:xfrm>
            <a:off x="952200" y="3628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/>
          <p:nvPr/>
        </p:nvSpPr>
        <p:spPr>
          <a:xfrm>
            <a:off x="1171440" y="3543120"/>
            <a:ext cx="2095920" cy="286200"/>
          </a:xfrm>
          <a:custGeom>
            <a:avLst/>
            <a:gdLst/>
            <a:ahLst/>
            <a:rect l="0" t="0" r="r" b="b"/>
            <a:pathLst>
              <a:path w="5822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63" y="0"/>
                </a:lnTo>
                <a:cubicBezTo>
                  <a:pt x="5673" y="0"/>
                  <a:pt x="5684" y="1"/>
                  <a:pt x="5694" y="3"/>
                </a:cubicBezTo>
                <a:cubicBezTo>
                  <a:pt x="5704" y="5"/>
                  <a:pt x="5714" y="8"/>
                  <a:pt x="5724" y="12"/>
                </a:cubicBezTo>
                <a:cubicBezTo>
                  <a:pt x="5733" y="16"/>
                  <a:pt x="5742" y="21"/>
                  <a:pt x="5751" y="27"/>
                </a:cubicBezTo>
                <a:cubicBezTo>
                  <a:pt x="5760" y="33"/>
                  <a:pt x="5768" y="39"/>
                  <a:pt x="5775" y="46"/>
                </a:cubicBezTo>
                <a:cubicBezTo>
                  <a:pt x="5783" y="54"/>
                  <a:pt x="5789" y="62"/>
                  <a:pt x="5795" y="72"/>
                </a:cubicBezTo>
                <a:cubicBezTo>
                  <a:pt x="5801" y="80"/>
                  <a:pt x="5806" y="89"/>
                  <a:pt x="5810" y="99"/>
                </a:cubicBezTo>
                <a:cubicBezTo>
                  <a:pt x="5814" y="109"/>
                  <a:pt x="5817" y="119"/>
                  <a:pt x="5819" y="129"/>
                </a:cubicBezTo>
                <a:cubicBezTo>
                  <a:pt x="5821" y="139"/>
                  <a:pt x="5822" y="149"/>
                  <a:pt x="5822" y="160"/>
                </a:cubicBezTo>
                <a:lnTo>
                  <a:pt x="5822" y="636"/>
                </a:lnTo>
                <a:cubicBezTo>
                  <a:pt x="5822" y="646"/>
                  <a:pt x="5821" y="657"/>
                  <a:pt x="5819" y="667"/>
                </a:cubicBezTo>
                <a:cubicBezTo>
                  <a:pt x="5817" y="677"/>
                  <a:pt x="5814" y="687"/>
                  <a:pt x="5810" y="697"/>
                </a:cubicBezTo>
                <a:cubicBezTo>
                  <a:pt x="5806" y="706"/>
                  <a:pt x="5801" y="716"/>
                  <a:pt x="5795" y="724"/>
                </a:cubicBezTo>
                <a:cubicBezTo>
                  <a:pt x="5789" y="733"/>
                  <a:pt x="5783" y="741"/>
                  <a:pt x="5775" y="748"/>
                </a:cubicBezTo>
                <a:cubicBezTo>
                  <a:pt x="5768" y="756"/>
                  <a:pt x="5760" y="762"/>
                  <a:pt x="5751" y="768"/>
                </a:cubicBezTo>
                <a:cubicBezTo>
                  <a:pt x="5742" y="774"/>
                  <a:pt x="5733" y="779"/>
                  <a:pt x="5724" y="783"/>
                </a:cubicBezTo>
                <a:cubicBezTo>
                  <a:pt x="5714" y="787"/>
                  <a:pt x="5704" y="790"/>
                  <a:pt x="5694" y="792"/>
                </a:cubicBezTo>
                <a:cubicBezTo>
                  <a:pt x="5684" y="794"/>
                  <a:pt x="5673" y="795"/>
                  <a:pt x="5663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238040" y="3256200"/>
            <a:ext cx="20595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schema-and-migrations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/>
          <p:nvPr/>
        </p:nvSpPr>
        <p:spPr>
          <a:xfrm>
            <a:off x="952200" y="3990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/>
          <p:nvPr/>
        </p:nvSpPr>
        <p:spPr>
          <a:xfrm>
            <a:off x="1171440" y="3904920"/>
            <a:ext cx="2391120" cy="276840"/>
          </a:xfrm>
          <a:custGeom>
            <a:avLst/>
            <a:gdLst/>
            <a:ahLst/>
            <a:rect l="0" t="0" r="r" b="b"/>
            <a:pathLst>
              <a:path w="6642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9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6483" y="0"/>
                </a:lnTo>
                <a:cubicBezTo>
                  <a:pt x="6494" y="0"/>
                  <a:pt x="6504" y="1"/>
                  <a:pt x="6514" y="3"/>
                </a:cubicBezTo>
                <a:cubicBezTo>
                  <a:pt x="6524" y="5"/>
                  <a:pt x="6534" y="9"/>
                  <a:pt x="6544" y="12"/>
                </a:cubicBezTo>
                <a:cubicBezTo>
                  <a:pt x="6554" y="16"/>
                  <a:pt x="6563" y="21"/>
                  <a:pt x="6571" y="27"/>
                </a:cubicBezTo>
                <a:cubicBezTo>
                  <a:pt x="6580" y="33"/>
                  <a:pt x="6588" y="40"/>
                  <a:pt x="6595" y="47"/>
                </a:cubicBezTo>
                <a:cubicBezTo>
                  <a:pt x="6603" y="54"/>
                  <a:pt x="6609" y="62"/>
                  <a:pt x="6615" y="71"/>
                </a:cubicBezTo>
                <a:cubicBezTo>
                  <a:pt x="6621" y="80"/>
                  <a:pt x="6626" y="89"/>
                  <a:pt x="6630" y="98"/>
                </a:cubicBezTo>
                <a:cubicBezTo>
                  <a:pt x="6634" y="108"/>
                  <a:pt x="6637" y="118"/>
                  <a:pt x="6639" y="128"/>
                </a:cubicBezTo>
                <a:cubicBezTo>
                  <a:pt x="6641" y="138"/>
                  <a:pt x="6642" y="149"/>
                  <a:pt x="6642" y="159"/>
                </a:cubicBezTo>
                <a:lnTo>
                  <a:pt x="6642" y="610"/>
                </a:lnTo>
                <a:cubicBezTo>
                  <a:pt x="6642" y="620"/>
                  <a:pt x="6641" y="631"/>
                  <a:pt x="6639" y="641"/>
                </a:cubicBezTo>
                <a:cubicBezTo>
                  <a:pt x="6637" y="651"/>
                  <a:pt x="6634" y="661"/>
                  <a:pt x="6630" y="671"/>
                </a:cubicBezTo>
                <a:cubicBezTo>
                  <a:pt x="6626" y="680"/>
                  <a:pt x="6621" y="689"/>
                  <a:pt x="6615" y="698"/>
                </a:cubicBezTo>
                <a:cubicBezTo>
                  <a:pt x="6609" y="707"/>
                  <a:pt x="6603" y="715"/>
                  <a:pt x="6595" y="722"/>
                </a:cubicBezTo>
                <a:cubicBezTo>
                  <a:pt x="6588" y="730"/>
                  <a:pt x="6580" y="736"/>
                  <a:pt x="6571" y="742"/>
                </a:cubicBezTo>
                <a:cubicBezTo>
                  <a:pt x="6563" y="748"/>
                  <a:pt x="6554" y="753"/>
                  <a:pt x="6544" y="757"/>
                </a:cubicBezTo>
                <a:cubicBezTo>
                  <a:pt x="6534" y="761"/>
                  <a:pt x="6524" y="764"/>
                  <a:pt x="6514" y="766"/>
                </a:cubicBezTo>
                <a:cubicBezTo>
                  <a:pt x="6504" y="768"/>
                  <a:pt x="6494" y="769"/>
                  <a:pt x="6483" y="769"/>
                </a:cubicBezTo>
                <a:lnTo>
                  <a:pt x="160" y="769"/>
                </a:lnTo>
                <a:cubicBezTo>
                  <a:pt x="149" y="769"/>
                  <a:pt x="139" y="768"/>
                  <a:pt x="129" y="766"/>
                </a:cubicBezTo>
                <a:cubicBezTo>
                  <a:pt x="118" y="764"/>
                  <a:pt x="109" y="761"/>
                  <a:pt x="99" y="757"/>
                </a:cubicBezTo>
                <a:cubicBezTo>
                  <a:pt x="89" y="753"/>
                  <a:pt x="80" y="748"/>
                  <a:pt x="71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238040" y="3608280"/>
            <a:ext cx="1961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database-integration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0" name=""/>
          <p:cNvSpPr/>
          <p:nvPr/>
        </p:nvSpPr>
        <p:spPr>
          <a:xfrm>
            <a:off x="952200" y="4343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/>
          <p:nvPr/>
        </p:nvSpPr>
        <p:spPr>
          <a:xfrm>
            <a:off x="1171440" y="4257360"/>
            <a:ext cx="2095920" cy="286200"/>
          </a:xfrm>
          <a:custGeom>
            <a:avLst/>
            <a:gdLst/>
            <a:ahLst/>
            <a:rect l="0" t="0" r="r" b="b"/>
            <a:pathLst>
              <a:path w="5822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63" y="0"/>
                </a:lnTo>
                <a:cubicBezTo>
                  <a:pt x="5673" y="0"/>
                  <a:pt x="5684" y="1"/>
                  <a:pt x="5694" y="3"/>
                </a:cubicBezTo>
                <a:cubicBezTo>
                  <a:pt x="5704" y="5"/>
                  <a:pt x="5714" y="8"/>
                  <a:pt x="5724" y="12"/>
                </a:cubicBezTo>
                <a:cubicBezTo>
                  <a:pt x="5733" y="16"/>
                  <a:pt x="5742" y="21"/>
                  <a:pt x="5751" y="27"/>
                </a:cubicBezTo>
                <a:cubicBezTo>
                  <a:pt x="5760" y="33"/>
                  <a:pt x="5768" y="39"/>
                  <a:pt x="5775" y="47"/>
                </a:cubicBezTo>
                <a:cubicBezTo>
                  <a:pt x="5783" y="54"/>
                  <a:pt x="5789" y="62"/>
                  <a:pt x="5795" y="71"/>
                </a:cubicBezTo>
                <a:cubicBezTo>
                  <a:pt x="5801" y="80"/>
                  <a:pt x="5806" y="89"/>
                  <a:pt x="5810" y="98"/>
                </a:cubicBezTo>
                <a:cubicBezTo>
                  <a:pt x="5814" y="108"/>
                  <a:pt x="5817" y="118"/>
                  <a:pt x="5819" y="128"/>
                </a:cubicBezTo>
                <a:cubicBezTo>
                  <a:pt x="5821" y="138"/>
                  <a:pt x="5822" y="149"/>
                  <a:pt x="5822" y="159"/>
                </a:cubicBezTo>
                <a:lnTo>
                  <a:pt x="5822" y="636"/>
                </a:lnTo>
                <a:cubicBezTo>
                  <a:pt x="5822" y="647"/>
                  <a:pt x="5821" y="657"/>
                  <a:pt x="5819" y="667"/>
                </a:cubicBezTo>
                <a:cubicBezTo>
                  <a:pt x="5817" y="678"/>
                  <a:pt x="5814" y="687"/>
                  <a:pt x="5810" y="697"/>
                </a:cubicBezTo>
                <a:cubicBezTo>
                  <a:pt x="5806" y="707"/>
                  <a:pt x="5801" y="716"/>
                  <a:pt x="5795" y="725"/>
                </a:cubicBezTo>
                <a:cubicBezTo>
                  <a:pt x="5789" y="733"/>
                  <a:pt x="5783" y="741"/>
                  <a:pt x="5775" y="749"/>
                </a:cubicBezTo>
                <a:cubicBezTo>
                  <a:pt x="5768" y="756"/>
                  <a:pt x="5760" y="763"/>
                  <a:pt x="5751" y="768"/>
                </a:cubicBezTo>
                <a:cubicBezTo>
                  <a:pt x="5742" y="774"/>
                  <a:pt x="5733" y="779"/>
                  <a:pt x="5724" y="783"/>
                </a:cubicBezTo>
                <a:cubicBezTo>
                  <a:pt x="5714" y="787"/>
                  <a:pt x="5704" y="790"/>
                  <a:pt x="5694" y="792"/>
                </a:cubicBezTo>
                <a:cubicBezTo>
                  <a:pt x="5684" y="794"/>
                  <a:pt x="5673" y="795"/>
                  <a:pt x="5663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238040" y="3970440"/>
            <a:ext cx="2255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crud-and-route-handlers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238040" y="4322880"/>
            <a:ext cx="1961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forms-and-validation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47720" y="4705200"/>
            <a:ext cx="627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多くの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376280" y="4688640"/>
            <a:ext cx="542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Web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911600" y="47052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アプリは、まずこの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797280" y="468864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6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025160" y="4705200"/>
            <a:ext cx="208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本から始められます。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47720" y="2508840"/>
            <a:ext cx="109188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追加する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837440" y="2487240"/>
            <a:ext cx="3081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2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/>
          <p:nvPr/>
        </p:nvSpPr>
        <p:spPr>
          <a:xfrm>
            <a:off x="952200" y="3190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/>
          <p:nvPr/>
        </p:nvSpPr>
        <p:spPr>
          <a:xfrm>
            <a:off x="1171440" y="3114360"/>
            <a:ext cx="2581560" cy="276840"/>
          </a:xfrm>
          <a:custGeom>
            <a:avLst/>
            <a:gdLst/>
            <a:ahLst/>
            <a:rect l="0" t="0" r="r" b="b"/>
            <a:pathLst>
              <a:path w="7171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12" y="0"/>
                </a:lnTo>
                <a:cubicBezTo>
                  <a:pt x="7023" y="0"/>
                  <a:pt x="7033" y="1"/>
                  <a:pt x="7043" y="3"/>
                </a:cubicBezTo>
                <a:cubicBezTo>
                  <a:pt x="7054" y="5"/>
                  <a:pt x="7063" y="8"/>
                  <a:pt x="7073" y="12"/>
                </a:cubicBezTo>
                <a:cubicBezTo>
                  <a:pt x="7083" y="16"/>
                  <a:pt x="7092" y="21"/>
                  <a:pt x="7101" y="27"/>
                </a:cubicBezTo>
                <a:cubicBezTo>
                  <a:pt x="7109" y="33"/>
                  <a:pt x="7117" y="40"/>
                  <a:pt x="7125" y="47"/>
                </a:cubicBezTo>
                <a:cubicBezTo>
                  <a:pt x="7132" y="54"/>
                  <a:pt x="7139" y="62"/>
                  <a:pt x="7144" y="71"/>
                </a:cubicBezTo>
                <a:cubicBezTo>
                  <a:pt x="7150" y="80"/>
                  <a:pt x="7155" y="89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9"/>
                  <a:pt x="7171" y="159"/>
                </a:cubicBezTo>
                <a:lnTo>
                  <a:pt x="7171" y="610"/>
                </a:lnTo>
                <a:cubicBezTo>
                  <a:pt x="7171" y="620"/>
                  <a:pt x="7170" y="631"/>
                  <a:pt x="7168" y="641"/>
                </a:cubicBezTo>
                <a:cubicBezTo>
                  <a:pt x="7166" y="651"/>
                  <a:pt x="7163" y="661"/>
                  <a:pt x="7159" y="671"/>
                </a:cubicBezTo>
                <a:cubicBezTo>
                  <a:pt x="7155" y="680"/>
                  <a:pt x="7150" y="689"/>
                  <a:pt x="7144" y="698"/>
                </a:cubicBezTo>
                <a:cubicBezTo>
                  <a:pt x="7139" y="707"/>
                  <a:pt x="7132" y="715"/>
                  <a:pt x="7125" y="722"/>
                </a:cubicBezTo>
                <a:cubicBezTo>
                  <a:pt x="7117" y="730"/>
                  <a:pt x="7109" y="736"/>
                  <a:pt x="7101" y="742"/>
                </a:cubicBezTo>
                <a:cubicBezTo>
                  <a:pt x="7092" y="748"/>
                  <a:pt x="7083" y="753"/>
                  <a:pt x="7073" y="757"/>
                </a:cubicBezTo>
                <a:cubicBezTo>
                  <a:pt x="7063" y="761"/>
                  <a:pt x="7054" y="764"/>
                  <a:pt x="7043" y="766"/>
                </a:cubicBezTo>
                <a:cubicBezTo>
                  <a:pt x="7033" y="768"/>
                  <a:pt x="7023" y="769"/>
                  <a:pt x="7012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8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138400" y="2508840"/>
            <a:ext cx="2736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本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238040" y="3179880"/>
            <a:ext cx="2451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role-based-access-control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9" name=""/>
          <p:cNvSpPr/>
          <p:nvPr/>
        </p:nvSpPr>
        <p:spPr>
          <a:xfrm>
            <a:off x="952200" y="3857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/>
          <p:nvPr/>
        </p:nvSpPr>
        <p:spPr>
          <a:xfrm>
            <a:off x="1171440" y="3771720"/>
            <a:ext cx="2391120" cy="286200"/>
          </a:xfrm>
          <a:custGeom>
            <a:avLst/>
            <a:gdLst/>
            <a:ahLst/>
            <a:rect l="0" t="0" r="r" b="b"/>
            <a:pathLst>
              <a:path w="664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6483" y="0"/>
                </a:lnTo>
                <a:cubicBezTo>
                  <a:pt x="6494" y="0"/>
                  <a:pt x="6504" y="1"/>
                  <a:pt x="6514" y="3"/>
                </a:cubicBezTo>
                <a:cubicBezTo>
                  <a:pt x="6524" y="5"/>
                  <a:pt x="6534" y="8"/>
                  <a:pt x="6544" y="12"/>
                </a:cubicBezTo>
                <a:cubicBezTo>
                  <a:pt x="6554" y="16"/>
                  <a:pt x="6563" y="21"/>
                  <a:pt x="6571" y="27"/>
                </a:cubicBezTo>
                <a:cubicBezTo>
                  <a:pt x="6580" y="33"/>
                  <a:pt x="6588" y="39"/>
                  <a:pt x="6595" y="46"/>
                </a:cubicBezTo>
                <a:cubicBezTo>
                  <a:pt x="6603" y="54"/>
                  <a:pt x="6609" y="62"/>
                  <a:pt x="6615" y="71"/>
                </a:cubicBezTo>
                <a:cubicBezTo>
                  <a:pt x="6621" y="79"/>
                  <a:pt x="6626" y="88"/>
                  <a:pt x="6630" y="98"/>
                </a:cubicBezTo>
                <a:cubicBezTo>
                  <a:pt x="6634" y="108"/>
                  <a:pt x="6637" y="118"/>
                  <a:pt x="6639" y="128"/>
                </a:cubicBezTo>
                <a:cubicBezTo>
                  <a:pt x="6641" y="138"/>
                  <a:pt x="6642" y="148"/>
                  <a:pt x="6642" y="159"/>
                </a:cubicBezTo>
                <a:lnTo>
                  <a:pt x="6642" y="636"/>
                </a:lnTo>
                <a:cubicBezTo>
                  <a:pt x="6642" y="646"/>
                  <a:pt x="6641" y="657"/>
                  <a:pt x="6639" y="667"/>
                </a:cubicBezTo>
                <a:cubicBezTo>
                  <a:pt x="6637" y="677"/>
                  <a:pt x="6634" y="687"/>
                  <a:pt x="6630" y="697"/>
                </a:cubicBezTo>
                <a:cubicBezTo>
                  <a:pt x="6626" y="706"/>
                  <a:pt x="6621" y="716"/>
                  <a:pt x="6615" y="724"/>
                </a:cubicBezTo>
                <a:cubicBezTo>
                  <a:pt x="6609" y="733"/>
                  <a:pt x="6603" y="741"/>
                  <a:pt x="6595" y="748"/>
                </a:cubicBezTo>
                <a:cubicBezTo>
                  <a:pt x="6588" y="756"/>
                  <a:pt x="6580" y="762"/>
                  <a:pt x="6571" y="768"/>
                </a:cubicBezTo>
                <a:cubicBezTo>
                  <a:pt x="6563" y="774"/>
                  <a:pt x="6554" y="779"/>
                  <a:pt x="6544" y="783"/>
                </a:cubicBezTo>
                <a:cubicBezTo>
                  <a:pt x="6534" y="787"/>
                  <a:pt x="6524" y="790"/>
                  <a:pt x="6514" y="792"/>
                </a:cubicBezTo>
                <a:cubicBezTo>
                  <a:pt x="6504" y="794"/>
                  <a:pt x="6494" y="795"/>
                  <a:pt x="6483" y="795"/>
                </a:cubicBezTo>
                <a:lnTo>
                  <a:pt x="160" y="795"/>
                </a:lnTo>
                <a:cubicBezTo>
                  <a:pt x="149" y="795"/>
                  <a:pt x="139" y="794"/>
                  <a:pt x="129" y="792"/>
                </a:cubicBezTo>
                <a:cubicBezTo>
                  <a:pt x="118" y="790"/>
                  <a:pt x="109" y="787"/>
                  <a:pt x="99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166760" y="3409920"/>
            <a:ext cx="3341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管理者や所有者の区別が必要なとき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238040" y="3836880"/>
            <a:ext cx="22554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file-upload-and-storage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166760" y="4067280"/>
            <a:ext cx="3132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画像や添付ファイルが必要なとき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/>
          <p:nvPr/>
        </p:nvSpPr>
        <p:spPr>
          <a:xfrm>
            <a:off x="1000080" y="2295360"/>
            <a:ext cx="2505240" cy="314640"/>
          </a:xfrm>
          <a:custGeom>
            <a:avLst/>
            <a:gdLst/>
            <a:ahLst/>
            <a:rect l="0" t="0" r="r" b="b"/>
            <a:pathLst>
              <a:path w="6959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800" y="0"/>
                </a:lnTo>
                <a:cubicBezTo>
                  <a:pt x="6811" y="0"/>
                  <a:pt x="6821" y="1"/>
                  <a:pt x="6831" y="3"/>
                </a:cubicBezTo>
                <a:cubicBezTo>
                  <a:pt x="6842" y="5"/>
                  <a:pt x="6852" y="8"/>
                  <a:pt x="6861" y="12"/>
                </a:cubicBezTo>
                <a:cubicBezTo>
                  <a:pt x="6871" y="16"/>
                  <a:pt x="6880" y="21"/>
                  <a:pt x="6889" y="27"/>
                </a:cubicBezTo>
                <a:cubicBezTo>
                  <a:pt x="6897" y="33"/>
                  <a:pt x="6905" y="39"/>
                  <a:pt x="6913" y="46"/>
                </a:cubicBezTo>
                <a:cubicBezTo>
                  <a:pt x="6920" y="54"/>
                  <a:pt x="6927" y="62"/>
                  <a:pt x="6932" y="71"/>
                </a:cubicBezTo>
                <a:cubicBezTo>
                  <a:pt x="6938" y="79"/>
                  <a:pt x="6943" y="88"/>
                  <a:pt x="6947" y="98"/>
                </a:cubicBezTo>
                <a:cubicBezTo>
                  <a:pt x="6951" y="108"/>
                  <a:pt x="6954" y="118"/>
                  <a:pt x="6956" y="128"/>
                </a:cubicBezTo>
                <a:cubicBezTo>
                  <a:pt x="6958" y="138"/>
                  <a:pt x="6959" y="148"/>
                  <a:pt x="6959" y="159"/>
                </a:cubicBezTo>
                <a:lnTo>
                  <a:pt x="6959" y="715"/>
                </a:lnTo>
                <a:cubicBezTo>
                  <a:pt x="6959" y="726"/>
                  <a:pt x="6958" y="736"/>
                  <a:pt x="6956" y="746"/>
                </a:cubicBezTo>
                <a:cubicBezTo>
                  <a:pt x="6954" y="757"/>
                  <a:pt x="6951" y="766"/>
                  <a:pt x="6947" y="776"/>
                </a:cubicBezTo>
                <a:cubicBezTo>
                  <a:pt x="6943" y="786"/>
                  <a:pt x="6938" y="795"/>
                  <a:pt x="6932" y="804"/>
                </a:cubicBezTo>
                <a:cubicBezTo>
                  <a:pt x="6927" y="812"/>
                  <a:pt x="6920" y="820"/>
                  <a:pt x="6913" y="828"/>
                </a:cubicBezTo>
                <a:cubicBezTo>
                  <a:pt x="6905" y="835"/>
                  <a:pt x="6897" y="842"/>
                  <a:pt x="6889" y="847"/>
                </a:cubicBezTo>
                <a:cubicBezTo>
                  <a:pt x="6880" y="853"/>
                  <a:pt x="6871" y="858"/>
                  <a:pt x="6861" y="862"/>
                </a:cubicBezTo>
                <a:cubicBezTo>
                  <a:pt x="6852" y="866"/>
                  <a:pt x="6842" y="869"/>
                  <a:pt x="6831" y="871"/>
                </a:cubicBezTo>
                <a:cubicBezTo>
                  <a:pt x="6821" y="873"/>
                  <a:pt x="6811" y="874"/>
                  <a:pt x="6800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2" y="842"/>
                  <a:pt x="53" y="835"/>
                  <a:pt x="46" y="828"/>
                </a:cubicBezTo>
                <a:cubicBezTo>
                  <a:pt x="39" y="820"/>
                  <a:pt x="32" y="812"/>
                  <a:pt x="26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7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47720" y="224928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/>
          <p:nvPr/>
        </p:nvSpPr>
        <p:spPr>
          <a:xfrm>
            <a:off x="952200" y="2971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052640" y="2340720"/>
            <a:ext cx="240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auth-and-session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/>
          <p:nvPr/>
        </p:nvSpPr>
        <p:spPr>
          <a:xfrm>
            <a:off x="952200" y="3333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66760" y="2876400"/>
            <a:ext cx="835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会員登録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/>
          <p:nvPr/>
        </p:nvSpPr>
        <p:spPr>
          <a:xfrm>
            <a:off x="952200" y="3686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66760" y="3238560"/>
            <a:ext cx="835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ログイン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/>
          <p:nvPr/>
        </p:nvSpPr>
        <p:spPr>
          <a:xfrm>
            <a:off x="952200" y="4047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166760" y="359100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ログアウト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/>
          <p:nvPr/>
        </p:nvSpPr>
        <p:spPr>
          <a:xfrm>
            <a:off x="952200" y="4400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166760" y="39528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ログイン状態の維持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66760" y="430524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閲覧制限ページ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5" name=""/>
          <p:cNvSpPr/>
          <p:nvPr/>
        </p:nvSpPr>
        <p:spPr>
          <a:xfrm>
            <a:off x="1037880" y="2295360"/>
            <a:ext cx="4601160" cy="314640"/>
          </a:xfrm>
          <a:custGeom>
            <a:avLst/>
            <a:gdLst/>
            <a:ahLst/>
            <a:rect l="0" t="0" r="r" b="b"/>
            <a:pathLst>
              <a:path w="12781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622" y="0"/>
                </a:lnTo>
                <a:cubicBezTo>
                  <a:pt x="12633" y="0"/>
                  <a:pt x="12643" y="1"/>
                  <a:pt x="12653" y="3"/>
                </a:cubicBezTo>
                <a:cubicBezTo>
                  <a:pt x="12663" y="5"/>
                  <a:pt x="12673" y="8"/>
                  <a:pt x="12683" y="12"/>
                </a:cubicBezTo>
                <a:cubicBezTo>
                  <a:pt x="12692" y="16"/>
                  <a:pt x="12702" y="21"/>
                  <a:pt x="12710" y="27"/>
                </a:cubicBezTo>
                <a:cubicBezTo>
                  <a:pt x="12719" y="33"/>
                  <a:pt x="12727" y="39"/>
                  <a:pt x="12734" y="46"/>
                </a:cubicBezTo>
                <a:cubicBezTo>
                  <a:pt x="12742" y="54"/>
                  <a:pt x="12748" y="62"/>
                  <a:pt x="12754" y="71"/>
                </a:cubicBezTo>
                <a:cubicBezTo>
                  <a:pt x="12760" y="79"/>
                  <a:pt x="12765" y="88"/>
                  <a:pt x="12769" y="98"/>
                </a:cubicBezTo>
                <a:cubicBezTo>
                  <a:pt x="12773" y="108"/>
                  <a:pt x="12776" y="118"/>
                  <a:pt x="12778" y="128"/>
                </a:cubicBezTo>
                <a:cubicBezTo>
                  <a:pt x="12780" y="138"/>
                  <a:pt x="12781" y="148"/>
                  <a:pt x="12781" y="159"/>
                </a:cubicBezTo>
                <a:lnTo>
                  <a:pt x="12781" y="715"/>
                </a:lnTo>
                <a:cubicBezTo>
                  <a:pt x="12781" y="726"/>
                  <a:pt x="12780" y="736"/>
                  <a:pt x="12778" y="746"/>
                </a:cubicBezTo>
                <a:cubicBezTo>
                  <a:pt x="12776" y="757"/>
                  <a:pt x="12773" y="766"/>
                  <a:pt x="12769" y="776"/>
                </a:cubicBezTo>
                <a:cubicBezTo>
                  <a:pt x="12765" y="786"/>
                  <a:pt x="12760" y="795"/>
                  <a:pt x="12754" y="804"/>
                </a:cubicBezTo>
                <a:cubicBezTo>
                  <a:pt x="12748" y="812"/>
                  <a:pt x="12742" y="820"/>
                  <a:pt x="12734" y="828"/>
                </a:cubicBezTo>
                <a:cubicBezTo>
                  <a:pt x="12727" y="835"/>
                  <a:pt x="12719" y="842"/>
                  <a:pt x="12710" y="847"/>
                </a:cubicBezTo>
                <a:cubicBezTo>
                  <a:pt x="12702" y="853"/>
                  <a:pt x="12692" y="858"/>
                  <a:pt x="12683" y="862"/>
                </a:cubicBezTo>
                <a:cubicBezTo>
                  <a:pt x="12673" y="866"/>
                  <a:pt x="12663" y="869"/>
                  <a:pt x="12653" y="871"/>
                </a:cubicBezTo>
                <a:cubicBezTo>
                  <a:pt x="12643" y="873"/>
                  <a:pt x="12633" y="874"/>
                  <a:pt x="12622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40" y="820"/>
                  <a:pt x="33" y="812"/>
                  <a:pt x="27" y="804"/>
                </a:cubicBezTo>
                <a:cubicBezTo>
                  <a:pt x="21" y="795"/>
                  <a:pt x="17" y="786"/>
                  <a:pt x="13" y="776"/>
                </a:cubicBezTo>
                <a:cubicBezTo>
                  <a:pt x="9" y="766"/>
                  <a:pt x="6" y="757"/>
                  <a:pt x="4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47720" y="224928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/>
          <p:nvPr/>
        </p:nvSpPr>
        <p:spPr>
          <a:xfrm>
            <a:off x="952200" y="2971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094040" y="2340720"/>
            <a:ext cx="450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navigation-and-post-login-flow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/>
          <p:nvPr/>
        </p:nvSpPr>
        <p:spPr>
          <a:xfrm>
            <a:off x="952200" y="3333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66760" y="2876400"/>
            <a:ext cx="208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ログイン後の初期遷移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166760" y="3222000"/>
            <a:ext cx="4125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role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/>
          <p:nvPr/>
        </p:nvSpPr>
        <p:spPr>
          <a:xfrm>
            <a:off x="952200" y="3686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580040" y="323856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ごとのホーム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/>
          <p:nvPr/>
        </p:nvSpPr>
        <p:spPr>
          <a:xfrm>
            <a:off x="952200" y="4047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66760" y="35910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共通ナビゲーション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/>
          <p:nvPr/>
        </p:nvSpPr>
        <p:spPr>
          <a:xfrm>
            <a:off x="952200" y="4400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166760" y="39528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パンくずと戻り導線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166760" y="430524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成功後リダイレクト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/>
          <p:nvPr/>
        </p:nvSpPr>
        <p:spPr>
          <a:xfrm>
            <a:off x="1037880" y="2295360"/>
            <a:ext cx="3258000" cy="314640"/>
          </a:xfrm>
          <a:custGeom>
            <a:avLst/>
            <a:gdLst/>
            <a:ahLst/>
            <a:rect l="0" t="0" r="r" b="b"/>
            <a:pathLst>
              <a:path w="9050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891" y="0"/>
                </a:lnTo>
                <a:cubicBezTo>
                  <a:pt x="8902" y="0"/>
                  <a:pt x="8912" y="1"/>
                  <a:pt x="8922" y="3"/>
                </a:cubicBezTo>
                <a:cubicBezTo>
                  <a:pt x="8933" y="5"/>
                  <a:pt x="8943" y="8"/>
                  <a:pt x="8952" y="12"/>
                </a:cubicBezTo>
                <a:cubicBezTo>
                  <a:pt x="8962" y="16"/>
                  <a:pt x="8971" y="21"/>
                  <a:pt x="8980" y="27"/>
                </a:cubicBezTo>
                <a:cubicBezTo>
                  <a:pt x="8988" y="33"/>
                  <a:pt x="8996" y="39"/>
                  <a:pt x="9004" y="46"/>
                </a:cubicBezTo>
                <a:cubicBezTo>
                  <a:pt x="9011" y="54"/>
                  <a:pt x="9018" y="62"/>
                  <a:pt x="9023" y="71"/>
                </a:cubicBezTo>
                <a:cubicBezTo>
                  <a:pt x="9029" y="79"/>
                  <a:pt x="9034" y="88"/>
                  <a:pt x="9038" y="98"/>
                </a:cubicBezTo>
                <a:cubicBezTo>
                  <a:pt x="9042" y="108"/>
                  <a:pt x="9045" y="118"/>
                  <a:pt x="9047" y="128"/>
                </a:cubicBezTo>
                <a:cubicBezTo>
                  <a:pt x="9049" y="138"/>
                  <a:pt x="9050" y="148"/>
                  <a:pt x="9050" y="159"/>
                </a:cubicBezTo>
                <a:lnTo>
                  <a:pt x="9050" y="715"/>
                </a:lnTo>
                <a:cubicBezTo>
                  <a:pt x="9050" y="726"/>
                  <a:pt x="9049" y="736"/>
                  <a:pt x="9047" y="746"/>
                </a:cubicBezTo>
                <a:cubicBezTo>
                  <a:pt x="9045" y="757"/>
                  <a:pt x="9042" y="766"/>
                  <a:pt x="9038" y="776"/>
                </a:cubicBezTo>
                <a:cubicBezTo>
                  <a:pt x="9034" y="786"/>
                  <a:pt x="9029" y="795"/>
                  <a:pt x="9023" y="804"/>
                </a:cubicBezTo>
                <a:cubicBezTo>
                  <a:pt x="9018" y="812"/>
                  <a:pt x="9011" y="820"/>
                  <a:pt x="9004" y="828"/>
                </a:cubicBezTo>
                <a:cubicBezTo>
                  <a:pt x="8996" y="835"/>
                  <a:pt x="8988" y="842"/>
                  <a:pt x="8980" y="847"/>
                </a:cubicBezTo>
                <a:cubicBezTo>
                  <a:pt x="8971" y="853"/>
                  <a:pt x="8962" y="858"/>
                  <a:pt x="8952" y="862"/>
                </a:cubicBezTo>
                <a:cubicBezTo>
                  <a:pt x="8943" y="866"/>
                  <a:pt x="8933" y="869"/>
                  <a:pt x="8922" y="871"/>
                </a:cubicBezTo>
                <a:cubicBezTo>
                  <a:pt x="8912" y="873"/>
                  <a:pt x="8902" y="874"/>
                  <a:pt x="8891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40" y="820"/>
                  <a:pt x="33" y="812"/>
                  <a:pt x="27" y="804"/>
                </a:cubicBezTo>
                <a:cubicBezTo>
                  <a:pt x="21" y="795"/>
                  <a:pt x="17" y="786"/>
                  <a:pt x="13" y="776"/>
                </a:cubicBezTo>
                <a:cubicBezTo>
                  <a:pt x="9" y="766"/>
                  <a:pt x="6" y="757"/>
                  <a:pt x="4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47720" y="224928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/>
          <p:nvPr/>
        </p:nvSpPr>
        <p:spPr>
          <a:xfrm>
            <a:off x="952200" y="2971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094040" y="2340720"/>
            <a:ext cx="315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schema-and-migrations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66760" y="285984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/>
          <p:nvPr/>
        </p:nvSpPr>
        <p:spPr>
          <a:xfrm>
            <a:off x="952200" y="3333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491120" y="287640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の構造設計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0" name=""/>
          <p:cNvSpPr/>
          <p:nvPr/>
        </p:nvSpPr>
        <p:spPr>
          <a:xfrm>
            <a:off x="952200" y="3686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166760" y="323856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項⽬の設計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/>
          <p:nvPr/>
        </p:nvSpPr>
        <p:spPr>
          <a:xfrm>
            <a:off x="952200" y="4047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66760" y="359100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制約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/>
          <p:nvPr/>
        </p:nvSpPr>
        <p:spPr>
          <a:xfrm>
            <a:off x="952200" y="4400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166760" y="395280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検索を速くする設定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166760" y="428868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491120" y="430524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変更⼿順の管理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/>
          <p:nvPr/>
        </p:nvSpPr>
        <p:spPr>
          <a:xfrm>
            <a:off x="1047600" y="2476440"/>
            <a:ext cx="3105360" cy="314640"/>
          </a:xfrm>
          <a:custGeom>
            <a:avLst/>
            <a:gdLst/>
            <a:ahLst/>
            <a:rect l="0" t="0" r="r" b="b"/>
            <a:pathLst>
              <a:path w="8626" h="874">
                <a:moveTo>
                  <a:pt x="0" y="71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468" y="0"/>
                </a:lnTo>
                <a:cubicBezTo>
                  <a:pt x="8478" y="0"/>
                  <a:pt x="8488" y="1"/>
                  <a:pt x="8499" y="3"/>
                </a:cubicBezTo>
                <a:cubicBezTo>
                  <a:pt x="8509" y="5"/>
                  <a:pt x="8519" y="8"/>
                  <a:pt x="8528" y="12"/>
                </a:cubicBezTo>
                <a:cubicBezTo>
                  <a:pt x="8538" y="16"/>
                  <a:pt x="8547" y="21"/>
                  <a:pt x="8556" y="26"/>
                </a:cubicBezTo>
                <a:cubicBezTo>
                  <a:pt x="8564" y="32"/>
                  <a:pt x="8572" y="39"/>
                  <a:pt x="8580" y="46"/>
                </a:cubicBezTo>
                <a:cubicBezTo>
                  <a:pt x="8587" y="54"/>
                  <a:pt x="8594" y="62"/>
                  <a:pt x="8600" y="70"/>
                </a:cubicBezTo>
                <a:cubicBezTo>
                  <a:pt x="8605" y="79"/>
                  <a:pt x="8610" y="88"/>
                  <a:pt x="8614" y="98"/>
                </a:cubicBezTo>
                <a:cubicBezTo>
                  <a:pt x="8618" y="107"/>
                  <a:pt x="8621" y="117"/>
                  <a:pt x="8623" y="127"/>
                </a:cubicBezTo>
                <a:cubicBezTo>
                  <a:pt x="8625" y="138"/>
                  <a:pt x="8626" y="148"/>
                  <a:pt x="8626" y="158"/>
                </a:cubicBezTo>
                <a:lnTo>
                  <a:pt x="8626" y="715"/>
                </a:lnTo>
                <a:cubicBezTo>
                  <a:pt x="8626" y="725"/>
                  <a:pt x="8625" y="736"/>
                  <a:pt x="8623" y="746"/>
                </a:cubicBezTo>
                <a:cubicBezTo>
                  <a:pt x="8621" y="756"/>
                  <a:pt x="8618" y="766"/>
                  <a:pt x="8614" y="776"/>
                </a:cubicBezTo>
                <a:cubicBezTo>
                  <a:pt x="8610" y="785"/>
                  <a:pt x="8605" y="795"/>
                  <a:pt x="8600" y="803"/>
                </a:cubicBezTo>
                <a:cubicBezTo>
                  <a:pt x="8594" y="812"/>
                  <a:pt x="8587" y="820"/>
                  <a:pt x="8580" y="827"/>
                </a:cubicBezTo>
                <a:cubicBezTo>
                  <a:pt x="8572" y="835"/>
                  <a:pt x="8564" y="841"/>
                  <a:pt x="8556" y="847"/>
                </a:cubicBezTo>
                <a:cubicBezTo>
                  <a:pt x="8547" y="853"/>
                  <a:pt x="8538" y="858"/>
                  <a:pt x="8528" y="862"/>
                </a:cubicBezTo>
                <a:cubicBezTo>
                  <a:pt x="8519" y="866"/>
                  <a:pt x="8509" y="869"/>
                  <a:pt x="8499" y="871"/>
                </a:cubicBezTo>
                <a:cubicBezTo>
                  <a:pt x="8488" y="873"/>
                  <a:pt x="8478" y="874"/>
                  <a:pt x="8468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7" y="869"/>
                  <a:pt x="108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2" y="841"/>
                  <a:pt x="54" y="835"/>
                  <a:pt x="46" y="827"/>
                </a:cubicBezTo>
                <a:cubicBezTo>
                  <a:pt x="39" y="820"/>
                  <a:pt x="32" y="812"/>
                  <a:pt x="27" y="803"/>
                </a:cubicBezTo>
                <a:cubicBezTo>
                  <a:pt x="21" y="795"/>
                  <a:pt x="16" y="785"/>
                  <a:pt x="12" y="776"/>
                </a:cubicBezTo>
                <a:cubicBezTo>
                  <a:pt x="8" y="766"/>
                  <a:pt x="5" y="756"/>
                  <a:pt x="3" y="746"/>
                </a:cubicBezTo>
                <a:cubicBezTo>
                  <a:pt x="1" y="736"/>
                  <a:pt x="0" y="725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47720" y="243036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/>
          <p:nvPr/>
        </p:nvSpPr>
        <p:spPr>
          <a:xfrm>
            <a:off x="9522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099800" y="2521800"/>
            <a:ext cx="3000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database-integration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66760" y="304092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7" name=""/>
          <p:cNvSpPr/>
          <p:nvPr/>
        </p:nvSpPr>
        <p:spPr>
          <a:xfrm>
            <a:off x="95220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491120" y="305748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の読み取り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166760" y="340308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/>
          <p:nvPr/>
        </p:nvSpPr>
        <p:spPr>
          <a:xfrm>
            <a:off x="95220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491120" y="341964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への書き込み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/>
          <p:nvPr/>
        </p:nvSpPr>
        <p:spPr>
          <a:xfrm>
            <a:off x="952200" y="4219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66760" y="377172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共通処理の整理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166760" y="412416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サーバー側の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2422080" y="4107600"/>
            <a:ext cx="3812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DB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804040" y="412416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呼び出し整理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/>
          <p:nvPr/>
        </p:nvSpPr>
        <p:spPr>
          <a:xfrm>
            <a:off x="1037880" y="2114280"/>
            <a:ext cx="3553200" cy="314640"/>
          </a:xfrm>
          <a:custGeom>
            <a:avLst/>
            <a:gdLst/>
            <a:ahLst/>
            <a:rect l="0" t="0" r="r" b="b"/>
            <a:pathLst>
              <a:path w="9870" h="874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712" y="0"/>
                </a:lnTo>
                <a:cubicBezTo>
                  <a:pt x="9722" y="0"/>
                  <a:pt x="9732" y="1"/>
                  <a:pt x="9743" y="3"/>
                </a:cubicBezTo>
                <a:cubicBezTo>
                  <a:pt x="9753" y="5"/>
                  <a:pt x="9763" y="8"/>
                  <a:pt x="9772" y="12"/>
                </a:cubicBezTo>
                <a:cubicBezTo>
                  <a:pt x="9782" y="16"/>
                  <a:pt x="9791" y="21"/>
                  <a:pt x="9800" y="27"/>
                </a:cubicBezTo>
                <a:cubicBezTo>
                  <a:pt x="9809" y="33"/>
                  <a:pt x="9817" y="39"/>
                  <a:pt x="9824" y="47"/>
                </a:cubicBezTo>
                <a:cubicBezTo>
                  <a:pt x="9831" y="54"/>
                  <a:pt x="9838" y="62"/>
                  <a:pt x="9844" y="71"/>
                </a:cubicBezTo>
                <a:cubicBezTo>
                  <a:pt x="9849" y="79"/>
                  <a:pt x="9854" y="89"/>
                  <a:pt x="9858" y="98"/>
                </a:cubicBezTo>
                <a:cubicBezTo>
                  <a:pt x="9862" y="108"/>
                  <a:pt x="9865" y="118"/>
                  <a:pt x="9867" y="128"/>
                </a:cubicBezTo>
                <a:cubicBezTo>
                  <a:pt x="9869" y="138"/>
                  <a:pt x="9870" y="149"/>
                  <a:pt x="9870" y="159"/>
                </a:cubicBezTo>
                <a:lnTo>
                  <a:pt x="9870" y="716"/>
                </a:lnTo>
                <a:cubicBezTo>
                  <a:pt x="9870" y="726"/>
                  <a:pt x="9869" y="736"/>
                  <a:pt x="9867" y="747"/>
                </a:cubicBezTo>
                <a:cubicBezTo>
                  <a:pt x="9865" y="757"/>
                  <a:pt x="9862" y="767"/>
                  <a:pt x="9858" y="776"/>
                </a:cubicBezTo>
                <a:cubicBezTo>
                  <a:pt x="9854" y="786"/>
                  <a:pt x="9849" y="795"/>
                  <a:pt x="9844" y="804"/>
                </a:cubicBezTo>
                <a:cubicBezTo>
                  <a:pt x="9838" y="812"/>
                  <a:pt x="9831" y="821"/>
                  <a:pt x="9824" y="828"/>
                </a:cubicBezTo>
                <a:cubicBezTo>
                  <a:pt x="9817" y="835"/>
                  <a:pt x="9809" y="842"/>
                  <a:pt x="9800" y="848"/>
                </a:cubicBezTo>
                <a:cubicBezTo>
                  <a:pt x="9791" y="853"/>
                  <a:pt x="9782" y="858"/>
                  <a:pt x="9772" y="862"/>
                </a:cubicBezTo>
                <a:cubicBezTo>
                  <a:pt x="9763" y="866"/>
                  <a:pt x="9753" y="869"/>
                  <a:pt x="9743" y="871"/>
                </a:cubicBezTo>
                <a:cubicBezTo>
                  <a:pt x="9732" y="873"/>
                  <a:pt x="9722" y="874"/>
                  <a:pt x="9712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8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40" y="821"/>
                  <a:pt x="33" y="812"/>
                  <a:pt x="27" y="804"/>
                </a:cubicBezTo>
                <a:cubicBezTo>
                  <a:pt x="21" y="795"/>
                  <a:pt x="17" y="786"/>
                  <a:pt x="13" y="776"/>
                </a:cubicBezTo>
                <a:cubicBezTo>
                  <a:pt x="9" y="767"/>
                  <a:pt x="6" y="757"/>
                  <a:pt x="4" y="747"/>
                </a:cubicBezTo>
                <a:cubicBezTo>
                  <a:pt x="1" y="736"/>
                  <a:pt x="0" y="726"/>
                  <a:pt x="0" y="71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47720" y="206820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/>
          <p:nvPr/>
        </p:nvSpPr>
        <p:spPr>
          <a:xfrm>
            <a:off x="952200" y="2800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094040" y="2159640"/>
            <a:ext cx="3450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crud-and-route-handlers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/>
          <p:nvPr/>
        </p:nvSpPr>
        <p:spPr>
          <a:xfrm>
            <a:off x="9522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66760" y="270504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⼀覧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/>
          <p:nvPr/>
        </p:nvSpPr>
        <p:spPr>
          <a:xfrm>
            <a:off x="95220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166760" y="305748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詳細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/>
          <p:nvPr/>
        </p:nvSpPr>
        <p:spPr>
          <a:xfrm>
            <a:off x="95220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66760" y="341964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作成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/>
          <p:nvPr/>
        </p:nvSpPr>
        <p:spPr>
          <a:xfrm>
            <a:off x="952200" y="4219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166760" y="377172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更新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/>
          <p:nvPr/>
        </p:nvSpPr>
        <p:spPr>
          <a:xfrm>
            <a:off x="952200" y="4581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166760" y="4124160"/>
            <a:ext cx="418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削除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66760" y="4469760"/>
            <a:ext cx="3650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532520" y="448632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の受け⼝整理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/>
          <p:nvPr/>
        </p:nvSpPr>
        <p:spPr>
          <a:xfrm>
            <a:off x="1037880" y="247644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715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468" y="0"/>
                </a:lnTo>
                <a:cubicBezTo>
                  <a:pt x="8479" y="0"/>
                  <a:pt x="8489" y="1"/>
                  <a:pt x="8499" y="3"/>
                </a:cubicBezTo>
                <a:cubicBezTo>
                  <a:pt x="8509" y="5"/>
                  <a:pt x="8519" y="8"/>
                  <a:pt x="8529" y="12"/>
                </a:cubicBezTo>
                <a:cubicBezTo>
                  <a:pt x="8539" y="16"/>
                  <a:pt x="8548" y="21"/>
                  <a:pt x="8556" y="26"/>
                </a:cubicBezTo>
                <a:cubicBezTo>
                  <a:pt x="8565" y="32"/>
                  <a:pt x="8573" y="39"/>
                  <a:pt x="8580" y="46"/>
                </a:cubicBezTo>
                <a:cubicBezTo>
                  <a:pt x="8588" y="54"/>
                  <a:pt x="8594" y="62"/>
                  <a:pt x="8600" y="70"/>
                </a:cubicBezTo>
                <a:cubicBezTo>
                  <a:pt x="8606" y="79"/>
                  <a:pt x="8611" y="88"/>
                  <a:pt x="8615" y="98"/>
                </a:cubicBezTo>
                <a:cubicBezTo>
                  <a:pt x="8619" y="107"/>
                  <a:pt x="8622" y="117"/>
                  <a:pt x="8624" y="127"/>
                </a:cubicBezTo>
                <a:cubicBezTo>
                  <a:pt x="8626" y="138"/>
                  <a:pt x="8627" y="148"/>
                  <a:pt x="8627" y="158"/>
                </a:cubicBezTo>
                <a:lnTo>
                  <a:pt x="8627" y="715"/>
                </a:lnTo>
                <a:cubicBezTo>
                  <a:pt x="8627" y="725"/>
                  <a:pt x="8626" y="736"/>
                  <a:pt x="8624" y="746"/>
                </a:cubicBezTo>
                <a:cubicBezTo>
                  <a:pt x="8622" y="756"/>
                  <a:pt x="8619" y="766"/>
                  <a:pt x="8615" y="776"/>
                </a:cubicBezTo>
                <a:cubicBezTo>
                  <a:pt x="8611" y="785"/>
                  <a:pt x="8606" y="795"/>
                  <a:pt x="8600" y="803"/>
                </a:cubicBezTo>
                <a:cubicBezTo>
                  <a:pt x="8594" y="812"/>
                  <a:pt x="8588" y="820"/>
                  <a:pt x="8580" y="827"/>
                </a:cubicBezTo>
                <a:cubicBezTo>
                  <a:pt x="8573" y="835"/>
                  <a:pt x="8565" y="841"/>
                  <a:pt x="8556" y="847"/>
                </a:cubicBezTo>
                <a:cubicBezTo>
                  <a:pt x="8548" y="853"/>
                  <a:pt x="8539" y="858"/>
                  <a:pt x="8529" y="862"/>
                </a:cubicBezTo>
                <a:cubicBezTo>
                  <a:pt x="8519" y="866"/>
                  <a:pt x="8509" y="869"/>
                  <a:pt x="8499" y="871"/>
                </a:cubicBezTo>
                <a:cubicBezTo>
                  <a:pt x="8489" y="873"/>
                  <a:pt x="8479" y="874"/>
                  <a:pt x="8468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1"/>
                  <a:pt x="54" y="835"/>
                  <a:pt x="47" y="827"/>
                </a:cubicBezTo>
                <a:cubicBezTo>
                  <a:pt x="40" y="820"/>
                  <a:pt x="33" y="812"/>
                  <a:pt x="27" y="803"/>
                </a:cubicBezTo>
                <a:cubicBezTo>
                  <a:pt x="21" y="795"/>
                  <a:pt x="17" y="785"/>
                  <a:pt x="13" y="776"/>
                </a:cubicBezTo>
                <a:cubicBezTo>
                  <a:pt x="9" y="766"/>
                  <a:pt x="6" y="756"/>
                  <a:pt x="4" y="746"/>
                </a:cubicBezTo>
                <a:cubicBezTo>
                  <a:pt x="1" y="736"/>
                  <a:pt x="0" y="725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47720" y="243036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/>
          <p:nvPr/>
        </p:nvSpPr>
        <p:spPr>
          <a:xfrm>
            <a:off x="9522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094760" y="2521800"/>
            <a:ext cx="3000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forms-and-validation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/>
          <p:nvPr/>
        </p:nvSpPr>
        <p:spPr>
          <a:xfrm>
            <a:off x="95220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166760" y="305748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⼊⼒フォーム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/>
          <p:nvPr/>
        </p:nvSpPr>
        <p:spPr>
          <a:xfrm>
            <a:off x="95220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166760" y="341964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⼊⼒値の検証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/>
          <p:nvPr/>
        </p:nvSpPr>
        <p:spPr>
          <a:xfrm>
            <a:off x="952200" y="4219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166760" y="3771720"/>
            <a:ext cx="167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エラーメッセージ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166760" y="4124160"/>
            <a:ext cx="167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保存後の状態更新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/>
          <p:nvPr/>
        </p:nvSpPr>
        <p:spPr>
          <a:xfrm>
            <a:off x="1037880" y="2476440"/>
            <a:ext cx="3848760" cy="314640"/>
          </a:xfrm>
          <a:custGeom>
            <a:avLst/>
            <a:gdLst/>
            <a:ahLst/>
            <a:rect l="0" t="0" r="r" b="b"/>
            <a:pathLst>
              <a:path w="10691" h="874">
                <a:moveTo>
                  <a:pt x="0" y="715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532" y="0"/>
                </a:lnTo>
                <a:cubicBezTo>
                  <a:pt x="10542" y="0"/>
                  <a:pt x="10553" y="1"/>
                  <a:pt x="10563" y="3"/>
                </a:cubicBezTo>
                <a:cubicBezTo>
                  <a:pt x="10573" y="5"/>
                  <a:pt x="10583" y="8"/>
                  <a:pt x="10593" y="12"/>
                </a:cubicBezTo>
                <a:cubicBezTo>
                  <a:pt x="10602" y="16"/>
                  <a:pt x="10611" y="21"/>
                  <a:pt x="10620" y="26"/>
                </a:cubicBezTo>
                <a:cubicBezTo>
                  <a:pt x="10629" y="32"/>
                  <a:pt x="10637" y="39"/>
                  <a:pt x="10644" y="46"/>
                </a:cubicBezTo>
                <a:cubicBezTo>
                  <a:pt x="10651" y="54"/>
                  <a:pt x="10658" y="62"/>
                  <a:pt x="10664" y="70"/>
                </a:cubicBezTo>
                <a:cubicBezTo>
                  <a:pt x="10670" y="79"/>
                  <a:pt x="10675" y="88"/>
                  <a:pt x="10679" y="98"/>
                </a:cubicBezTo>
                <a:cubicBezTo>
                  <a:pt x="10683" y="107"/>
                  <a:pt x="10686" y="117"/>
                  <a:pt x="10688" y="127"/>
                </a:cubicBezTo>
                <a:cubicBezTo>
                  <a:pt x="10690" y="138"/>
                  <a:pt x="10691" y="148"/>
                  <a:pt x="10691" y="158"/>
                </a:cubicBezTo>
                <a:lnTo>
                  <a:pt x="10691" y="715"/>
                </a:lnTo>
                <a:cubicBezTo>
                  <a:pt x="10691" y="725"/>
                  <a:pt x="10690" y="736"/>
                  <a:pt x="10688" y="746"/>
                </a:cubicBezTo>
                <a:cubicBezTo>
                  <a:pt x="10686" y="756"/>
                  <a:pt x="10683" y="766"/>
                  <a:pt x="10679" y="776"/>
                </a:cubicBezTo>
                <a:cubicBezTo>
                  <a:pt x="10675" y="785"/>
                  <a:pt x="10670" y="795"/>
                  <a:pt x="10664" y="803"/>
                </a:cubicBezTo>
                <a:cubicBezTo>
                  <a:pt x="10658" y="812"/>
                  <a:pt x="10651" y="820"/>
                  <a:pt x="10644" y="827"/>
                </a:cubicBezTo>
                <a:cubicBezTo>
                  <a:pt x="10637" y="835"/>
                  <a:pt x="10629" y="841"/>
                  <a:pt x="10620" y="847"/>
                </a:cubicBezTo>
                <a:cubicBezTo>
                  <a:pt x="10611" y="853"/>
                  <a:pt x="10602" y="858"/>
                  <a:pt x="10593" y="862"/>
                </a:cubicBezTo>
                <a:cubicBezTo>
                  <a:pt x="10583" y="866"/>
                  <a:pt x="10573" y="869"/>
                  <a:pt x="10563" y="871"/>
                </a:cubicBezTo>
                <a:cubicBezTo>
                  <a:pt x="10553" y="873"/>
                  <a:pt x="10542" y="874"/>
                  <a:pt x="10532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1"/>
                  <a:pt x="54" y="835"/>
                  <a:pt x="47" y="827"/>
                </a:cubicBezTo>
                <a:cubicBezTo>
                  <a:pt x="40" y="820"/>
                  <a:pt x="33" y="812"/>
                  <a:pt x="27" y="803"/>
                </a:cubicBezTo>
                <a:cubicBezTo>
                  <a:pt x="21" y="795"/>
                  <a:pt x="17" y="785"/>
                  <a:pt x="13" y="776"/>
                </a:cubicBezTo>
                <a:cubicBezTo>
                  <a:pt x="9" y="766"/>
                  <a:pt x="6" y="756"/>
                  <a:pt x="4" y="746"/>
                </a:cubicBezTo>
                <a:cubicBezTo>
                  <a:pt x="1" y="736"/>
                  <a:pt x="0" y="725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47720" y="243036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7.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/>
          <p:nvPr/>
        </p:nvSpPr>
        <p:spPr>
          <a:xfrm>
            <a:off x="9522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089000" y="2521800"/>
            <a:ext cx="375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role-based-access-control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/>
          <p:nvPr/>
        </p:nvSpPr>
        <p:spPr>
          <a:xfrm>
            <a:off x="95220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166760" y="305748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役割ごとの権限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/>
          <p:nvPr/>
        </p:nvSpPr>
        <p:spPr>
          <a:xfrm>
            <a:off x="95220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166760" y="341964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所有者チェック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/>
          <p:nvPr/>
        </p:nvSpPr>
        <p:spPr>
          <a:xfrm>
            <a:off x="952200" y="4219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66760" y="3771720"/>
            <a:ext cx="1044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管理者権限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166760" y="4124160"/>
            <a:ext cx="1462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閲覧制限ページ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/>
          <p:nvPr/>
        </p:nvSpPr>
        <p:spPr>
          <a:xfrm>
            <a:off x="1037880" y="2476440"/>
            <a:ext cx="3553200" cy="314640"/>
          </a:xfrm>
          <a:custGeom>
            <a:avLst/>
            <a:gdLst/>
            <a:ahLst/>
            <a:rect l="0" t="0" r="r" b="b"/>
            <a:pathLst>
              <a:path w="9870" h="874">
                <a:moveTo>
                  <a:pt x="0" y="715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712" y="0"/>
                </a:lnTo>
                <a:cubicBezTo>
                  <a:pt x="9722" y="0"/>
                  <a:pt x="9732" y="1"/>
                  <a:pt x="9743" y="3"/>
                </a:cubicBezTo>
                <a:cubicBezTo>
                  <a:pt x="9753" y="5"/>
                  <a:pt x="9763" y="8"/>
                  <a:pt x="9772" y="12"/>
                </a:cubicBezTo>
                <a:cubicBezTo>
                  <a:pt x="9782" y="16"/>
                  <a:pt x="9791" y="21"/>
                  <a:pt x="9800" y="26"/>
                </a:cubicBezTo>
                <a:cubicBezTo>
                  <a:pt x="9809" y="32"/>
                  <a:pt x="9817" y="39"/>
                  <a:pt x="9824" y="46"/>
                </a:cubicBezTo>
                <a:cubicBezTo>
                  <a:pt x="9831" y="54"/>
                  <a:pt x="9838" y="62"/>
                  <a:pt x="9844" y="70"/>
                </a:cubicBezTo>
                <a:cubicBezTo>
                  <a:pt x="9849" y="79"/>
                  <a:pt x="9854" y="88"/>
                  <a:pt x="9858" y="98"/>
                </a:cubicBezTo>
                <a:cubicBezTo>
                  <a:pt x="9862" y="107"/>
                  <a:pt x="9865" y="117"/>
                  <a:pt x="9867" y="127"/>
                </a:cubicBezTo>
                <a:cubicBezTo>
                  <a:pt x="9869" y="138"/>
                  <a:pt x="9870" y="148"/>
                  <a:pt x="9870" y="158"/>
                </a:cubicBezTo>
                <a:lnTo>
                  <a:pt x="9870" y="715"/>
                </a:lnTo>
                <a:cubicBezTo>
                  <a:pt x="9870" y="725"/>
                  <a:pt x="9869" y="736"/>
                  <a:pt x="9867" y="746"/>
                </a:cubicBezTo>
                <a:cubicBezTo>
                  <a:pt x="9865" y="756"/>
                  <a:pt x="9862" y="766"/>
                  <a:pt x="9858" y="776"/>
                </a:cubicBezTo>
                <a:cubicBezTo>
                  <a:pt x="9854" y="785"/>
                  <a:pt x="9849" y="795"/>
                  <a:pt x="9844" y="803"/>
                </a:cubicBezTo>
                <a:cubicBezTo>
                  <a:pt x="9838" y="812"/>
                  <a:pt x="9831" y="820"/>
                  <a:pt x="9824" y="827"/>
                </a:cubicBezTo>
                <a:cubicBezTo>
                  <a:pt x="9817" y="835"/>
                  <a:pt x="9809" y="841"/>
                  <a:pt x="9800" y="847"/>
                </a:cubicBezTo>
                <a:cubicBezTo>
                  <a:pt x="9791" y="853"/>
                  <a:pt x="9782" y="858"/>
                  <a:pt x="9772" y="862"/>
                </a:cubicBezTo>
                <a:cubicBezTo>
                  <a:pt x="9763" y="866"/>
                  <a:pt x="9753" y="869"/>
                  <a:pt x="9743" y="871"/>
                </a:cubicBezTo>
                <a:cubicBezTo>
                  <a:pt x="9732" y="873"/>
                  <a:pt x="9722" y="874"/>
                  <a:pt x="9712" y="874"/>
                </a:cubicBezTo>
                <a:lnTo>
                  <a:pt x="159" y="874"/>
                </a:lnTo>
                <a:cubicBezTo>
                  <a:pt x="149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8"/>
                  <a:pt x="80" y="853"/>
                  <a:pt x="71" y="847"/>
                </a:cubicBezTo>
                <a:cubicBezTo>
                  <a:pt x="62" y="841"/>
                  <a:pt x="54" y="835"/>
                  <a:pt x="47" y="827"/>
                </a:cubicBezTo>
                <a:cubicBezTo>
                  <a:pt x="40" y="820"/>
                  <a:pt x="33" y="812"/>
                  <a:pt x="27" y="803"/>
                </a:cubicBezTo>
                <a:cubicBezTo>
                  <a:pt x="21" y="795"/>
                  <a:pt x="17" y="785"/>
                  <a:pt x="13" y="776"/>
                </a:cubicBezTo>
                <a:cubicBezTo>
                  <a:pt x="9" y="766"/>
                  <a:pt x="6" y="756"/>
                  <a:pt x="4" y="746"/>
                </a:cubicBezTo>
                <a:cubicBezTo>
                  <a:pt x="1" y="736"/>
                  <a:pt x="0" y="725"/>
                  <a:pt x="0" y="71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47720" y="2430360"/>
            <a:ext cx="306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8. 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/>
          <p:nvPr/>
        </p:nvSpPr>
        <p:spPr>
          <a:xfrm>
            <a:off x="9522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4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094040" y="2521800"/>
            <a:ext cx="3450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5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file-upload-and-storage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/>
          <p:nvPr/>
        </p:nvSpPr>
        <p:spPr>
          <a:xfrm>
            <a:off x="95220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166760" y="3057480"/>
            <a:ext cx="167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画像アップロード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/>
          <p:nvPr/>
        </p:nvSpPr>
        <p:spPr>
          <a:xfrm>
            <a:off x="95220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66760" y="341964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添付ファイル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/>
          <p:nvPr/>
        </p:nvSpPr>
        <p:spPr>
          <a:xfrm>
            <a:off x="952200" y="4219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66760" y="377172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保存先の管理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166760" y="4124160"/>
            <a:ext cx="1879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ファイル情報の管理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47720" y="2280240"/>
            <a:ext cx="191016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読み始める順番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7" name=""/>
          <p:cNvSpPr/>
          <p:nvPr/>
        </p:nvSpPr>
        <p:spPr>
          <a:xfrm>
            <a:off x="1171440" y="2876400"/>
            <a:ext cx="1143360" cy="286200"/>
          </a:xfrm>
          <a:custGeom>
            <a:avLst/>
            <a:gdLst/>
            <a:ahLst/>
            <a:rect l="0" t="0" r="r" b="b"/>
            <a:pathLst>
              <a:path w="3176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17" y="0"/>
                </a:lnTo>
                <a:cubicBezTo>
                  <a:pt x="3028" y="0"/>
                  <a:pt x="3038" y="1"/>
                  <a:pt x="3048" y="3"/>
                </a:cubicBezTo>
                <a:cubicBezTo>
                  <a:pt x="3058" y="5"/>
                  <a:pt x="3068" y="8"/>
                  <a:pt x="3078" y="12"/>
                </a:cubicBezTo>
                <a:cubicBezTo>
                  <a:pt x="3088" y="16"/>
                  <a:pt x="3097" y="21"/>
                  <a:pt x="3105" y="27"/>
                </a:cubicBezTo>
                <a:cubicBezTo>
                  <a:pt x="3114" y="32"/>
                  <a:pt x="3122" y="39"/>
                  <a:pt x="3129" y="46"/>
                </a:cubicBezTo>
                <a:cubicBezTo>
                  <a:pt x="3137" y="54"/>
                  <a:pt x="3143" y="62"/>
                  <a:pt x="3149" y="70"/>
                </a:cubicBezTo>
                <a:cubicBezTo>
                  <a:pt x="3155" y="79"/>
                  <a:pt x="3160" y="88"/>
                  <a:pt x="3164" y="98"/>
                </a:cubicBezTo>
                <a:cubicBezTo>
                  <a:pt x="3168" y="108"/>
                  <a:pt x="3171" y="117"/>
                  <a:pt x="3173" y="128"/>
                </a:cubicBezTo>
                <a:cubicBezTo>
                  <a:pt x="3175" y="138"/>
                  <a:pt x="3176" y="148"/>
                  <a:pt x="3176" y="159"/>
                </a:cubicBezTo>
                <a:lnTo>
                  <a:pt x="3176" y="636"/>
                </a:lnTo>
                <a:cubicBezTo>
                  <a:pt x="3176" y="646"/>
                  <a:pt x="3175" y="657"/>
                  <a:pt x="3173" y="667"/>
                </a:cubicBezTo>
                <a:cubicBezTo>
                  <a:pt x="3171" y="677"/>
                  <a:pt x="3168" y="687"/>
                  <a:pt x="3164" y="697"/>
                </a:cubicBezTo>
                <a:cubicBezTo>
                  <a:pt x="3160" y="706"/>
                  <a:pt x="3155" y="715"/>
                  <a:pt x="3149" y="724"/>
                </a:cubicBezTo>
                <a:cubicBezTo>
                  <a:pt x="3143" y="733"/>
                  <a:pt x="3137" y="741"/>
                  <a:pt x="3129" y="748"/>
                </a:cubicBezTo>
                <a:cubicBezTo>
                  <a:pt x="3122" y="756"/>
                  <a:pt x="3114" y="762"/>
                  <a:pt x="3105" y="768"/>
                </a:cubicBezTo>
                <a:cubicBezTo>
                  <a:pt x="3097" y="774"/>
                  <a:pt x="3088" y="779"/>
                  <a:pt x="3078" y="783"/>
                </a:cubicBezTo>
                <a:cubicBezTo>
                  <a:pt x="3068" y="787"/>
                  <a:pt x="3058" y="790"/>
                  <a:pt x="3048" y="792"/>
                </a:cubicBezTo>
                <a:cubicBezTo>
                  <a:pt x="3038" y="794"/>
                  <a:pt x="3028" y="795"/>
                  <a:pt x="3017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951120" y="285048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238040" y="2912760"/>
            <a:ext cx="713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はじめに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950480" y="29415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/>
          <p:nvPr/>
        </p:nvSpPr>
        <p:spPr>
          <a:xfrm>
            <a:off x="1171440" y="3238200"/>
            <a:ext cx="1019520" cy="276840"/>
          </a:xfrm>
          <a:custGeom>
            <a:avLst/>
            <a:gdLst/>
            <a:ahLst/>
            <a:rect l="0" t="0" r="r" b="b"/>
            <a:pathLst>
              <a:path w="2832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673" y="0"/>
                </a:lnTo>
                <a:cubicBezTo>
                  <a:pt x="2684" y="0"/>
                  <a:pt x="2694" y="1"/>
                  <a:pt x="2704" y="3"/>
                </a:cubicBezTo>
                <a:cubicBezTo>
                  <a:pt x="2714" y="5"/>
                  <a:pt x="2724" y="8"/>
                  <a:pt x="2734" y="12"/>
                </a:cubicBezTo>
                <a:cubicBezTo>
                  <a:pt x="2744" y="16"/>
                  <a:pt x="2753" y="21"/>
                  <a:pt x="2761" y="27"/>
                </a:cubicBezTo>
                <a:cubicBezTo>
                  <a:pt x="2770" y="33"/>
                  <a:pt x="2778" y="39"/>
                  <a:pt x="2785" y="47"/>
                </a:cubicBezTo>
                <a:cubicBezTo>
                  <a:pt x="2793" y="54"/>
                  <a:pt x="2799" y="62"/>
                  <a:pt x="2805" y="71"/>
                </a:cubicBezTo>
                <a:cubicBezTo>
                  <a:pt x="2811" y="80"/>
                  <a:pt x="2816" y="89"/>
                  <a:pt x="2820" y="98"/>
                </a:cubicBezTo>
                <a:cubicBezTo>
                  <a:pt x="2824" y="108"/>
                  <a:pt x="2827" y="118"/>
                  <a:pt x="2829" y="128"/>
                </a:cubicBezTo>
                <a:cubicBezTo>
                  <a:pt x="2831" y="138"/>
                  <a:pt x="2832" y="149"/>
                  <a:pt x="2832" y="159"/>
                </a:cubicBezTo>
                <a:lnTo>
                  <a:pt x="2832" y="610"/>
                </a:lnTo>
                <a:cubicBezTo>
                  <a:pt x="2832" y="620"/>
                  <a:pt x="2831" y="631"/>
                  <a:pt x="2829" y="641"/>
                </a:cubicBezTo>
                <a:cubicBezTo>
                  <a:pt x="2827" y="651"/>
                  <a:pt x="2824" y="661"/>
                  <a:pt x="2820" y="671"/>
                </a:cubicBezTo>
                <a:cubicBezTo>
                  <a:pt x="2816" y="680"/>
                  <a:pt x="2811" y="689"/>
                  <a:pt x="2805" y="698"/>
                </a:cubicBezTo>
                <a:cubicBezTo>
                  <a:pt x="2799" y="707"/>
                  <a:pt x="2793" y="715"/>
                  <a:pt x="2785" y="722"/>
                </a:cubicBezTo>
                <a:cubicBezTo>
                  <a:pt x="2778" y="729"/>
                  <a:pt x="2770" y="736"/>
                  <a:pt x="2761" y="742"/>
                </a:cubicBezTo>
                <a:cubicBezTo>
                  <a:pt x="2753" y="748"/>
                  <a:pt x="2744" y="753"/>
                  <a:pt x="2734" y="757"/>
                </a:cubicBezTo>
                <a:cubicBezTo>
                  <a:pt x="2724" y="761"/>
                  <a:pt x="2714" y="764"/>
                  <a:pt x="2704" y="766"/>
                </a:cubicBezTo>
                <a:cubicBezTo>
                  <a:pt x="2694" y="768"/>
                  <a:pt x="2684" y="769"/>
                  <a:pt x="2673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8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51120" y="320292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238040" y="3303720"/>
            <a:ext cx="8830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README.md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/>
          <p:nvPr/>
        </p:nvSpPr>
        <p:spPr>
          <a:xfrm>
            <a:off x="1171440" y="3590640"/>
            <a:ext cx="3410280" cy="286200"/>
          </a:xfrm>
          <a:custGeom>
            <a:avLst/>
            <a:gdLst/>
            <a:ahLst/>
            <a:rect l="0" t="0" r="r" b="b"/>
            <a:pathLst>
              <a:path w="9473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314" y="0"/>
                </a:lnTo>
                <a:cubicBezTo>
                  <a:pt x="9325" y="0"/>
                  <a:pt x="9335" y="1"/>
                  <a:pt x="9345" y="3"/>
                </a:cubicBezTo>
                <a:cubicBezTo>
                  <a:pt x="9355" y="5"/>
                  <a:pt x="9365" y="8"/>
                  <a:pt x="9375" y="12"/>
                </a:cubicBezTo>
                <a:cubicBezTo>
                  <a:pt x="9385" y="16"/>
                  <a:pt x="9394" y="21"/>
                  <a:pt x="9402" y="27"/>
                </a:cubicBezTo>
                <a:cubicBezTo>
                  <a:pt x="9411" y="33"/>
                  <a:pt x="9419" y="39"/>
                  <a:pt x="9426" y="47"/>
                </a:cubicBezTo>
                <a:cubicBezTo>
                  <a:pt x="9434" y="54"/>
                  <a:pt x="9440" y="62"/>
                  <a:pt x="9446" y="71"/>
                </a:cubicBezTo>
                <a:cubicBezTo>
                  <a:pt x="9452" y="80"/>
                  <a:pt x="9457" y="89"/>
                  <a:pt x="9461" y="98"/>
                </a:cubicBezTo>
                <a:cubicBezTo>
                  <a:pt x="9465" y="108"/>
                  <a:pt x="9468" y="118"/>
                  <a:pt x="9470" y="128"/>
                </a:cubicBezTo>
                <a:cubicBezTo>
                  <a:pt x="9472" y="138"/>
                  <a:pt x="9473" y="149"/>
                  <a:pt x="9473" y="159"/>
                </a:cubicBezTo>
                <a:lnTo>
                  <a:pt x="9473" y="635"/>
                </a:lnTo>
                <a:cubicBezTo>
                  <a:pt x="9473" y="646"/>
                  <a:pt x="9472" y="656"/>
                  <a:pt x="9470" y="666"/>
                </a:cubicBezTo>
                <a:cubicBezTo>
                  <a:pt x="9468" y="676"/>
                  <a:pt x="9465" y="686"/>
                  <a:pt x="9461" y="696"/>
                </a:cubicBezTo>
                <a:cubicBezTo>
                  <a:pt x="9457" y="706"/>
                  <a:pt x="9452" y="715"/>
                  <a:pt x="9446" y="723"/>
                </a:cubicBezTo>
                <a:cubicBezTo>
                  <a:pt x="9440" y="733"/>
                  <a:pt x="9434" y="741"/>
                  <a:pt x="9426" y="749"/>
                </a:cubicBezTo>
                <a:cubicBezTo>
                  <a:pt x="9419" y="756"/>
                  <a:pt x="9411" y="762"/>
                  <a:pt x="9402" y="768"/>
                </a:cubicBezTo>
                <a:cubicBezTo>
                  <a:pt x="9394" y="774"/>
                  <a:pt x="9385" y="779"/>
                  <a:pt x="9375" y="783"/>
                </a:cubicBezTo>
                <a:cubicBezTo>
                  <a:pt x="9365" y="787"/>
                  <a:pt x="9355" y="790"/>
                  <a:pt x="9345" y="792"/>
                </a:cubicBezTo>
                <a:cubicBezTo>
                  <a:pt x="9335" y="794"/>
                  <a:pt x="9325" y="795"/>
                  <a:pt x="9314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9"/>
                </a:cubicBezTo>
                <a:cubicBezTo>
                  <a:pt x="39" y="741"/>
                  <a:pt x="32" y="733"/>
                  <a:pt x="27" y="723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951120" y="356472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238040" y="3656160"/>
            <a:ext cx="4910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docs/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727640" y="3627360"/>
            <a:ext cx="535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機能別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261880" y="36561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Web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555640" y="3627360"/>
            <a:ext cx="535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アプリ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3090240" y="3656160"/>
            <a:ext cx="5889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3677760" y="3627360"/>
            <a:ext cx="535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設計書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4212000" y="36561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951120" y="392688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166760" y="3943440"/>
            <a:ext cx="627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必要な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795320" y="3926880"/>
            <a:ext cx="4590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255760" y="3943440"/>
            <a:ext cx="209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/>
          <p:nvPr/>
        </p:nvSpPr>
        <p:spPr>
          <a:xfrm>
            <a:off x="2523960" y="3952800"/>
            <a:ext cx="924120" cy="276480"/>
          </a:xfrm>
          <a:custGeom>
            <a:avLst/>
            <a:gdLst/>
            <a:ahLst/>
            <a:rect l="0" t="0" r="r" b="b"/>
            <a:pathLst>
              <a:path w="2567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409" y="0"/>
                </a:lnTo>
                <a:cubicBezTo>
                  <a:pt x="2419" y="0"/>
                  <a:pt x="2429" y="1"/>
                  <a:pt x="2440" y="3"/>
                </a:cubicBezTo>
                <a:cubicBezTo>
                  <a:pt x="2450" y="5"/>
                  <a:pt x="2460" y="8"/>
                  <a:pt x="2469" y="12"/>
                </a:cubicBezTo>
                <a:cubicBezTo>
                  <a:pt x="2479" y="16"/>
                  <a:pt x="2488" y="21"/>
                  <a:pt x="2497" y="26"/>
                </a:cubicBezTo>
                <a:cubicBezTo>
                  <a:pt x="2506" y="32"/>
                  <a:pt x="2514" y="39"/>
                  <a:pt x="2521" y="46"/>
                </a:cubicBezTo>
                <a:cubicBezTo>
                  <a:pt x="2528" y="54"/>
                  <a:pt x="2535" y="62"/>
                  <a:pt x="2541" y="70"/>
                </a:cubicBezTo>
                <a:cubicBezTo>
                  <a:pt x="2546" y="79"/>
                  <a:pt x="2551" y="88"/>
                  <a:pt x="2555" y="98"/>
                </a:cubicBezTo>
                <a:cubicBezTo>
                  <a:pt x="2559" y="107"/>
                  <a:pt x="2562" y="117"/>
                  <a:pt x="2564" y="127"/>
                </a:cubicBezTo>
                <a:cubicBezTo>
                  <a:pt x="2566" y="138"/>
                  <a:pt x="2567" y="149"/>
                  <a:pt x="2567" y="159"/>
                </a:cubicBezTo>
                <a:lnTo>
                  <a:pt x="2567" y="609"/>
                </a:lnTo>
                <a:cubicBezTo>
                  <a:pt x="2567" y="620"/>
                  <a:pt x="2566" y="630"/>
                  <a:pt x="2564" y="640"/>
                </a:cubicBezTo>
                <a:cubicBezTo>
                  <a:pt x="2562" y="650"/>
                  <a:pt x="2559" y="660"/>
                  <a:pt x="2555" y="670"/>
                </a:cubicBezTo>
                <a:cubicBezTo>
                  <a:pt x="2551" y="680"/>
                  <a:pt x="2546" y="689"/>
                  <a:pt x="2541" y="697"/>
                </a:cubicBezTo>
                <a:cubicBezTo>
                  <a:pt x="2535" y="706"/>
                  <a:pt x="2528" y="714"/>
                  <a:pt x="2521" y="722"/>
                </a:cubicBezTo>
                <a:cubicBezTo>
                  <a:pt x="2514" y="729"/>
                  <a:pt x="2506" y="735"/>
                  <a:pt x="2497" y="741"/>
                </a:cubicBezTo>
                <a:cubicBezTo>
                  <a:pt x="2488" y="747"/>
                  <a:pt x="2479" y="752"/>
                  <a:pt x="2469" y="756"/>
                </a:cubicBezTo>
                <a:cubicBezTo>
                  <a:pt x="2460" y="760"/>
                  <a:pt x="2450" y="763"/>
                  <a:pt x="2440" y="765"/>
                </a:cubicBezTo>
                <a:cubicBezTo>
                  <a:pt x="2429" y="767"/>
                  <a:pt x="2419" y="768"/>
                  <a:pt x="2409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2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465280" y="3926880"/>
            <a:ext cx="209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593800" y="4017960"/>
            <a:ext cx="7851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951120" y="4279320"/>
            <a:ext cx="2156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66760" y="4295880"/>
            <a:ext cx="835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対応する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/>
          <p:nvPr/>
        </p:nvSpPr>
        <p:spPr>
          <a:xfrm>
            <a:off x="2066760" y="4314600"/>
            <a:ext cx="1219680" cy="276480"/>
          </a:xfrm>
          <a:custGeom>
            <a:avLst/>
            <a:gdLst/>
            <a:ahLst/>
            <a:rect l="0" t="0" r="r" b="b"/>
            <a:pathLst>
              <a:path w="3388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229" y="0"/>
                </a:lnTo>
                <a:cubicBezTo>
                  <a:pt x="3239" y="0"/>
                  <a:pt x="3250" y="1"/>
                  <a:pt x="3260" y="3"/>
                </a:cubicBezTo>
                <a:cubicBezTo>
                  <a:pt x="3270" y="5"/>
                  <a:pt x="3280" y="8"/>
                  <a:pt x="3290" y="12"/>
                </a:cubicBezTo>
                <a:cubicBezTo>
                  <a:pt x="3299" y="16"/>
                  <a:pt x="3308" y="21"/>
                  <a:pt x="3317" y="27"/>
                </a:cubicBezTo>
                <a:cubicBezTo>
                  <a:pt x="3326" y="33"/>
                  <a:pt x="3334" y="39"/>
                  <a:pt x="3341" y="47"/>
                </a:cubicBezTo>
                <a:cubicBezTo>
                  <a:pt x="3348" y="54"/>
                  <a:pt x="3355" y="62"/>
                  <a:pt x="3361" y="71"/>
                </a:cubicBezTo>
                <a:cubicBezTo>
                  <a:pt x="3367" y="79"/>
                  <a:pt x="3372" y="88"/>
                  <a:pt x="3376" y="98"/>
                </a:cubicBezTo>
                <a:cubicBezTo>
                  <a:pt x="3380" y="108"/>
                  <a:pt x="3383" y="118"/>
                  <a:pt x="3385" y="128"/>
                </a:cubicBezTo>
                <a:cubicBezTo>
                  <a:pt x="3387" y="138"/>
                  <a:pt x="3388" y="148"/>
                  <a:pt x="3388" y="159"/>
                </a:cubicBezTo>
                <a:lnTo>
                  <a:pt x="3388" y="609"/>
                </a:lnTo>
                <a:cubicBezTo>
                  <a:pt x="3388" y="619"/>
                  <a:pt x="3387" y="629"/>
                  <a:pt x="3385" y="640"/>
                </a:cubicBezTo>
                <a:cubicBezTo>
                  <a:pt x="3383" y="650"/>
                  <a:pt x="3380" y="660"/>
                  <a:pt x="3376" y="669"/>
                </a:cubicBezTo>
                <a:cubicBezTo>
                  <a:pt x="3372" y="680"/>
                  <a:pt x="3367" y="689"/>
                  <a:pt x="3361" y="698"/>
                </a:cubicBezTo>
                <a:cubicBezTo>
                  <a:pt x="3355" y="707"/>
                  <a:pt x="3348" y="715"/>
                  <a:pt x="3341" y="722"/>
                </a:cubicBezTo>
                <a:cubicBezTo>
                  <a:pt x="3334" y="729"/>
                  <a:pt x="3326" y="736"/>
                  <a:pt x="3317" y="742"/>
                </a:cubicBezTo>
                <a:cubicBezTo>
                  <a:pt x="3308" y="747"/>
                  <a:pt x="3299" y="752"/>
                  <a:pt x="3290" y="756"/>
                </a:cubicBezTo>
                <a:cubicBezTo>
                  <a:pt x="3280" y="760"/>
                  <a:pt x="3270" y="763"/>
                  <a:pt x="3260" y="765"/>
                </a:cubicBezTo>
                <a:cubicBezTo>
                  <a:pt x="3250" y="767"/>
                  <a:pt x="3239" y="768"/>
                  <a:pt x="3229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004840" y="4279320"/>
            <a:ext cx="2091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133720" y="438012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/>
          <p:nvPr/>
        </p:nvSpPr>
        <p:spPr>
          <a:xfrm>
            <a:off x="952200" y="2600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0" name=""/>
          <p:cNvSpPr/>
          <p:nvPr/>
        </p:nvSpPr>
        <p:spPr>
          <a:xfrm>
            <a:off x="1171440" y="2523960"/>
            <a:ext cx="2400480" cy="276480"/>
          </a:xfrm>
          <a:custGeom>
            <a:avLst/>
            <a:gdLst/>
            <a:ahLst/>
            <a:rect l="0" t="0" r="r" b="b"/>
            <a:pathLst>
              <a:path w="6668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9" y="16"/>
                  <a:pt x="99" y="12"/>
                </a:cubicBezTo>
                <a:cubicBezTo>
                  <a:pt x="109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6510" y="0"/>
                </a:lnTo>
                <a:cubicBezTo>
                  <a:pt x="6520" y="0"/>
                  <a:pt x="6530" y="1"/>
                  <a:pt x="6541" y="3"/>
                </a:cubicBezTo>
                <a:cubicBezTo>
                  <a:pt x="6551" y="5"/>
                  <a:pt x="6561" y="8"/>
                  <a:pt x="6570" y="12"/>
                </a:cubicBezTo>
                <a:cubicBezTo>
                  <a:pt x="6580" y="16"/>
                  <a:pt x="6589" y="21"/>
                  <a:pt x="6598" y="27"/>
                </a:cubicBezTo>
                <a:cubicBezTo>
                  <a:pt x="6606" y="33"/>
                  <a:pt x="6615" y="39"/>
                  <a:pt x="6622" y="46"/>
                </a:cubicBezTo>
                <a:cubicBezTo>
                  <a:pt x="6629" y="54"/>
                  <a:pt x="6636" y="62"/>
                  <a:pt x="6642" y="71"/>
                </a:cubicBezTo>
                <a:cubicBezTo>
                  <a:pt x="6647" y="79"/>
                  <a:pt x="6652" y="88"/>
                  <a:pt x="6656" y="98"/>
                </a:cubicBezTo>
                <a:cubicBezTo>
                  <a:pt x="6660" y="108"/>
                  <a:pt x="6663" y="118"/>
                  <a:pt x="6665" y="128"/>
                </a:cubicBezTo>
                <a:cubicBezTo>
                  <a:pt x="6667" y="138"/>
                  <a:pt x="6668" y="148"/>
                  <a:pt x="6668" y="159"/>
                </a:cubicBezTo>
                <a:lnTo>
                  <a:pt x="6668" y="609"/>
                </a:lnTo>
                <a:cubicBezTo>
                  <a:pt x="6668" y="620"/>
                  <a:pt x="6667" y="630"/>
                  <a:pt x="6665" y="640"/>
                </a:cubicBezTo>
                <a:cubicBezTo>
                  <a:pt x="6663" y="651"/>
                  <a:pt x="6660" y="661"/>
                  <a:pt x="6656" y="670"/>
                </a:cubicBezTo>
                <a:cubicBezTo>
                  <a:pt x="6652" y="680"/>
                  <a:pt x="6647" y="689"/>
                  <a:pt x="6642" y="698"/>
                </a:cubicBezTo>
                <a:cubicBezTo>
                  <a:pt x="6636" y="706"/>
                  <a:pt x="6629" y="714"/>
                  <a:pt x="6622" y="722"/>
                </a:cubicBezTo>
                <a:cubicBezTo>
                  <a:pt x="6615" y="729"/>
                  <a:pt x="6606" y="736"/>
                  <a:pt x="6598" y="741"/>
                </a:cubicBezTo>
                <a:cubicBezTo>
                  <a:pt x="6589" y="747"/>
                  <a:pt x="6580" y="752"/>
                  <a:pt x="6570" y="756"/>
                </a:cubicBezTo>
                <a:cubicBezTo>
                  <a:pt x="6561" y="760"/>
                  <a:pt x="6551" y="763"/>
                  <a:pt x="6541" y="765"/>
                </a:cubicBezTo>
                <a:cubicBezTo>
                  <a:pt x="6530" y="767"/>
                  <a:pt x="6520" y="768"/>
                  <a:pt x="6510" y="768"/>
                </a:cubicBezTo>
                <a:lnTo>
                  <a:pt x="160" y="768"/>
                </a:lnTo>
                <a:cubicBezTo>
                  <a:pt x="149" y="768"/>
                  <a:pt x="139" y="767"/>
                  <a:pt x="129" y="765"/>
                </a:cubicBezTo>
                <a:cubicBezTo>
                  <a:pt x="118" y="763"/>
                  <a:pt x="109" y="760"/>
                  <a:pt x="99" y="756"/>
                </a:cubicBezTo>
                <a:cubicBezTo>
                  <a:pt x="89" y="752"/>
                  <a:pt x="79" y="747"/>
                  <a:pt x="70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2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47720" y="1918440"/>
            <a:ext cx="218304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よく参照する資料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238040" y="258912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315160" y="2560320"/>
            <a:ext cx="892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認証フロー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/>
          <p:nvPr/>
        </p:nvSpPr>
        <p:spPr>
          <a:xfrm>
            <a:off x="952200" y="2962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/>
          <p:nvPr/>
        </p:nvSpPr>
        <p:spPr>
          <a:xfrm>
            <a:off x="1171440" y="2876400"/>
            <a:ext cx="3305520" cy="286200"/>
          </a:xfrm>
          <a:custGeom>
            <a:avLst/>
            <a:gdLst/>
            <a:ahLst/>
            <a:rect l="0" t="0" r="r" b="b"/>
            <a:pathLst>
              <a:path w="918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23" y="0"/>
                </a:lnTo>
                <a:cubicBezTo>
                  <a:pt x="9034" y="0"/>
                  <a:pt x="9044" y="1"/>
                  <a:pt x="9054" y="3"/>
                </a:cubicBezTo>
                <a:cubicBezTo>
                  <a:pt x="9064" y="5"/>
                  <a:pt x="9074" y="8"/>
                  <a:pt x="9084" y="12"/>
                </a:cubicBezTo>
                <a:cubicBezTo>
                  <a:pt x="9094" y="16"/>
                  <a:pt x="9103" y="21"/>
                  <a:pt x="9111" y="27"/>
                </a:cubicBezTo>
                <a:cubicBezTo>
                  <a:pt x="9120" y="32"/>
                  <a:pt x="9128" y="39"/>
                  <a:pt x="9135" y="46"/>
                </a:cubicBezTo>
                <a:cubicBezTo>
                  <a:pt x="9143" y="54"/>
                  <a:pt x="9149" y="62"/>
                  <a:pt x="9155" y="70"/>
                </a:cubicBezTo>
                <a:cubicBezTo>
                  <a:pt x="9161" y="79"/>
                  <a:pt x="9166" y="88"/>
                  <a:pt x="9170" y="98"/>
                </a:cubicBezTo>
                <a:cubicBezTo>
                  <a:pt x="9174" y="108"/>
                  <a:pt x="9177" y="117"/>
                  <a:pt x="9179" y="128"/>
                </a:cubicBezTo>
                <a:cubicBezTo>
                  <a:pt x="9181" y="138"/>
                  <a:pt x="9182" y="148"/>
                  <a:pt x="9182" y="159"/>
                </a:cubicBezTo>
                <a:lnTo>
                  <a:pt x="9182" y="636"/>
                </a:lnTo>
                <a:cubicBezTo>
                  <a:pt x="9182" y="646"/>
                  <a:pt x="9181" y="657"/>
                  <a:pt x="9179" y="667"/>
                </a:cubicBezTo>
                <a:cubicBezTo>
                  <a:pt x="9177" y="677"/>
                  <a:pt x="9174" y="687"/>
                  <a:pt x="9170" y="697"/>
                </a:cubicBezTo>
                <a:cubicBezTo>
                  <a:pt x="9166" y="706"/>
                  <a:pt x="9161" y="715"/>
                  <a:pt x="9155" y="724"/>
                </a:cubicBezTo>
                <a:cubicBezTo>
                  <a:pt x="9149" y="733"/>
                  <a:pt x="9143" y="741"/>
                  <a:pt x="9135" y="748"/>
                </a:cubicBezTo>
                <a:cubicBezTo>
                  <a:pt x="9128" y="756"/>
                  <a:pt x="9120" y="762"/>
                  <a:pt x="9111" y="768"/>
                </a:cubicBezTo>
                <a:cubicBezTo>
                  <a:pt x="9103" y="774"/>
                  <a:pt x="9094" y="779"/>
                  <a:pt x="9084" y="783"/>
                </a:cubicBezTo>
                <a:cubicBezTo>
                  <a:pt x="9074" y="787"/>
                  <a:pt x="9064" y="790"/>
                  <a:pt x="9054" y="792"/>
                </a:cubicBezTo>
                <a:cubicBezTo>
                  <a:pt x="9044" y="794"/>
                  <a:pt x="9034" y="795"/>
                  <a:pt x="9023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3205800" y="258912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238040" y="2941560"/>
            <a:ext cx="1275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references/DB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511000" y="2912760"/>
            <a:ext cx="1605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変更チェックリスト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9" name=""/>
          <p:cNvSpPr/>
          <p:nvPr/>
        </p:nvSpPr>
        <p:spPr>
          <a:xfrm>
            <a:off x="952200" y="3314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/>
          <p:nvPr/>
        </p:nvSpPr>
        <p:spPr>
          <a:xfrm>
            <a:off x="1171440" y="3238200"/>
            <a:ext cx="3134160" cy="276840"/>
          </a:xfrm>
          <a:custGeom>
            <a:avLst/>
            <a:gdLst/>
            <a:ahLst/>
            <a:rect l="0" t="0" r="r" b="b"/>
            <a:pathLst>
              <a:path w="8706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547" y="0"/>
                </a:lnTo>
                <a:cubicBezTo>
                  <a:pt x="8557" y="0"/>
                  <a:pt x="8568" y="1"/>
                  <a:pt x="8578" y="3"/>
                </a:cubicBezTo>
                <a:cubicBezTo>
                  <a:pt x="8588" y="5"/>
                  <a:pt x="8598" y="8"/>
                  <a:pt x="8608" y="12"/>
                </a:cubicBezTo>
                <a:cubicBezTo>
                  <a:pt x="8617" y="16"/>
                  <a:pt x="8626" y="21"/>
                  <a:pt x="8635" y="27"/>
                </a:cubicBezTo>
                <a:cubicBezTo>
                  <a:pt x="8644" y="33"/>
                  <a:pt x="8652" y="39"/>
                  <a:pt x="8659" y="47"/>
                </a:cubicBezTo>
                <a:cubicBezTo>
                  <a:pt x="8667" y="54"/>
                  <a:pt x="8673" y="62"/>
                  <a:pt x="8679" y="71"/>
                </a:cubicBezTo>
                <a:cubicBezTo>
                  <a:pt x="8685" y="80"/>
                  <a:pt x="8690" y="89"/>
                  <a:pt x="8694" y="98"/>
                </a:cubicBezTo>
                <a:cubicBezTo>
                  <a:pt x="8698" y="108"/>
                  <a:pt x="8701" y="118"/>
                  <a:pt x="8703" y="128"/>
                </a:cubicBezTo>
                <a:cubicBezTo>
                  <a:pt x="8705" y="138"/>
                  <a:pt x="8706" y="149"/>
                  <a:pt x="8706" y="159"/>
                </a:cubicBezTo>
                <a:lnTo>
                  <a:pt x="8706" y="610"/>
                </a:lnTo>
                <a:cubicBezTo>
                  <a:pt x="8706" y="620"/>
                  <a:pt x="8705" y="631"/>
                  <a:pt x="8703" y="641"/>
                </a:cubicBezTo>
                <a:cubicBezTo>
                  <a:pt x="8701" y="651"/>
                  <a:pt x="8698" y="661"/>
                  <a:pt x="8694" y="671"/>
                </a:cubicBezTo>
                <a:cubicBezTo>
                  <a:pt x="8690" y="680"/>
                  <a:pt x="8685" y="689"/>
                  <a:pt x="8679" y="698"/>
                </a:cubicBezTo>
                <a:cubicBezTo>
                  <a:pt x="8673" y="707"/>
                  <a:pt x="8667" y="715"/>
                  <a:pt x="8659" y="722"/>
                </a:cubicBezTo>
                <a:cubicBezTo>
                  <a:pt x="8652" y="729"/>
                  <a:pt x="8644" y="736"/>
                  <a:pt x="8635" y="742"/>
                </a:cubicBezTo>
                <a:cubicBezTo>
                  <a:pt x="8626" y="748"/>
                  <a:pt x="8617" y="753"/>
                  <a:pt x="8608" y="757"/>
                </a:cubicBezTo>
                <a:cubicBezTo>
                  <a:pt x="8598" y="761"/>
                  <a:pt x="8588" y="764"/>
                  <a:pt x="8578" y="766"/>
                </a:cubicBezTo>
                <a:cubicBezTo>
                  <a:pt x="8568" y="768"/>
                  <a:pt x="8557" y="769"/>
                  <a:pt x="8547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8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114080" y="29415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238040" y="3303720"/>
            <a:ext cx="12751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references/DB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511000" y="3274920"/>
            <a:ext cx="1427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アクセスパターン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/>
          <p:nvPr/>
        </p:nvSpPr>
        <p:spPr>
          <a:xfrm>
            <a:off x="952200" y="3676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/>
          <p:nvPr/>
        </p:nvSpPr>
        <p:spPr>
          <a:xfrm>
            <a:off x="1171440" y="3590640"/>
            <a:ext cx="3467520" cy="286200"/>
          </a:xfrm>
          <a:custGeom>
            <a:avLst/>
            <a:gdLst/>
            <a:ahLst/>
            <a:rect l="0" t="0" r="r" b="b"/>
            <a:pathLst>
              <a:path w="9632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473" y="0"/>
                </a:lnTo>
                <a:cubicBezTo>
                  <a:pt x="9483" y="0"/>
                  <a:pt x="9494" y="1"/>
                  <a:pt x="9504" y="3"/>
                </a:cubicBezTo>
                <a:cubicBezTo>
                  <a:pt x="9514" y="5"/>
                  <a:pt x="9524" y="8"/>
                  <a:pt x="9534" y="12"/>
                </a:cubicBezTo>
                <a:cubicBezTo>
                  <a:pt x="9543" y="16"/>
                  <a:pt x="9552" y="21"/>
                  <a:pt x="9561" y="27"/>
                </a:cubicBezTo>
                <a:cubicBezTo>
                  <a:pt x="9570" y="33"/>
                  <a:pt x="9578" y="39"/>
                  <a:pt x="9585" y="47"/>
                </a:cubicBezTo>
                <a:cubicBezTo>
                  <a:pt x="9593" y="54"/>
                  <a:pt x="9599" y="62"/>
                  <a:pt x="9605" y="71"/>
                </a:cubicBezTo>
                <a:cubicBezTo>
                  <a:pt x="9611" y="80"/>
                  <a:pt x="9616" y="89"/>
                  <a:pt x="9620" y="98"/>
                </a:cubicBezTo>
                <a:cubicBezTo>
                  <a:pt x="9624" y="108"/>
                  <a:pt x="9627" y="118"/>
                  <a:pt x="9629" y="128"/>
                </a:cubicBezTo>
                <a:cubicBezTo>
                  <a:pt x="9631" y="138"/>
                  <a:pt x="9632" y="149"/>
                  <a:pt x="9632" y="159"/>
                </a:cubicBezTo>
                <a:lnTo>
                  <a:pt x="9632" y="635"/>
                </a:lnTo>
                <a:cubicBezTo>
                  <a:pt x="9632" y="646"/>
                  <a:pt x="9631" y="656"/>
                  <a:pt x="9629" y="666"/>
                </a:cubicBezTo>
                <a:cubicBezTo>
                  <a:pt x="9627" y="676"/>
                  <a:pt x="9624" y="686"/>
                  <a:pt x="9620" y="696"/>
                </a:cubicBezTo>
                <a:cubicBezTo>
                  <a:pt x="9616" y="706"/>
                  <a:pt x="9611" y="715"/>
                  <a:pt x="9605" y="723"/>
                </a:cubicBezTo>
                <a:cubicBezTo>
                  <a:pt x="9599" y="733"/>
                  <a:pt x="9593" y="741"/>
                  <a:pt x="9585" y="749"/>
                </a:cubicBezTo>
                <a:cubicBezTo>
                  <a:pt x="9578" y="756"/>
                  <a:pt x="9570" y="762"/>
                  <a:pt x="9561" y="768"/>
                </a:cubicBezTo>
                <a:cubicBezTo>
                  <a:pt x="9552" y="774"/>
                  <a:pt x="9543" y="779"/>
                  <a:pt x="9534" y="783"/>
                </a:cubicBezTo>
                <a:cubicBezTo>
                  <a:pt x="9524" y="787"/>
                  <a:pt x="9514" y="790"/>
                  <a:pt x="9504" y="792"/>
                </a:cubicBezTo>
                <a:cubicBezTo>
                  <a:pt x="9494" y="794"/>
                  <a:pt x="9483" y="795"/>
                  <a:pt x="9473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9"/>
                </a:cubicBezTo>
                <a:cubicBezTo>
                  <a:pt x="39" y="741"/>
                  <a:pt x="32" y="733"/>
                  <a:pt x="27" y="723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935880" y="330372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238040" y="365616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315160" y="3627360"/>
            <a:ext cx="1962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基本操作チェックリスト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/>
          <p:nvPr/>
        </p:nvSpPr>
        <p:spPr>
          <a:xfrm>
            <a:off x="952200" y="4038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/>
          <p:nvPr/>
        </p:nvSpPr>
        <p:spPr>
          <a:xfrm>
            <a:off x="1171440" y="3952800"/>
            <a:ext cx="3115080" cy="276480"/>
          </a:xfrm>
          <a:custGeom>
            <a:avLst/>
            <a:gdLst/>
            <a:ahLst/>
            <a:rect l="0" t="0" r="r" b="b"/>
            <a:pathLst>
              <a:path w="8653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494" y="0"/>
                </a:lnTo>
                <a:cubicBezTo>
                  <a:pt x="8504" y="0"/>
                  <a:pt x="8515" y="1"/>
                  <a:pt x="8525" y="3"/>
                </a:cubicBezTo>
                <a:cubicBezTo>
                  <a:pt x="8535" y="5"/>
                  <a:pt x="8545" y="8"/>
                  <a:pt x="8555" y="12"/>
                </a:cubicBezTo>
                <a:cubicBezTo>
                  <a:pt x="8564" y="16"/>
                  <a:pt x="8574" y="21"/>
                  <a:pt x="8582" y="26"/>
                </a:cubicBezTo>
                <a:cubicBezTo>
                  <a:pt x="8591" y="32"/>
                  <a:pt x="8599" y="39"/>
                  <a:pt x="8606" y="46"/>
                </a:cubicBezTo>
                <a:cubicBezTo>
                  <a:pt x="8614" y="54"/>
                  <a:pt x="8620" y="62"/>
                  <a:pt x="8626" y="70"/>
                </a:cubicBezTo>
                <a:cubicBezTo>
                  <a:pt x="8632" y="79"/>
                  <a:pt x="8637" y="88"/>
                  <a:pt x="8641" y="98"/>
                </a:cubicBezTo>
                <a:cubicBezTo>
                  <a:pt x="8645" y="107"/>
                  <a:pt x="8648" y="117"/>
                  <a:pt x="8650" y="127"/>
                </a:cubicBezTo>
                <a:cubicBezTo>
                  <a:pt x="8652" y="138"/>
                  <a:pt x="8653" y="149"/>
                  <a:pt x="8653" y="159"/>
                </a:cubicBezTo>
                <a:lnTo>
                  <a:pt x="8653" y="609"/>
                </a:lnTo>
                <a:cubicBezTo>
                  <a:pt x="8653" y="620"/>
                  <a:pt x="8652" y="630"/>
                  <a:pt x="8650" y="640"/>
                </a:cubicBezTo>
                <a:cubicBezTo>
                  <a:pt x="8648" y="650"/>
                  <a:pt x="8645" y="660"/>
                  <a:pt x="8641" y="670"/>
                </a:cubicBezTo>
                <a:cubicBezTo>
                  <a:pt x="8637" y="680"/>
                  <a:pt x="8632" y="689"/>
                  <a:pt x="8626" y="697"/>
                </a:cubicBezTo>
                <a:cubicBezTo>
                  <a:pt x="8620" y="706"/>
                  <a:pt x="8614" y="714"/>
                  <a:pt x="8606" y="722"/>
                </a:cubicBezTo>
                <a:cubicBezTo>
                  <a:pt x="8599" y="729"/>
                  <a:pt x="8591" y="735"/>
                  <a:pt x="8582" y="741"/>
                </a:cubicBezTo>
                <a:cubicBezTo>
                  <a:pt x="8574" y="747"/>
                  <a:pt x="8564" y="752"/>
                  <a:pt x="8555" y="756"/>
                </a:cubicBezTo>
                <a:cubicBezTo>
                  <a:pt x="8545" y="760"/>
                  <a:pt x="8535" y="763"/>
                  <a:pt x="8525" y="765"/>
                </a:cubicBezTo>
                <a:cubicBezTo>
                  <a:pt x="8515" y="767"/>
                  <a:pt x="8504" y="768"/>
                  <a:pt x="8494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2"/>
                </a:cubicBezTo>
                <a:cubicBezTo>
                  <a:pt x="39" y="714"/>
                  <a:pt x="32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274640" y="36561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238040" y="401796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2315160" y="3989160"/>
            <a:ext cx="1605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フォームパターン集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/>
          <p:nvPr/>
        </p:nvSpPr>
        <p:spPr>
          <a:xfrm>
            <a:off x="952200" y="4390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/>
          <p:nvPr/>
        </p:nvSpPr>
        <p:spPr>
          <a:xfrm>
            <a:off x="1171440" y="4314600"/>
            <a:ext cx="2581560" cy="276480"/>
          </a:xfrm>
          <a:custGeom>
            <a:avLst/>
            <a:gdLst/>
            <a:ahLst/>
            <a:rect l="0" t="0" r="r" b="b"/>
            <a:pathLst>
              <a:path w="7171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12" y="0"/>
                </a:lnTo>
                <a:cubicBezTo>
                  <a:pt x="7023" y="0"/>
                  <a:pt x="7033" y="1"/>
                  <a:pt x="7043" y="3"/>
                </a:cubicBezTo>
                <a:cubicBezTo>
                  <a:pt x="7054" y="5"/>
                  <a:pt x="7063" y="8"/>
                  <a:pt x="7073" y="12"/>
                </a:cubicBezTo>
                <a:cubicBezTo>
                  <a:pt x="7083" y="16"/>
                  <a:pt x="7092" y="21"/>
                  <a:pt x="7101" y="27"/>
                </a:cubicBezTo>
                <a:cubicBezTo>
                  <a:pt x="7109" y="33"/>
                  <a:pt x="7117" y="39"/>
                  <a:pt x="7125" y="47"/>
                </a:cubicBezTo>
                <a:cubicBezTo>
                  <a:pt x="7132" y="54"/>
                  <a:pt x="7139" y="62"/>
                  <a:pt x="7144" y="71"/>
                </a:cubicBezTo>
                <a:cubicBezTo>
                  <a:pt x="7150" y="79"/>
                  <a:pt x="7155" y="88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8"/>
                  <a:pt x="7171" y="159"/>
                </a:cubicBezTo>
                <a:lnTo>
                  <a:pt x="7171" y="609"/>
                </a:lnTo>
                <a:cubicBezTo>
                  <a:pt x="7171" y="619"/>
                  <a:pt x="7170" y="629"/>
                  <a:pt x="7168" y="640"/>
                </a:cubicBezTo>
                <a:cubicBezTo>
                  <a:pt x="7166" y="650"/>
                  <a:pt x="7163" y="660"/>
                  <a:pt x="7159" y="669"/>
                </a:cubicBezTo>
                <a:cubicBezTo>
                  <a:pt x="7155" y="680"/>
                  <a:pt x="7150" y="689"/>
                  <a:pt x="7144" y="698"/>
                </a:cubicBezTo>
                <a:cubicBezTo>
                  <a:pt x="7139" y="707"/>
                  <a:pt x="7132" y="715"/>
                  <a:pt x="7125" y="722"/>
                </a:cubicBezTo>
                <a:cubicBezTo>
                  <a:pt x="7117" y="729"/>
                  <a:pt x="7109" y="736"/>
                  <a:pt x="7101" y="742"/>
                </a:cubicBezTo>
                <a:cubicBezTo>
                  <a:pt x="7092" y="747"/>
                  <a:pt x="7083" y="752"/>
                  <a:pt x="7073" y="756"/>
                </a:cubicBezTo>
                <a:cubicBezTo>
                  <a:pt x="7063" y="760"/>
                  <a:pt x="7054" y="763"/>
                  <a:pt x="7043" y="765"/>
                </a:cubicBezTo>
                <a:cubicBezTo>
                  <a:pt x="7033" y="767"/>
                  <a:pt x="7023" y="768"/>
                  <a:pt x="7012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918240" y="40179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238040" y="438012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315160" y="4350960"/>
            <a:ext cx="1070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権限表ひな形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/>
          <p:nvPr/>
        </p:nvSpPr>
        <p:spPr>
          <a:xfrm>
            <a:off x="952200" y="4752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/>
          <p:nvPr/>
        </p:nvSpPr>
        <p:spPr>
          <a:xfrm>
            <a:off x="1171440" y="4667040"/>
            <a:ext cx="3819960" cy="286200"/>
          </a:xfrm>
          <a:custGeom>
            <a:avLst/>
            <a:gdLst/>
            <a:ahLst/>
            <a:rect l="0" t="0" r="r" b="b"/>
            <a:pathLst>
              <a:path w="10611" h="795">
                <a:moveTo>
                  <a:pt x="0" y="63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452" y="0"/>
                </a:lnTo>
                <a:cubicBezTo>
                  <a:pt x="10462" y="0"/>
                  <a:pt x="10473" y="1"/>
                  <a:pt x="10483" y="3"/>
                </a:cubicBezTo>
                <a:cubicBezTo>
                  <a:pt x="10493" y="5"/>
                  <a:pt x="10503" y="8"/>
                  <a:pt x="10513" y="12"/>
                </a:cubicBezTo>
                <a:cubicBezTo>
                  <a:pt x="10522" y="16"/>
                  <a:pt x="10531" y="21"/>
                  <a:pt x="10540" y="27"/>
                </a:cubicBezTo>
                <a:cubicBezTo>
                  <a:pt x="10549" y="33"/>
                  <a:pt x="10557" y="39"/>
                  <a:pt x="10564" y="47"/>
                </a:cubicBezTo>
                <a:cubicBezTo>
                  <a:pt x="10572" y="54"/>
                  <a:pt x="10578" y="62"/>
                  <a:pt x="10584" y="71"/>
                </a:cubicBezTo>
                <a:cubicBezTo>
                  <a:pt x="10590" y="79"/>
                  <a:pt x="10595" y="88"/>
                  <a:pt x="10599" y="98"/>
                </a:cubicBezTo>
                <a:cubicBezTo>
                  <a:pt x="10603" y="108"/>
                  <a:pt x="10606" y="118"/>
                  <a:pt x="10608" y="129"/>
                </a:cubicBezTo>
                <a:cubicBezTo>
                  <a:pt x="10610" y="139"/>
                  <a:pt x="10611" y="149"/>
                  <a:pt x="10611" y="160"/>
                </a:cubicBezTo>
                <a:lnTo>
                  <a:pt x="10611" y="636"/>
                </a:lnTo>
                <a:cubicBezTo>
                  <a:pt x="10611" y="647"/>
                  <a:pt x="10610" y="657"/>
                  <a:pt x="10608" y="667"/>
                </a:cubicBezTo>
                <a:cubicBezTo>
                  <a:pt x="10606" y="677"/>
                  <a:pt x="10603" y="687"/>
                  <a:pt x="10599" y="697"/>
                </a:cubicBezTo>
                <a:cubicBezTo>
                  <a:pt x="10595" y="706"/>
                  <a:pt x="10590" y="716"/>
                  <a:pt x="10584" y="724"/>
                </a:cubicBezTo>
                <a:cubicBezTo>
                  <a:pt x="10578" y="733"/>
                  <a:pt x="10572" y="741"/>
                  <a:pt x="10564" y="748"/>
                </a:cubicBezTo>
                <a:cubicBezTo>
                  <a:pt x="10557" y="756"/>
                  <a:pt x="10549" y="762"/>
                  <a:pt x="10540" y="768"/>
                </a:cubicBezTo>
                <a:cubicBezTo>
                  <a:pt x="10531" y="774"/>
                  <a:pt x="10522" y="779"/>
                  <a:pt x="10513" y="783"/>
                </a:cubicBezTo>
                <a:cubicBezTo>
                  <a:pt x="10503" y="787"/>
                  <a:pt x="10493" y="790"/>
                  <a:pt x="10483" y="792"/>
                </a:cubicBezTo>
                <a:cubicBezTo>
                  <a:pt x="10473" y="794"/>
                  <a:pt x="10462" y="795"/>
                  <a:pt x="1045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6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384000" y="438012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238040" y="4732560"/>
            <a:ext cx="10792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315160" y="4703400"/>
            <a:ext cx="2318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1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アップロードチェックリスト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4630680" y="4732560"/>
            <a:ext cx="29484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9" name=""/>
          <p:cNvSpPr/>
          <p:nvPr/>
        </p:nvSpPr>
        <p:spPr>
          <a:xfrm>
            <a:off x="952200" y="3323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747720" y="2642400"/>
            <a:ext cx="81900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まとめ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166760" y="3228840"/>
            <a:ext cx="20887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この⼀式の中⼼は最⼩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262320" y="321228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8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3" name=""/>
          <p:cNvSpPr/>
          <p:nvPr/>
        </p:nvSpPr>
        <p:spPr>
          <a:xfrm>
            <a:off x="952200" y="3676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490200" y="3228840"/>
            <a:ext cx="209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66760" y="358128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まずは基本の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424240" y="356472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6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7" name=""/>
          <p:cNvSpPr/>
          <p:nvPr/>
        </p:nvSpPr>
        <p:spPr>
          <a:xfrm>
            <a:off x="952200" y="4038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651760" y="3581280"/>
            <a:ext cx="1253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本から始める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66760" y="3943440"/>
            <a:ext cx="16711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必要に応じて残り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843280" y="3926880"/>
            <a:ext cx="227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070800" y="3943440"/>
            <a:ext cx="835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本を⾜す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