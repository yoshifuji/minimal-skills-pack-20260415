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2261880"/>
            <a:ext cx="164124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AntiGravity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303640" y="2286000"/>
            <a:ext cx="30564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40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で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608560" y="2261880"/>
            <a:ext cx="699120" cy="40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skills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" name=""/>
          <p:cNvSpPr/>
          <p:nvPr/>
        </p:nvSpPr>
        <p:spPr>
          <a:xfrm>
            <a:off x="752400" y="2943000"/>
            <a:ext cx="1876680" cy="257400"/>
          </a:xfrm>
          <a:custGeom>
            <a:avLst/>
            <a:gdLst/>
            <a:ahLst/>
            <a:rect l="0" t="0" r="r" b="b"/>
            <a:pathLst>
              <a:path w="5213" h="715">
                <a:moveTo>
                  <a:pt x="0" y="557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054" y="0"/>
                </a:lnTo>
                <a:cubicBezTo>
                  <a:pt x="5065" y="0"/>
                  <a:pt x="5075" y="1"/>
                  <a:pt x="5085" y="3"/>
                </a:cubicBezTo>
                <a:cubicBezTo>
                  <a:pt x="5095" y="5"/>
                  <a:pt x="5105" y="8"/>
                  <a:pt x="5115" y="12"/>
                </a:cubicBezTo>
                <a:cubicBezTo>
                  <a:pt x="5125" y="16"/>
                  <a:pt x="5134" y="21"/>
                  <a:pt x="5142" y="27"/>
                </a:cubicBezTo>
                <a:cubicBezTo>
                  <a:pt x="5151" y="33"/>
                  <a:pt x="5159" y="40"/>
                  <a:pt x="5167" y="48"/>
                </a:cubicBezTo>
                <a:cubicBezTo>
                  <a:pt x="5174" y="55"/>
                  <a:pt x="5180" y="63"/>
                  <a:pt x="5186" y="72"/>
                </a:cubicBezTo>
                <a:cubicBezTo>
                  <a:pt x="5192" y="80"/>
                  <a:pt x="5197" y="89"/>
                  <a:pt x="5201" y="99"/>
                </a:cubicBezTo>
                <a:cubicBezTo>
                  <a:pt x="5205" y="109"/>
                  <a:pt x="5208" y="119"/>
                  <a:pt x="5210" y="129"/>
                </a:cubicBezTo>
                <a:cubicBezTo>
                  <a:pt x="5212" y="139"/>
                  <a:pt x="5213" y="149"/>
                  <a:pt x="5213" y="160"/>
                </a:cubicBezTo>
                <a:lnTo>
                  <a:pt x="5213" y="557"/>
                </a:lnTo>
                <a:cubicBezTo>
                  <a:pt x="5213" y="567"/>
                  <a:pt x="5212" y="577"/>
                  <a:pt x="5210" y="588"/>
                </a:cubicBezTo>
                <a:cubicBezTo>
                  <a:pt x="5208" y="598"/>
                  <a:pt x="5205" y="608"/>
                  <a:pt x="5201" y="617"/>
                </a:cubicBezTo>
                <a:cubicBezTo>
                  <a:pt x="5197" y="627"/>
                  <a:pt x="5192" y="636"/>
                  <a:pt x="5186" y="645"/>
                </a:cubicBezTo>
                <a:cubicBezTo>
                  <a:pt x="5180" y="654"/>
                  <a:pt x="5174" y="662"/>
                  <a:pt x="5167" y="669"/>
                </a:cubicBezTo>
                <a:cubicBezTo>
                  <a:pt x="5159" y="676"/>
                  <a:pt x="5151" y="683"/>
                  <a:pt x="5142" y="689"/>
                </a:cubicBezTo>
                <a:cubicBezTo>
                  <a:pt x="5134" y="695"/>
                  <a:pt x="5125" y="699"/>
                  <a:pt x="5115" y="703"/>
                </a:cubicBezTo>
                <a:cubicBezTo>
                  <a:pt x="5105" y="707"/>
                  <a:pt x="5095" y="710"/>
                  <a:pt x="5085" y="712"/>
                </a:cubicBezTo>
                <a:cubicBezTo>
                  <a:pt x="5075" y="714"/>
                  <a:pt x="5065" y="715"/>
                  <a:pt x="5054" y="715"/>
                </a:cubicBezTo>
                <a:lnTo>
                  <a:pt x="158" y="715"/>
                </a:lnTo>
                <a:cubicBezTo>
                  <a:pt x="148" y="715"/>
                  <a:pt x="138" y="714"/>
                  <a:pt x="127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5"/>
                  <a:pt x="70" y="689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3270240" y="2286000"/>
            <a:ext cx="1829520" cy="36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40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を使う⼿順書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814680" y="3004560"/>
            <a:ext cx="1751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minimal-skills-pack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633040" y="2918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685240" y="293364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47720" y="3214080"/>
            <a:ext cx="1060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754640" y="3228840"/>
            <a:ext cx="209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で使える形にするための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846240" y="32140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"/>
          <p:cNvSpPr/>
          <p:nvPr/>
        </p:nvSpPr>
        <p:spPr>
          <a:xfrm>
            <a:off x="933120" y="37526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898440" y="32288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⼿順書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128600" y="365760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対象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" name=""/>
          <p:cNvSpPr/>
          <p:nvPr/>
        </p:nvSpPr>
        <p:spPr>
          <a:xfrm>
            <a:off x="1599840" y="3657240"/>
            <a:ext cx="781560" cy="257760"/>
          </a:xfrm>
          <a:custGeom>
            <a:avLst/>
            <a:gdLst/>
            <a:ahLst/>
            <a:rect l="0" t="0" r="r" b="b"/>
            <a:pathLst>
              <a:path w="2171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2" y="139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9" y="2"/>
                  <a:pt x="149" y="0"/>
                  <a:pt x="159" y="0"/>
                </a:cubicBezTo>
                <a:lnTo>
                  <a:pt x="2012" y="0"/>
                </a:lnTo>
                <a:cubicBezTo>
                  <a:pt x="2023" y="0"/>
                  <a:pt x="2033" y="2"/>
                  <a:pt x="2043" y="4"/>
                </a:cubicBezTo>
                <a:cubicBezTo>
                  <a:pt x="2054" y="6"/>
                  <a:pt x="2063" y="9"/>
                  <a:pt x="2073" y="13"/>
                </a:cubicBezTo>
                <a:cubicBezTo>
                  <a:pt x="2083" y="17"/>
                  <a:pt x="2092" y="21"/>
                  <a:pt x="2101" y="27"/>
                </a:cubicBezTo>
                <a:cubicBezTo>
                  <a:pt x="2109" y="33"/>
                  <a:pt x="2117" y="40"/>
                  <a:pt x="2125" y="47"/>
                </a:cubicBezTo>
                <a:cubicBezTo>
                  <a:pt x="2132" y="54"/>
                  <a:pt x="2139" y="62"/>
                  <a:pt x="2144" y="71"/>
                </a:cubicBezTo>
                <a:cubicBezTo>
                  <a:pt x="2150" y="80"/>
                  <a:pt x="2155" y="89"/>
                  <a:pt x="2159" y="98"/>
                </a:cubicBezTo>
                <a:cubicBezTo>
                  <a:pt x="2163" y="108"/>
                  <a:pt x="2166" y="118"/>
                  <a:pt x="2168" y="128"/>
                </a:cubicBezTo>
                <a:cubicBezTo>
                  <a:pt x="2170" y="139"/>
                  <a:pt x="2171" y="149"/>
                  <a:pt x="2171" y="159"/>
                </a:cubicBezTo>
                <a:lnTo>
                  <a:pt x="2171" y="557"/>
                </a:lnTo>
                <a:cubicBezTo>
                  <a:pt x="2171" y="568"/>
                  <a:pt x="2170" y="578"/>
                  <a:pt x="2168" y="588"/>
                </a:cubicBezTo>
                <a:cubicBezTo>
                  <a:pt x="2166" y="598"/>
                  <a:pt x="2163" y="608"/>
                  <a:pt x="2159" y="618"/>
                </a:cubicBezTo>
                <a:cubicBezTo>
                  <a:pt x="2155" y="628"/>
                  <a:pt x="2150" y="637"/>
                  <a:pt x="2144" y="645"/>
                </a:cubicBezTo>
                <a:cubicBezTo>
                  <a:pt x="2139" y="654"/>
                  <a:pt x="2132" y="662"/>
                  <a:pt x="2125" y="669"/>
                </a:cubicBezTo>
                <a:cubicBezTo>
                  <a:pt x="2117" y="677"/>
                  <a:pt x="2109" y="683"/>
                  <a:pt x="2101" y="689"/>
                </a:cubicBezTo>
                <a:cubicBezTo>
                  <a:pt x="2092" y="695"/>
                  <a:pt x="2083" y="700"/>
                  <a:pt x="2073" y="704"/>
                </a:cubicBezTo>
                <a:cubicBezTo>
                  <a:pt x="2063" y="708"/>
                  <a:pt x="2054" y="711"/>
                  <a:pt x="2043" y="713"/>
                </a:cubicBezTo>
                <a:cubicBezTo>
                  <a:pt x="2033" y="715"/>
                  <a:pt x="2023" y="716"/>
                  <a:pt x="2012" y="716"/>
                </a:cubicBezTo>
                <a:lnTo>
                  <a:pt x="159" y="716"/>
                </a:lnTo>
                <a:cubicBezTo>
                  <a:pt x="149" y="716"/>
                  <a:pt x="139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7" y="628"/>
                  <a:pt x="13" y="618"/>
                </a:cubicBezTo>
                <a:cubicBezTo>
                  <a:pt x="9" y="608"/>
                  <a:pt x="6" y="598"/>
                  <a:pt x="4" y="588"/>
                </a:cubicBezTo>
                <a:cubicBezTo>
                  <a:pt x="2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509840" y="36424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670400" y="3718800"/>
            <a:ext cx="645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382480" y="36424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434680" y="36576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" name=""/>
          <p:cNvSpPr/>
          <p:nvPr/>
        </p:nvSpPr>
        <p:spPr>
          <a:xfrm>
            <a:off x="2676240" y="3657240"/>
            <a:ext cx="1153080" cy="257760"/>
          </a:xfrm>
          <a:custGeom>
            <a:avLst/>
            <a:gdLst/>
            <a:ahLst/>
            <a:rect l="0" t="0" r="r" b="b"/>
            <a:pathLst>
              <a:path w="3203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3044" y="0"/>
                </a:lnTo>
                <a:cubicBezTo>
                  <a:pt x="3054" y="0"/>
                  <a:pt x="3065" y="2"/>
                  <a:pt x="3075" y="4"/>
                </a:cubicBezTo>
                <a:cubicBezTo>
                  <a:pt x="3085" y="6"/>
                  <a:pt x="3095" y="9"/>
                  <a:pt x="3105" y="13"/>
                </a:cubicBezTo>
                <a:cubicBezTo>
                  <a:pt x="3114" y="17"/>
                  <a:pt x="3124" y="21"/>
                  <a:pt x="3132" y="27"/>
                </a:cubicBezTo>
                <a:cubicBezTo>
                  <a:pt x="3141" y="33"/>
                  <a:pt x="3149" y="40"/>
                  <a:pt x="3156" y="47"/>
                </a:cubicBezTo>
                <a:cubicBezTo>
                  <a:pt x="3164" y="54"/>
                  <a:pt x="3170" y="62"/>
                  <a:pt x="3176" y="71"/>
                </a:cubicBezTo>
                <a:cubicBezTo>
                  <a:pt x="3182" y="80"/>
                  <a:pt x="3187" y="89"/>
                  <a:pt x="3191" y="98"/>
                </a:cubicBezTo>
                <a:cubicBezTo>
                  <a:pt x="3195" y="108"/>
                  <a:pt x="3198" y="118"/>
                  <a:pt x="3200" y="128"/>
                </a:cubicBezTo>
                <a:cubicBezTo>
                  <a:pt x="3202" y="139"/>
                  <a:pt x="3203" y="149"/>
                  <a:pt x="3203" y="159"/>
                </a:cubicBezTo>
                <a:lnTo>
                  <a:pt x="3203" y="557"/>
                </a:lnTo>
                <a:cubicBezTo>
                  <a:pt x="3203" y="568"/>
                  <a:pt x="3202" y="578"/>
                  <a:pt x="3200" y="588"/>
                </a:cubicBezTo>
                <a:cubicBezTo>
                  <a:pt x="3198" y="598"/>
                  <a:pt x="3195" y="608"/>
                  <a:pt x="3191" y="618"/>
                </a:cubicBezTo>
                <a:cubicBezTo>
                  <a:pt x="3187" y="628"/>
                  <a:pt x="3182" y="637"/>
                  <a:pt x="3176" y="645"/>
                </a:cubicBezTo>
                <a:cubicBezTo>
                  <a:pt x="3170" y="654"/>
                  <a:pt x="3164" y="662"/>
                  <a:pt x="3156" y="669"/>
                </a:cubicBezTo>
                <a:cubicBezTo>
                  <a:pt x="3149" y="677"/>
                  <a:pt x="3141" y="683"/>
                  <a:pt x="3132" y="689"/>
                </a:cubicBezTo>
                <a:cubicBezTo>
                  <a:pt x="3124" y="695"/>
                  <a:pt x="3114" y="700"/>
                  <a:pt x="3105" y="704"/>
                </a:cubicBezTo>
                <a:cubicBezTo>
                  <a:pt x="3095" y="708"/>
                  <a:pt x="3085" y="711"/>
                  <a:pt x="3075" y="713"/>
                </a:cubicBezTo>
                <a:cubicBezTo>
                  <a:pt x="3065" y="715"/>
                  <a:pt x="3054" y="716"/>
                  <a:pt x="3044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625120" y="36424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2744640" y="3718800"/>
            <a:ext cx="1014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825360" y="36424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877560" y="36576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068000" y="3642480"/>
            <a:ext cx="1015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" name=""/>
          <p:cNvSpPr/>
          <p:nvPr/>
        </p:nvSpPr>
        <p:spPr>
          <a:xfrm>
            <a:off x="933120" y="40860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083200" y="365760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で利⽤したい⼈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128600" y="399096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前提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509840" y="3975840"/>
            <a:ext cx="1403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repository root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912760" y="399096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" name=""/>
          <p:cNvSpPr/>
          <p:nvPr/>
        </p:nvSpPr>
        <p:spPr>
          <a:xfrm>
            <a:off x="3152520" y="4000320"/>
            <a:ext cx="4010400" cy="257400"/>
          </a:xfrm>
          <a:custGeom>
            <a:avLst/>
            <a:gdLst/>
            <a:ahLst/>
            <a:rect l="0" t="0" r="r" b="b"/>
            <a:pathLst>
              <a:path w="11140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981" y="0"/>
                </a:lnTo>
                <a:cubicBezTo>
                  <a:pt x="10992" y="0"/>
                  <a:pt x="11002" y="1"/>
                  <a:pt x="11012" y="3"/>
                </a:cubicBezTo>
                <a:cubicBezTo>
                  <a:pt x="11023" y="5"/>
                  <a:pt x="11033" y="8"/>
                  <a:pt x="11042" y="12"/>
                </a:cubicBezTo>
                <a:cubicBezTo>
                  <a:pt x="11052" y="16"/>
                  <a:pt x="11061" y="21"/>
                  <a:pt x="11070" y="27"/>
                </a:cubicBezTo>
                <a:cubicBezTo>
                  <a:pt x="11078" y="33"/>
                  <a:pt x="11086" y="39"/>
                  <a:pt x="11094" y="46"/>
                </a:cubicBezTo>
                <a:cubicBezTo>
                  <a:pt x="11101" y="54"/>
                  <a:pt x="11108" y="62"/>
                  <a:pt x="11113" y="71"/>
                </a:cubicBezTo>
                <a:cubicBezTo>
                  <a:pt x="11119" y="79"/>
                  <a:pt x="11124" y="88"/>
                  <a:pt x="11128" y="98"/>
                </a:cubicBezTo>
                <a:cubicBezTo>
                  <a:pt x="11132" y="108"/>
                  <a:pt x="11135" y="118"/>
                  <a:pt x="11137" y="128"/>
                </a:cubicBezTo>
                <a:cubicBezTo>
                  <a:pt x="11139" y="138"/>
                  <a:pt x="11140" y="148"/>
                  <a:pt x="11140" y="159"/>
                </a:cubicBezTo>
                <a:lnTo>
                  <a:pt x="11140" y="556"/>
                </a:lnTo>
                <a:cubicBezTo>
                  <a:pt x="11140" y="566"/>
                  <a:pt x="11139" y="576"/>
                  <a:pt x="11137" y="587"/>
                </a:cubicBezTo>
                <a:cubicBezTo>
                  <a:pt x="11135" y="597"/>
                  <a:pt x="11132" y="607"/>
                  <a:pt x="11128" y="616"/>
                </a:cubicBezTo>
                <a:cubicBezTo>
                  <a:pt x="11124" y="626"/>
                  <a:pt x="11119" y="635"/>
                  <a:pt x="11113" y="644"/>
                </a:cubicBezTo>
                <a:cubicBezTo>
                  <a:pt x="11108" y="652"/>
                  <a:pt x="11101" y="661"/>
                  <a:pt x="11094" y="668"/>
                </a:cubicBezTo>
                <a:cubicBezTo>
                  <a:pt x="11086" y="676"/>
                  <a:pt x="11078" y="683"/>
                  <a:pt x="11070" y="689"/>
                </a:cubicBezTo>
                <a:cubicBezTo>
                  <a:pt x="11061" y="694"/>
                  <a:pt x="11052" y="699"/>
                  <a:pt x="11042" y="703"/>
                </a:cubicBezTo>
                <a:cubicBezTo>
                  <a:pt x="11033" y="707"/>
                  <a:pt x="11023" y="710"/>
                  <a:pt x="11012" y="712"/>
                </a:cubicBezTo>
                <a:cubicBezTo>
                  <a:pt x="11002" y="714"/>
                  <a:pt x="10992" y="715"/>
                  <a:pt x="10981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79" y="694"/>
                  <a:pt x="71" y="689"/>
                </a:cubicBezTo>
                <a:cubicBezTo>
                  <a:pt x="62" y="683"/>
                  <a:pt x="54" y="676"/>
                  <a:pt x="47" y="668"/>
                </a:cubicBezTo>
                <a:cubicBezTo>
                  <a:pt x="39" y="661"/>
                  <a:pt x="33" y="652"/>
                  <a:pt x="27" y="644"/>
                </a:cubicBezTo>
                <a:cubicBezTo>
                  <a:pt x="21" y="635"/>
                  <a:pt x="16" y="626"/>
                  <a:pt x="12" y="616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6"/>
                  <a:pt x="0" y="566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103200" y="39758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" name=""/>
          <p:cNvSpPr/>
          <p:nvPr/>
        </p:nvSpPr>
        <p:spPr>
          <a:xfrm>
            <a:off x="933120" y="44290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2"/>
                </a:moveTo>
                <a:cubicBezTo>
                  <a:pt x="187" y="105"/>
                  <a:pt x="184" y="116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6"/>
                  <a:pt x="141" y="173"/>
                  <a:pt x="129" y="178"/>
                </a:cubicBezTo>
                <a:cubicBezTo>
                  <a:pt x="118" y="182"/>
                  <a:pt x="106" y="186"/>
                  <a:pt x="94" y="186"/>
                </a:cubicBezTo>
                <a:cubicBezTo>
                  <a:pt x="81" y="186"/>
                  <a:pt x="69" y="182"/>
                  <a:pt x="58" y="178"/>
                </a:cubicBezTo>
                <a:cubicBezTo>
                  <a:pt x="46" y="173"/>
                  <a:pt x="36" y="166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5"/>
                  <a:pt x="175" y="45"/>
                  <a:pt x="180" y="57"/>
                </a:cubicBezTo>
                <a:cubicBezTo>
                  <a:pt x="184" y="68"/>
                  <a:pt x="187" y="80"/>
                  <a:pt x="187" y="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222360" y="4061880"/>
            <a:ext cx="3871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28600" y="43340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確認⽇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700280" y="4318920"/>
            <a:ext cx="10681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2026-04-18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47720" y="1104840"/>
            <a:ext cx="994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先に結論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47720" y="165168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710720" y="1666800"/>
            <a:ext cx="3810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の⼀次情報で確認できるカスタマイズ機構は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47720" y="1928160"/>
            <a:ext cx="533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Rules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262880" y="19429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453320" y="1928160"/>
            <a:ext cx="10746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Workflows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" name=""/>
          <p:cNvSpPr/>
          <p:nvPr/>
        </p:nvSpPr>
        <p:spPr>
          <a:xfrm>
            <a:off x="933120" y="24667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476440" y="194292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"/>
          <p:cNvSpPr/>
          <p:nvPr/>
        </p:nvSpPr>
        <p:spPr>
          <a:xfrm>
            <a:off x="1314360" y="27428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30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39" y="175"/>
                  <a:pt x="128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30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8"/>
                </a:cubicBezTo>
                <a:cubicBezTo>
                  <a:pt x="139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"/>
          <p:cNvSpPr/>
          <p:nvPr/>
        </p:nvSpPr>
        <p:spPr>
          <a:xfrm>
            <a:off x="1514160" y="2657160"/>
            <a:ext cx="1877040" cy="257760"/>
          </a:xfrm>
          <a:custGeom>
            <a:avLst/>
            <a:gdLst/>
            <a:ahLst/>
            <a:rect l="0" t="0" r="r" b="b"/>
            <a:pathLst>
              <a:path w="5214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55" y="0"/>
                </a:lnTo>
                <a:cubicBezTo>
                  <a:pt x="5065" y="0"/>
                  <a:pt x="5076" y="1"/>
                  <a:pt x="5086" y="3"/>
                </a:cubicBezTo>
                <a:cubicBezTo>
                  <a:pt x="5096" y="5"/>
                  <a:pt x="5106" y="8"/>
                  <a:pt x="5116" y="12"/>
                </a:cubicBezTo>
                <a:cubicBezTo>
                  <a:pt x="5125" y="16"/>
                  <a:pt x="5134" y="21"/>
                  <a:pt x="5143" y="27"/>
                </a:cubicBezTo>
                <a:cubicBezTo>
                  <a:pt x="5152" y="33"/>
                  <a:pt x="5160" y="39"/>
                  <a:pt x="5167" y="47"/>
                </a:cubicBezTo>
                <a:cubicBezTo>
                  <a:pt x="5175" y="54"/>
                  <a:pt x="5181" y="62"/>
                  <a:pt x="5187" y="71"/>
                </a:cubicBezTo>
                <a:cubicBezTo>
                  <a:pt x="5193" y="80"/>
                  <a:pt x="5198" y="89"/>
                  <a:pt x="5202" y="98"/>
                </a:cubicBezTo>
                <a:cubicBezTo>
                  <a:pt x="5206" y="108"/>
                  <a:pt x="5209" y="119"/>
                  <a:pt x="5211" y="129"/>
                </a:cubicBezTo>
                <a:cubicBezTo>
                  <a:pt x="5213" y="139"/>
                  <a:pt x="5214" y="150"/>
                  <a:pt x="5214" y="160"/>
                </a:cubicBezTo>
                <a:lnTo>
                  <a:pt x="5214" y="557"/>
                </a:lnTo>
                <a:cubicBezTo>
                  <a:pt x="5214" y="567"/>
                  <a:pt x="5213" y="578"/>
                  <a:pt x="5211" y="588"/>
                </a:cubicBezTo>
                <a:cubicBezTo>
                  <a:pt x="5209" y="598"/>
                  <a:pt x="5206" y="608"/>
                  <a:pt x="5202" y="618"/>
                </a:cubicBezTo>
                <a:cubicBezTo>
                  <a:pt x="5198" y="627"/>
                  <a:pt x="5193" y="637"/>
                  <a:pt x="5187" y="645"/>
                </a:cubicBezTo>
                <a:cubicBezTo>
                  <a:pt x="5181" y="654"/>
                  <a:pt x="5175" y="662"/>
                  <a:pt x="5167" y="669"/>
                </a:cubicBezTo>
                <a:cubicBezTo>
                  <a:pt x="5160" y="677"/>
                  <a:pt x="5152" y="683"/>
                  <a:pt x="5143" y="689"/>
                </a:cubicBezTo>
                <a:cubicBezTo>
                  <a:pt x="5134" y="695"/>
                  <a:pt x="5125" y="700"/>
                  <a:pt x="5116" y="704"/>
                </a:cubicBezTo>
                <a:cubicBezTo>
                  <a:pt x="5106" y="708"/>
                  <a:pt x="5096" y="711"/>
                  <a:pt x="5086" y="713"/>
                </a:cubicBezTo>
                <a:cubicBezTo>
                  <a:pt x="5076" y="715"/>
                  <a:pt x="5065" y="716"/>
                  <a:pt x="5055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128600" y="2356560"/>
            <a:ext cx="916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Global rule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" name=""/>
          <p:cNvSpPr/>
          <p:nvPr/>
        </p:nvSpPr>
        <p:spPr>
          <a:xfrm>
            <a:off x="933120" y="30859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576800" y="2718720"/>
            <a:ext cx="1751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~/.gemini/GEMINI.md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" name=""/>
          <p:cNvSpPr/>
          <p:nvPr/>
        </p:nvSpPr>
        <p:spPr>
          <a:xfrm>
            <a:off x="1314360" y="33620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20"/>
                  <a:pt x="46" y="13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8"/>
                </a:cubicBezTo>
                <a:cubicBezTo>
                  <a:pt x="139" y="13"/>
                  <a:pt x="150" y="20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" name=""/>
          <p:cNvSpPr/>
          <p:nvPr/>
        </p:nvSpPr>
        <p:spPr>
          <a:xfrm>
            <a:off x="1514160" y="3267000"/>
            <a:ext cx="5848920" cy="257400"/>
          </a:xfrm>
          <a:custGeom>
            <a:avLst/>
            <a:gdLst/>
            <a:ahLst/>
            <a:rect l="0" t="0" r="r" b="b"/>
            <a:pathLst>
              <a:path w="16247" h="715">
                <a:moveTo>
                  <a:pt x="0" y="555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6088" y="0"/>
                </a:lnTo>
                <a:cubicBezTo>
                  <a:pt x="16098" y="0"/>
                  <a:pt x="16109" y="1"/>
                  <a:pt x="16119" y="3"/>
                </a:cubicBezTo>
                <a:cubicBezTo>
                  <a:pt x="16129" y="5"/>
                  <a:pt x="16139" y="8"/>
                  <a:pt x="16149" y="12"/>
                </a:cubicBezTo>
                <a:cubicBezTo>
                  <a:pt x="16158" y="16"/>
                  <a:pt x="16168" y="21"/>
                  <a:pt x="16176" y="26"/>
                </a:cubicBezTo>
                <a:cubicBezTo>
                  <a:pt x="16185" y="32"/>
                  <a:pt x="16193" y="39"/>
                  <a:pt x="16200" y="46"/>
                </a:cubicBezTo>
                <a:cubicBezTo>
                  <a:pt x="16208" y="54"/>
                  <a:pt x="16214" y="62"/>
                  <a:pt x="16220" y="70"/>
                </a:cubicBezTo>
                <a:cubicBezTo>
                  <a:pt x="16226" y="79"/>
                  <a:pt x="16231" y="88"/>
                  <a:pt x="16235" y="98"/>
                </a:cubicBezTo>
                <a:cubicBezTo>
                  <a:pt x="16239" y="107"/>
                  <a:pt x="16242" y="117"/>
                  <a:pt x="16244" y="127"/>
                </a:cubicBezTo>
                <a:cubicBezTo>
                  <a:pt x="16246" y="138"/>
                  <a:pt x="16247" y="148"/>
                  <a:pt x="16247" y="158"/>
                </a:cubicBezTo>
                <a:lnTo>
                  <a:pt x="16247" y="555"/>
                </a:lnTo>
                <a:cubicBezTo>
                  <a:pt x="16247" y="567"/>
                  <a:pt x="16246" y="577"/>
                  <a:pt x="16244" y="587"/>
                </a:cubicBezTo>
                <a:cubicBezTo>
                  <a:pt x="16242" y="598"/>
                  <a:pt x="16239" y="607"/>
                  <a:pt x="16235" y="617"/>
                </a:cubicBezTo>
                <a:cubicBezTo>
                  <a:pt x="16231" y="627"/>
                  <a:pt x="16226" y="636"/>
                  <a:pt x="16220" y="645"/>
                </a:cubicBezTo>
                <a:cubicBezTo>
                  <a:pt x="16214" y="653"/>
                  <a:pt x="16208" y="661"/>
                  <a:pt x="16200" y="669"/>
                </a:cubicBezTo>
                <a:cubicBezTo>
                  <a:pt x="16193" y="676"/>
                  <a:pt x="16185" y="683"/>
                  <a:pt x="16176" y="688"/>
                </a:cubicBezTo>
                <a:cubicBezTo>
                  <a:pt x="16168" y="694"/>
                  <a:pt x="16158" y="699"/>
                  <a:pt x="16149" y="703"/>
                </a:cubicBezTo>
                <a:cubicBezTo>
                  <a:pt x="16139" y="707"/>
                  <a:pt x="16129" y="710"/>
                  <a:pt x="16119" y="712"/>
                </a:cubicBezTo>
                <a:cubicBezTo>
                  <a:pt x="16109" y="714"/>
                  <a:pt x="16098" y="715"/>
                  <a:pt x="16088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8"/>
                  <a:pt x="3" y="587"/>
                </a:cubicBezTo>
                <a:cubicBezTo>
                  <a:pt x="1" y="577"/>
                  <a:pt x="0" y="567"/>
                  <a:pt x="0" y="55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128600" y="2975760"/>
            <a:ext cx="1361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Global workflow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" name=""/>
          <p:cNvSpPr/>
          <p:nvPr/>
        </p:nvSpPr>
        <p:spPr>
          <a:xfrm>
            <a:off x="933120" y="369540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20"/>
                  <a:pt x="46" y="13"/>
                  <a:pt x="58" y="8"/>
                </a:cubicBezTo>
                <a:cubicBezTo>
                  <a:pt x="69" y="4"/>
                  <a:pt x="81" y="0"/>
                  <a:pt x="94" y="0"/>
                </a:cubicBezTo>
                <a:cubicBezTo>
                  <a:pt x="106" y="0"/>
                  <a:pt x="118" y="4"/>
                  <a:pt x="129" y="8"/>
                </a:cubicBezTo>
                <a:cubicBezTo>
                  <a:pt x="141" y="13"/>
                  <a:pt x="151" y="20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576800" y="3328560"/>
            <a:ext cx="5715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~/.gemini/antigravity/global_workflows/&lt;YOUR_WORKFLOW_NAME&gt;.md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" name=""/>
          <p:cNvSpPr/>
          <p:nvPr/>
        </p:nvSpPr>
        <p:spPr>
          <a:xfrm>
            <a:off x="1314360" y="39718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6" y="174"/>
                  <a:pt x="36" y="167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" name=""/>
          <p:cNvSpPr/>
          <p:nvPr/>
        </p:nvSpPr>
        <p:spPr>
          <a:xfrm>
            <a:off x="1514160" y="3885840"/>
            <a:ext cx="2800800" cy="257760"/>
          </a:xfrm>
          <a:custGeom>
            <a:avLst/>
            <a:gdLst/>
            <a:ahLst/>
            <a:rect l="0" t="0" r="r" b="b"/>
            <a:pathLst>
              <a:path w="7780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7621" y="0"/>
                </a:lnTo>
                <a:cubicBezTo>
                  <a:pt x="7632" y="0"/>
                  <a:pt x="7642" y="2"/>
                  <a:pt x="7652" y="4"/>
                </a:cubicBezTo>
                <a:cubicBezTo>
                  <a:pt x="7663" y="6"/>
                  <a:pt x="7672" y="9"/>
                  <a:pt x="7682" y="13"/>
                </a:cubicBezTo>
                <a:cubicBezTo>
                  <a:pt x="7692" y="17"/>
                  <a:pt x="7701" y="21"/>
                  <a:pt x="7710" y="27"/>
                </a:cubicBezTo>
                <a:cubicBezTo>
                  <a:pt x="7718" y="33"/>
                  <a:pt x="7726" y="40"/>
                  <a:pt x="7734" y="47"/>
                </a:cubicBezTo>
                <a:cubicBezTo>
                  <a:pt x="7741" y="54"/>
                  <a:pt x="7748" y="62"/>
                  <a:pt x="7753" y="71"/>
                </a:cubicBezTo>
                <a:cubicBezTo>
                  <a:pt x="7759" y="80"/>
                  <a:pt x="7764" y="89"/>
                  <a:pt x="7768" y="98"/>
                </a:cubicBezTo>
                <a:cubicBezTo>
                  <a:pt x="7772" y="108"/>
                  <a:pt x="7775" y="118"/>
                  <a:pt x="7777" y="128"/>
                </a:cubicBezTo>
                <a:cubicBezTo>
                  <a:pt x="7779" y="139"/>
                  <a:pt x="7780" y="149"/>
                  <a:pt x="7780" y="159"/>
                </a:cubicBezTo>
                <a:lnTo>
                  <a:pt x="7780" y="557"/>
                </a:lnTo>
                <a:cubicBezTo>
                  <a:pt x="7780" y="568"/>
                  <a:pt x="7779" y="578"/>
                  <a:pt x="7777" y="588"/>
                </a:cubicBezTo>
                <a:cubicBezTo>
                  <a:pt x="7775" y="598"/>
                  <a:pt x="7772" y="608"/>
                  <a:pt x="7768" y="618"/>
                </a:cubicBezTo>
                <a:cubicBezTo>
                  <a:pt x="7764" y="628"/>
                  <a:pt x="7759" y="637"/>
                  <a:pt x="7753" y="645"/>
                </a:cubicBezTo>
                <a:cubicBezTo>
                  <a:pt x="7748" y="654"/>
                  <a:pt x="7741" y="662"/>
                  <a:pt x="7734" y="669"/>
                </a:cubicBezTo>
                <a:cubicBezTo>
                  <a:pt x="7726" y="677"/>
                  <a:pt x="7718" y="683"/>
                  <a:pt x="7710" y="689"/>
                </a:cubicBezTo>
                <a:cubicBezTo>
                  <a:pt x="7701" y="695"/>
                  <a:pt x="7692" y="700"/>
                  <a:pt x="7682" y="704"/>
                </a:cubicBezTo>
                <a:cubicBezTo>
                  <a:pt x="7672" y="708"/>
                  <a:pt x="7663" y="711"/>
                  <a:pt x="7652" y="713"/>
                </a:cubicBezTo>
                <a:cubicBezTo>
                  <a:pt x="7642" y="715"/>
                  <a:pt x="7632" y="716"/>
                  <a:pt x="7621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128600" y="3585240"/>
            <a:ext cx="1381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Workspace rules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" name=""/>
          <p:cNvSpPr/>
          <p:nvPr/>
        </p:nvSpPr>
        <p:spPr>
          <a:xfrm>
            <a:off x="933120" y="43146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576800" y="3947400"/>
            <a:ext cx="2673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your-workspace/.agents/rules/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" name=""/>
          <p:cNvSpPr/>
          <p:nvPr/>
        </p:nvSpPr>
        <p:spPr>
          <a:xfrm>
            <a:off x="1314360" y="45907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39" y="175"/>
                  <a:pt x="128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" name=""/>
          <p:cNvSpPr/>
          <p:nvPr/>
        </p:nvSpPr>
        <p:spPr>
          <a:xfrm>
            <a:off x="1514160" y="4495680"/>
            <a:ext cx="3172320" cy="257400"/>
          </a:xfrm>
          <a:custGeom>
            <a:avLst/>
            <a:gdLst/>
            <a:ahLst/>
            <a:rect l="0" t="0" r="r" b="b"/>
            <a:pathLst>
              <a:path w="8812" h="715">
                <a:moveTo>
                  <a:pt x="0" y="556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4" y="40"/>
                  <a:pt x="62" y="33"/>
                  <a:pt x="71" y="28"/>
                </a:cubicBezTo>
                <a:cubicBezTo>
                  <a:pt x="80" y="22"/>
                  <a:pt x="89" y="17"/>
                  <a:pt x="98" y="13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653" y="0"/>
                </a:lnTo>
                <a:cubicBezTo>
                  <a:pt x="8664" y="0"/>
                  <a:pt x="8674" y="1"/>
                  <a:pt x="8684" y="3"/>
                </a:cubicBezTo>
                <a:cubicBezTo>
                  <a:pt x="8694" y="5"/>
                  <a:pt x="8704" y="9"/>
                  <a:pt x="8714" y="13"/>
                </a:cubicBezTo>
                <a:cubicBezTo>
                  <a:pt x="8724" y="17"/>
                  <a:pt x="8733" y="22"/>
                  <a:pt x="8741" y="28"/>
                </a:cubicBezTo>
                <a:cubicBezTo>
                  <a:pt x="8750" y="33"/>
                  <a:pt x="8758" y="40"/>
                  <a:pt x="8766" y="47"/>
                </a:cubicBezTo>
                <a:cubicBezTo>
                  <a:pt x="8773" y="55"/>
                  <a:pt x="8779" y="63"/>
                  <a:pt x="8785" y="71"/>
                </a:cubicBezTo>
                <a:cubicBezTo>
                  <a:pt x="8791" y="80"/>
                  <a:pt x="8796" y="89"/>
                  <a:pt x="8800" y="99"/>
                </a:cubicBezTo>
                <a:cubicBezTo>
                  <a:pt x="8804" y="108"/>
                  <a:pt x="8807" y="118"/>
                  <a:pt x="8809" y="129"/>
                </a:cubicBezTo>
                <a:cubicBezTo>
                  <a:pt x="8811" y="139"/>
                  <a:pt x="8812" y="149"/>
                  <a:pt x="8812" y="160"/>
                </a:cubicBezTo>
                <a:lnTo>
                  <a:pt x="8812" y="556"/>
                </a:lnTo>
                <a:cubicBezTo>
                  <a:pt x="8812" y="567"/>
                  <a:pt x="8811" y="577"/>
                  <a:pt x="8809" y="587"/>
                </a:cubicBezTo>
                <a:cubicBezTo>
                  <a:pt x="8807" y="598"/>
                  <a:pt x="8804" y="608"/>
                  <a:pt x="8800" y="617"/>
                </a:cubicBezTo>
                <a:cubicBezTo>
                  <a:pt x="8796" y="627"/>
                  <a:pt x="8791" y="636"/>
                  <a:pt x="8785" y="645"/>
                </a:cubicBezTo>
                <a:cubicBezTo>
                  <a:pt x="8779" y="653"/>
                  <a:pt x="8773" y="661"/>
                  <a:pt x="8766" y="669"/>
                </a:cubicBezTo>
                <a:cubicBezTo>
                  <a:pt x="8758" y="676"/>
                  <a:pt x="8750" y="683"/>
                  <a:pt x="8741" y="688"/>
                </a:cubicBezTo>
                <a:cubicBezTo>
                  <a:pt x="8733" y="694"/>
                  <a:pt x="8724" y="699"/>
                  <a:pt x="8714" y="703"/>
                </a:cubicBezTo>
                <a:cubicBezTo>
                  <a:pt x="8704" y="707"/>
                  <a:pt x="8694" y="710"/>
                  <a:pt x="8684" y="712"/>
                </a:cubicBezTo>
                <a:cubicBezTo>
                  <a:pt x="8674" y="714"/>
                  <a:pt x="8664" y="715"/>
                  <a:pt x="8653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128600" y="4204440"/>
            <a:ext cx="18270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Workspace workflows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576800" y="4557240"/>
            <a:ext cx="3042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your-workspace/.agents/workflows/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47720" y="4919040"/>
            <a:ext cx="1924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Claude Code / Codex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622240" y="493380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のような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" name=""/>
          <p:cNvSpPr/>
          <p:nvPr/>
        </p:nvSpPr>
        <p:spPr>
          <a:xfrm>
            <a:off x="3438360" y="4943160"/>
            <a:ext cx="867240" cy="257760"/>
          </a:xfrm>
          <a:custGeom>
            <a:avLst/>
            <a:gdLst/>
            <a:ahLst/>
            <a:rect l="0" t="0" r="r" b="b"/>
            <a:pathLst>
              <a:path w="2409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250" y="0"/>
                </a:lnTo>
                <a:cubicBezTo>
                  <a:pt x="2260" y="0"/>
                  <a:pt x="2271" y="1"/>
                  <a:pt x="2281" y="3"/>
                </a:cubicBezTo>
                <a:cubicBezTo>
                  <a:pt x="2291" y="5"/>
                  <a:pt x="2301" y="8"/>
                  <a:pt x="2311" y="12"/>
                </a:cubicBezTo>
                <a:cubicBezTo>
                  <a:pt x="2320" y="16"/>
                  <a:pt x="2329" y="21"/>
                  <a:pt x="2338" y="27"/>
                </a:cubicBezTo>
                <a:cubicBezTo>
                  <a:pt x="2347" y="33"/>
                  <a:pt x="2355" y="39"/>
                  <a:pt x="2362" y="47"/>
                </a:cubicBezTo>
                <a:cubicBezTo>
                  <a:pt x="2370" y="54"/>
                  <a:pt x="2376" y="62"/>
                  <a:pt x="2382" y="71"/>
                </a:cubicBezTo>
                <a:cubicBezTo>
                  <a:pt x="2388" y="80"/>
                  <a:pt x="2393" y="89"/>
                  <a:pt x="2397" y="98"/>
                </a:cubicBezTo>
                <a:cubicBezTo>
                  <a:pt x="2401" y="108"/>
                  <a:pt x="2404" y="118"/>
                  <a:pt x="2406" y="128"/>
                </a:cubicBezTo>
                <a:cubicBezTo>
                  <a:pt x="2408" y="138"/>
                  <a:pt x="2409" y="149"/>
                  <a:pt x="2409" y="159"/>
                </a:cubicBezTo>
                <a:lnTo>
                  <a:pt x="2409" y="557"/>
                </a:lnTo>
                <a:cubicBezTo>
                  <a:pt x="2409" y="567"/>
                  <a:pt x="2408" y="578"/>
                  <a:pt x="2406" y="588"/>
                </a:cubicBezTo>
                <a:cubicBezTo>
                  <a:pt x="2404" y="598"/>
                  <a:pt x="2401" y="608"/>
                  <a:pt x="2397" y="618"/>
                </a:cubicBezTo>
                <a:cubicBezTo>
                  <a:pt x="2393" y="627"/>
                  <a:pt x="2388" y="637"/>
                  <a:pt x="2382" y="645"/>
                </a:cubicBezTo>
                <a:cubicBezTo>
                  <a:pt x="2376" y="654"/>
                  <a:pt x="2370" y="662"/>
                  <a:pt x="2362" y="669"/>
                </a:cubicBezTo>
                <a:cubicBezTo>
                  <a:pt x="2355" y="677"/>
                  <a:pt x="2347" y="683"/>
                  <a:pt x="2338" y="689"/>
                </a:cubicBezTo>
                <a:cubicBezTo>
                  <a:pt x="2329" y="695"/>
                  <a:pt x="2320" y="700"/>
                  <a:pt x="2311" y="704"/>
                </a:cubicBezTo>
                <a:cubicBezTo>
                  <a:pt x="2301" y="708"/>
                  <a:pt x="2291" y="711"/>
                  <a:pt x="2281" y="713"/>
                </a:cubicBezTo>
                <a:cubicBezTo>
                  <a:pt x="2271" y="715"/>
                  <a:pt x="2260" y="716"/>
                  <a:pt x="2250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8" y="700"/>
                  <a:pt x="79" y="695"/>
                  <a:pt x="71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384360" y="4919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503520" y="500472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308120" y="4919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360320" y="4933800"/>
            <a:ext cx="47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専⽤配置先は、確認した⼀次情報では⾒当たりません。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47720" y="522936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そのため、この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081160" y="5214240"/>
            <a:ext cx="956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036600" y="522936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47720" y="5490360"/>
            <a:ext cx="406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skill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131480" y="55054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321920" y="5490360"/>
            <a:ext cx="951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227680" y="550548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に変換して使う⽅法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936600" y="54903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988800" y="550548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を採ります。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6" name=""/>
          <p:cNvSpPr/>
          <p:nvPr/>
        </p:nvSpPr>
        <p:spPr>
          <a:xfrm>
            <a:off x="933120" y="17809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47720" y="1123920"/>
            <a:ext cx="49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前提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128600" y="1670760"/>
            <a:ext cx="366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skill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9" name=""/>
          <p:cNvSpPr/>
          <p:nvPr/>
        </p:nvSpPr>
        <p:spPr>
          <a:xfrm>
            <a:off x="1314360" y="20570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30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39" y="175"/>
                  <a:pt x="128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30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8"/>
                </a:cubicBezTo>
                <a:cubicBezTo>
                  <a:pt x="139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0" name=""/>
          <p:cNvSpPr/>
          <p:nvPr/>
        </p:nvSpPr>
        <p:spPr>
          <a:xfrm>
            <a:off x="1514160" y="1971360"/>
            <a:ext cx="4648680" cy="257760"/>
          </a:xfrm>
          <a:custGeom>
            <a:avLst/>
            <a:gdLst/>
            <a:ahLst/>
            <a:rect l="0" t="0" r="r" b="b"/>
            <a:pathLst>
              <a:path w="12913" h="716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2754" y="0"/>
                </a:lnTo>
                <a:cubicBezTo>
                  <a:pt x="12765" y="0"/>
                  <a:pt x="12775" y="1"/>
                  <a:pt x="12785" y="3"/>
                </a:cubicBezTo>
                <a:cubicBezTo>
                  <a:pt x="12795" y="5"/>
                  <a:pt x="12805" y="8"/>
                  <a:pt x="12815" y="12"/>
                </a:cubicBezTo>
                <a:cubicBezTo>
                  <a:pt x="12825" y="16"/>
                  <a:pt x="12834" y="21"/>
                  <a:pt x="12842" y="27"/>
                </a:cubicBezTo>
                <a:cubicBezTo>
                  <a:pt x="12851" y="33"/>
                  <a:pt x="12859" y="40"/>
                  <a:pt x="12867" y="47"/>
                </a:cubicBezTo>
                <a:cubicBezTo>
                  <a:pt x="12874" y="54"/>
                  <a:pt x="12880" y="62"/>
                  <a:pt x="12886" y="71"/>
                </a:cubicBezTo>
                <a:cubicBezTo>
                  <a:pt x="12892" y="80"/>
                  <a:pt x="12897" y="89"/>
                  <a:pt x="12901" y="98"/>
                </a:cubicBezTo>
                <a:cubicBezTo>
                  <a:pt x="12905" y="108"/>
                  <a:pt x="12908" y="118"/>
                  <a:pt x="12910" y="128"/>
                </a:cubicBezTo>
                <a:cubicBezTo>
                  <a:pt x="12912" y="138"/>
                  <a:pt x="12913" y="149"/>
                  <a:pt x="12913" y="159"/>
                </a:cubicBezTo>
                <a:lnTo>
                  <a:pt x="12913" y="556"/>
                </a:lnTo>
                <a:cubicBezTo>
                  <a:pt x="12913" y="566"/>
                  <a:pt x="12912" y="577"/>
                  <a:pt x="12910" y="587"/>
                </a:cubicBezTo>
                <a:cubicBezTo>
                  <a:pt x="12908" y="598"/>
                  <a:pt x="12905" y="608"/>
                  <a:pt x="12901" y="618"/>
                </a:cubicBezTo>
                <a:cubicBezTo>
                  <a:pt x="12897" y="627"/>
                  <a:pt x="12892" y="637"/>
                  <a:pt x="12886" y="645"/>
                </a:cubicBezTo>
                <a:cubicBezTo>
                  <a:pt x="12880" y="654"/>
                  <a:pt x="12874" y="662"/>
                  <a:pt x="12867" y="669"/>
                </a:cubicBezTo>
                <a:cubicBezTo>
                  <a:pt x="12859" y="677"/>
                  <a:pt x="12851" y="683"/>
                  <a:pt x="12842" y="689"/>
                </a:cubicBezTo>
                <a:cubicBezTo>
                  <a:pt x="12834" y="695"/>
                  <a:pt x="12825" y="700"/>
                  <a:pt x="12815" y="704"/>
                </a:cubicBezTo>
                <a:cubicBezTo>
                  <a:pt x="12805" y="708"/>
                  <a:pt x="12795" y="711"/>
                  <a:pt x="12785" y="713"/>
                </a:cubicBezTo>
                <a:cubicBezTo>
                  <a:pt x="12775" y="715"/>
                  <a:pt x="12765" y="716"/>
                  <a:pt x="12754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6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494720" y="168588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2" name=""/>
          <p:cNvSpPr/>
          <p:nvPr/>
        </p:nvSpPr>
        <p:spPr>
          <a:xfrm>
            <a:off x="933120" y="24001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576800" y="2032920"/>
            <a:ext cx="4516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C:\Users\username\work\minimal-skills-pack\skills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4" name=""/>
          <p:cNvSpPr/>
          <p:nvPr/>
        </p:nvSpPr>
        <p:spPr>
          <a:xfrm>
            <a:off x="1314360" y="26762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5" name=""/>
          <p:cNvSpPr/>
          <p:nvPr/>
        </p:nvSpPr>
        <p:spPr>
          <a:xfrm>
            <a:off x="1514160" y="2581200"/>
            <a:ext cx="5010480" cy="257400"/>
          </a:xfrm>
          <a:custGeom>
            <a:avLst/>
            <a:gdLst/>
            <a:ahLst/>
            <a:rect l="0" t="0" r="r" b="b"/>
            <a:pathLst>
              <a:path w="13918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3760" y="0"/>
                </a:lnTo>
                <a:cubicBezTo>
                  <a:pt x="13770" y="0"/>
                  <a:pt x="13780" y="1"/>
                  <a:pt x="13791" y="3"/>
                </a:cubicBezTo>
                <a:cubicBezTo>
                  <a:pt x="13801" y="5"/>
                  <a:pt x="13811" y="8"/>
                  <a:pt x="13820" y="12"/>
                </a:cubicBezTo>
                <a:cubicBezTo>
                  <a:pt x="13830" y="16"/>
                  <a:pt x="13839" y="21"/>
                  <a:pt x="13848" y="26"/>
                </a:cubicBezTo>
                <a:cubicBezTo>
                  <a:pt x="13857" y="32"/>
                  <a:pt x="13865" y="39"/>
                  <a:pt x="13872" y="46"/>
                </a:cubicBezTo>
                <a:cubicBezTo>
                  <a:pt x="13879" y="54"/>
                  <a:pt x="13886" y="62"/>
                  <a:pt x="13892" y="70"/>
                </a:cubicBezTo>
                <a:cubicBezTo>
                  <a:pt x="13897" y="79"/>
                  <a:pt x="13902" y="88"/>
                  <a:pt x="13906" y="98"/>
                </a:cubicBezTo>
                <a:cubicBezTo>
                  <a:pt x="13910" y="107"/>
                  <a:pt x="13913" y="117"/>
                  <a:pt x="13915" y="127"/>
                </a:cubicBezTo>
                <a:cubicBezTo>
                  <a:pt x="13917" y="138"/>
                  <a:pt x="13918" y="148"/>
                  <a:pt x="13918" y="158"/>
                </a:cubicBezTo>
                <a:lnTo>
                  <a:pt x="13918" y="556"/>
                </a:lnTo>
                <a:cubicBezTo>
                  <a:pt x="13918" y="567"/>
                  <a:pt x="13917" y="577"/>
                  <a:pt x="13915" y="587"/>
                </a:cubicBezTo>
                <a:cubicBezTo>
                  <a:pt x="13913" y="598"/>
                  <a:pt x="13910" y="607"/>
                  <a:pt x="13906" y="617"/>
                </a:cubicBezTo>
                <a:cubicBezTo>
                  <a:pt x="13902" y="627"/>
                  <a:pt x="13897" y="636"/>
                  <a:pt x="13892" y="645"/>
                </a:cubicBezTo>
                <a:cubicBezTo>
                  <a:pt x="13886" y="653"/>
                  <a:pt x="13879" y="661"/>
                  <a:pt x="13872" y="669"/>
                </a:cubicBezTo>
                <a:cubicBezTo>
                  <a:pt x="13865" y="676"/>
                  <a:pt x="13857" y="683"/>
                  <a:pt x="13848" y="688"/>
                </a:cubicBezTo>
                <a:cubicBezTo>
                  <a:pt x="13839" y="694"/>
                  <a:pt x="13830" y="699"/>
                  <a:pt x="13820" y="703"/>
                </a:cubicBezTo>
                <a:cubicBezTo>
                  <a:pt x="13811" y="707"/>
                  <a:pt x="13801" y="710"/>
                  <a:pt x="13791" y="712"/>
                </a:cubicBezTo>
                <a:cubicBezTo>
                  <a:pt x="13780" y="714"/>
                  <a:pt x="13770" y="715"/>
                  <a:pt x="13760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128600" y="230508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参照資料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7" name=""/>
          <p:cNvSpPr/>
          <p:nvPr/>
        </p:nvSpPr>
        <p:spPr>
          <a:xfrm>
            <a:off x="933120" y="300960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576800" y="2642760"/>
            <a:ext cx="4885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128600" y="289944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0" name=""/>
          <p:cNvSpPr/>
          <p:nvPr/>
        </p:nvSpPr>
        <p:spPr>
          <a:xfrm>
            <a:off x="1314360" y="3286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1" name=""/>
          <p:cNvSpPr/>
          <p:nvPr/>
        </p:nvSpPr>
        <p:spPr>
          <a:xfrm>
            <a:off x="1514160" y="3200040"/>
            <a:ext cx="1877040" cy="257760"/>
          </a:xfrm>
          <a:custGeom>
            <a:avLst/>
            <a:gdLst/>
            <a:ahLst/>
            <a:rect l="0" t="0" r="r" b="b"/>
            <a:pathLst>
              <a:path w="5214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4" y="41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5055" y="0"/>
                </a:lnTo>
                <a:cubicBezTo>
                  <a:pt x="5065" y="0"/>
                  <a:pt x="5076" y="2"/>
                  <a:pt x="5086" y="4"/>
                </a:cubicBezTo>
                <a:cubicBezTo>
                  <a:pt x="5096" y="6"/>
                  <a:pt x="5106" y="9"/>
                  <a:pt x="5116" y="13"/>
                </a:cubicBezTo>
                <a:cubicBezTo>
                  <a:pt x="5125" y="17"/>
                  <a:pt x="5134" y="21"/>
                  <a:pt x="5143" y="27"/>
                </a:cubicBezTo>
                <a:cubicBezTo>
                  <a:pt x="5152" y="33"/>
                  <a:pt x="5160" y="41"/>
                  <a:pt x="5167" y="48"/>
                </a:cubicBezTo>
                <a:cubicBezTo>
                  <a:pt x="5175" y="55"/>
                  <a:pt x="5181" y="63"/>
                  <a:pt x="5187" y="72"/>
                </a:cubicBezTo>
                <a:cubicBezTo>
                  <a:pt x="5193" y="81"/>
                  <a:pt x="5198" y="90"/>
                  <a:pt x="5202" y="99"/>
                </a:cubicBezTo>
                <a:cubicBezTo>
                  <a:pt x="5206" y="109"/>
                  <a:pt x="5209" y="119"/>
                  <a:pt x="5211" y="129"/>
                </a:cubicBezTo>
                <a:cubicBezTo>
                  <a:pt x="5213" y="140"/>
                  <a:pt x="5214" y="150"/>
                  <a:pt x="5214" y="160"/>
                </a:cubicBezTo>
                <a:lnTo>
                  <a:pt x="5214" y="557"/>
                </a:lnTo>
                <a:cubicBezTo>
                  <a:pt x="5214" y="568"/>
                  <a:pt x="5213" y="578"/>
                  <a:pt x="5211" y="588"/>
                </a:cubicBezTo>
                <a:cubicBezTo>
                  <a:pt x="5209" y="598"/>
                  <a:pt x="5206" y="608"/>
                  <a:pt x="5202" y="618"/>
                </a:cubicBezTo>
                <a:cubicBezTo>
                  <a:pt x="5198" y="628"/>
                  <a:pt x="5193" y="637"/>
                  <a:pt x="5187" y="645"/>
                </a:cubicBezTo>
                <a:cubicBezTo>
                  <a:pt x="5181" y="654"/>
                  <a:pt x="5175" y="662"/>
                  <a:pt x="5167" y="669"/>
                </a:cubicBezTo>
                <a:cubicBezTo>
                  <a:pt x="5160" y="677"/>
                  <a:pt x="5152" y="683"/>
                  <a:pt x="5143" y="689"/>
                </a:cubicBezTo>
                <a:cubicBezTo>
                  <a:pt x="5134" y="695"/>
                  <a:pt x="5125" y="700"/>
                  <a:pt x="5116" y="704"/>
                </a:cubicBezTo>
                <a:cubicBezTo>
                  <a:pt x="5106" y="708"/>
                  <a:pt x="5096" y="711"/>
                  <a:pt x="5086" y="713"/>
                </a:cubicBezTo>
                <a:cubicBezTo>
                  <a:pt x="5076" y="715"/>
                  <a:pt x="5065" y="716"/>
                  <a:pt x="5055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091600" y="291456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⽤の配置先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3" name=""/>
          <p:cNvSpPr/>
          <p:nvPr/>
        </p:nvSpPr>
        <p:spPr>
          <a:xfrm>
            <a:off x="1314360" y="3628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8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20"/>
                  <a:pt x="46" y="13"/>
                  <a:pt x="57" y="8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8"/>
                </a:cubicBezTo>
                <a:cubicBezTo>
                  <a:pt x="139" y="13"/>
                  <a:pt x="150" y="20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4" name=""/>
          <p:cNvSpPr/>
          <p:nvPr/>
        </p:nvSpPr>
        <p:spPr>
          <a:xfrm>
            <a:off x="1514160" y="3533760"/>
            <a:ext cx="1972080" cy="257400"/>
          </a:xfrm>
          <a:custGeom>
            <a:avLst/>
            <a:gdLst/>
            <a:ahLst/>
            <a:rect l="0" t="0" r="r" b="b"/>
            <a:pathLst>
              <a:path w="5478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319" y="0"/>
                </a:lnTo>
                <a:cubicBezTo>
                  <a:pt x="5330" y="0"/>
                  <a:pt x="5340" y="1"/>
                  <a:pt x="5350" y="3"/>
                </a:cubicBezTo>
                <a:cubicBezTo>
                  <a:pt x="5361" y="5"/>
                  <a:pt x="5371" y="8"/>
                  <a:pt x="5380" y="12"/>
                </a:cubicBezTo>
                <a:cubicBezTo>
                  <a:pt x="5390" y="16"/>
                  <a:pt x="5399" y="21"/>
                  <a:pt x="5408" y="26"/>
                </a:cubicBezTo>
                <a:cubicBezTo>
                  <a:pt x="5416" y="32"/>
                  <a:pt x="5424" y="39"/>
                  <a:pt x="5432" y="46"/>
                </a:cubicBezTo>
                <a:cubicBezTo>
                  <a:pt x="5439" y="53"/>
                  <a:pt x="5446" y="61"/>
                  <a:pt x="5451" y="70"/>
                </a:cubicBezTo>
                <a:cubicBezTo>
                  <a:pt x="5457" y="79"/>
                  <a:pt x="5462" y="88"/>
                  <a:pt x="5466" y="98"/>
                </a:cubicBezTo>
                <a:cubicBezTo>
                  <a:pt x="5470" y="107"/>
                  <a:pt x="5473" y="117"/>
                  <a:pt x="5475" y="127"/>
                </a:cubicBezTo>
                <a:cubicBezTo>
                  <a:pt x="5477" y="138"/>
                  <a:pt x="5478" y="148"/>
                  <a:pt x="5478" y="158"/>
                </a:cubicBezTo>
                <a:lnTo>
                  <a:pt x="5478" y="556"/>
                </a:lnTo>
                <a:cubicBezTo>
                  <a:pt x="5478" y="567"/>
                  <a:pt x="5477" y="577"/>
                  <a:pt x="5475" y="587"/>
                </a:cubicBezTo>
                <a:cubicBezTo>
                  <a:pt x="5473" y="597"/>
                  <a:pt x="5470" y="607"/>
                  <a:pt x="5466" y="617"/>
                </a:cubicBezTo>
                <a:cubicBezTo>
                  <a:pt x="5462" y="627"/>
                  <a:pt x="5457" y="636"/>
                  <a:pt x="5451" y="644"/>
                </a:cubicBezTo>
                <a:cubicBezTo>
                  <a:pt x="5446" y="653"/>
                  <a:pt x="5439" y="661"/>
                  <a:pt x="5432" y="668"/>
                </a:cubicBezTo>
                <a:cubicBezTo>
                  <a:pt x="5424" y="676"/>
                  <a:pt x="5416" y="682"/>
                  <a:pt x="5408" y="688"/>
                </a:cubicBezTo>
                <a:cubicBezTo>
                  <a:pt x="5399" y="694"/>
                  <a:pt x="5390" y="699"/>
                  <a:pt x="5380" y="703"/>
                </a:cubicBezTo>
                <a:cubicBezTo>
                  <a:pt x="5371" y="707"/>
                  <a:pt x="5361" y="710"/>
                  <a:pt x="5350" y="712"/>
                </a:cubicBezTo>
                <a:cubicBezTo>
                  <a:pt x="5340" y="714"/>
                  <a:pt x="5330" y="715"/>
                  <a:pt x="5319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2"/>
                  <a:pt x="54" y="676"/>
                  <a:pt x="47" y="668"/>
                </a:cubicBezTo>
                <a:cubicBezTo>
                  <a:pt x="40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576800" y="3261600"/>
            <a:ext cx="1751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./.agents/workflows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576800" y="3594960"/>
            <a:ext cx="184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47720" y="397188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128600" y="3956760"/>
            <a:ext cx="956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084040" y="39718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0" name=""/>
          <p:cNvSpPr/>
          <p:nvPr/>
        </p:nvSpPr>
        <p:spPr>
          <a:xfrm>
            <a:off x="2323800" y="3981240"/>
            <a:ext cx="876600" cy="257400"/>
          </a:xfrm>
          <a:custGeom>
            <a:avLst/>
            <a:gdLst/>
            <a:ahLst/>
            <a:rect l="0" t="0" r="r" b="b"/>
            <a:pathLst>
              <a:path w="2435" h="715">
                <a:moveTo>
                  <a:pt x="0" y="557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0"/>
                  <a:pt x="62" y="34"/>
                  <a:pt x="71" y="28"/>
                </a:cubicBezTo>
                <a:cubicBezTo>
                  <a:pt x="80" y="22"/>
                  <a:pt x="89" y="17"/>
                  <a:pt x="98" y="13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277" y="0"/>
                </a:lnTo>
                <a:cubicBezTo>
                  <a:pt x="2287" y="0"/>
                  <a:pt x="2297" y="1"/>
                  <a:pt x="2308" y="3"/>
                </a:cubicBezTo>
                <a:cubicBezTo>
                  <a:pt x="2318" y="5"/>
                  <a:pt x="2328" y="9"/>
                  <a:pt x="2337" y="13"/>
                </a:cubicBezTo>
                <a:cubicBezTo>
                  <a:pt x="2347" y="17"/>
                  <a:pt x="2356" y="22"/>
                  <a:pt x="2365" y="28"/>
                </a:cubicBezTo>
                <a:cubicBezTo>
                  <a:pt x="2374" y="34"/>
                  <a:pt x="2382" y="40"/>
                  <a:pt x="2389" y="48"/>
                </a:cubicBezTo>
                <a:cubicBezTo>
                  <a:pt x="2396" y="55"/>
                  <a:pt x="2403" y="63"/>
                  <a:pt x="2409" y="72"/>
                </a:cubicBezTo>
                <a:cubicBezTo>
                  <a:pt x="2415" y="80"/>
                  <a:pt x="2419" y="89"/>
                  <a:pt x="2423" y="99"/>
                </a:cubicBezTo>
                <a:cubicBezTo>
                  <a:pt x="2427" y="109"/>
                  <a:pt x="2430" y="119"/>
                  <a:pt x="2432" y="129"/>
                </a:cubicBezTo>
                <a:cubicBezTo>
                  <a:pt x="2434" y="139"/>
                  <a:pt x="2435" y="149"/>
                  <a:pt x="2435" y="160"/>
                </a:cubicBezTo>
                <a:lnTo>
                  <a:pt x="2435" y="557"/>
                </a:lnTo>
                <a:cubicBezTo>
                  <a:pt x="2435" y="567"/>
                  <a:pt x="2434" y="577"/>
                  <a:pt x="2432" y="588"/>
                </a:cubicBezTo>
                <a:cubicBezTo>
                  <a:pt x="2430" y="598"/>
                  <a:pt x="2427" y="608"/>
                  <a:pt x="2423" y="617"/>
                </a:cubicBezTo>
                <a:cubicBezTo>
                  <a:pt x="2419" y="627"/>
                  <a:pt x="2415" y="636"/>
                  <a:pt x="2409" y="645"/>
                </a:cubicBezTo>
                <a:cubicBezTo>
                  <a:pt x="2403" y="654"/>
                  <a:pt x="2396" y="662"/>
                  <a:pt x="2389" y="669"/>
                </a:cubicBezTo>
                <a:cubicBezTo>
                  <a:pt x="2382" y="676"/>
                  <a:pt x="2374" y="683"/>
                  <a:pt x="2365" y="689"/>
                </a:cubicBezTo>
                <a:cubicBezTo>
                  <a:pt x="2356" y="694"/>
                  <a:pt x="2347" y="699"/>
                  <a:pt x="2337" y="703"/>
                </a:cubicBezTo>
                <a:cubicBezTo>
                  <a:pt x="2328" y="707"/>
                  <a:pt x="2318" y="710"/>
                  <a:pt x="2308" y="712"/>
                </a:cubicBezTo>
                <a:cubicBezTo>
                  <a:pt x="2297" y="714"/>
                  <a:pt x="2287" y="715"/>
                  <a:pt x="2277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2274480" y="39567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393640" y="404280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198240" y="39567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4" name=""/>
          <p:cNvSpPr/>
          <p:nvPr/>
        </p:nvSpPr>
        <p:spPr>
          <a:xfrm>
            <a:off x="752400" y="4267080"/>
            <a:ext cx="1972080" cy="257400"/>
          </a:xfrm>
          <a:custGeom>
            <a:avLst/>
            <a:gdLst/>
            <a:ahLst/>
            <a:rect l="0" t="0" r="r" b="b"/>
            <a:pathLst>
              <a:path w="5478" h="715">
                <a:moveTo>
                  <a:pt x="0" y="55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319" y="0"/>
                </a:lnTo>
                <a:cubicBezTo>
                  <a:pt x="5329" y="0"/>
                  <a:pt x="5340" y="1"/>
                  <a:pt x="5350" y="3"/>
                </a:cubicBezTo>
                <a:cubicBezTo>
                  <a:pt x="5360" y="5"/>
                  <a:pt x="5370" y="8"/>
                  <a:pt x="5380" y="12"/>
                </a:cubicBezTo>
                <a:cubicBezTo>
                  <a:pt x="5389" y="16"/>
                  <a:pt x="5398" y="21"/>
                  <a:pt x="5407" y="27"/>
                </a:cubicBezTo>
                <a:cubicBezTo>
                  <a:pt x="5416" y="32"/>
                  <a:pt x="5424" y="39"/>
                  <a:pt x="5431" y="46"/>
                </a:cubicBezTo>
                <a:cubicBezTo>
                  <a:pt x="5438" y="54"/>
                  <a:pt x="5445" y="62"/>
                  <a:pt x="5451" y="70"/>
                </a:cubicBezTo>
                <a:cubicBezTo>
                  <a:pt x="5457" y="79"/>
                  <a:pt x="5462" y="88"/>
                  <a:pt x="5465" y="98"/>
                </a:cubicBezTo>
                <a:cubicBezTo>
                  <a:pt x="5469" y="107"/>
                  <a:pt x="5472" y="117"/>
                  <a:pt x="5475" y="128"/>
                </a:cubicBezTo>
                <a:cubicBezTo>
                  <a:pt x="5477" y="138"/>
                  <a:pt x="5478" y="148"/>
                  <a:pt x="5478" y="159"/>
                </a:cubicBezTo>
                <a:lnTo>
                  <a:pt x="5478" y="555"/>
                </a:lnTo>
                <a:cubicBezTo>
                  <a:pt x="5478" y="566"/>
                  <a:pt x="5477" y="576"/>
                  <a:pt x="5475" y="586"/>
                </a:cubicBezTo>
                <a:cubicBezTo>
                  <a:pt x="5472" y="597"/>
                  <a:pt x="5469" y="607"/>
                  <a:pt x="5465" y="616"/>
                </a:cubicBezTo>
                <a:cubicBezTo>
                  <a:pt x="5462" y="626"/>
                  <a:pt x="5457" y="635"/>
                  <a:pt x="5451" y="645"/>
                </a:cubicBezTo>
                <a:cubicBezTo>
                  <a:pt x="5445" y="653"/>
                  <a:pt x="5438" y="661"/>
                  <a:pt x="5431" y="669"/>
                </a:cubicBezTo>
                <a:cubicBezTo>
                  <a:pt x="5424" y="676"/>
                  <a:pt x="5416" y="683"/>
                  <a:pt x="5407" y="688"/>
                </a:cubicBezTo>
                <a:cubicBezTo>
                  <a:pt x="5398" y="694"/>
                  <a:pt x="5389" y="699"/>
                  <a:pt x="5380" y="703"/>
                </a:cubicBezTo>
                <a:cubicBezTo>
                  <a:pt x="5370" y="707"/>
                  <a:pt x="5360" y="710"/>
                  <a:pt x="5350" y="712"/>
                </a:cubicBezTo>
                <a:cubicBezTo>
                  <a:pt x="5340" y="714"/>
                  <a:pt x="5329" y="715"/>
                  <a:pt x="5319" y="715"/>
                </a:cubicBezTo>
                <a:lnTo>
                  <a:pt x="158" y="715"/>
                </a:lnTo>
                <a:cubicBezTo>
                  <a:pt x="148" y="715"/>
                  <a:pt x="138" y="714"/>
                  <a:pt x="127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8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1"/>
                  <a:pt x="32" y="653"/>
                  <a:pt x="26" y="645"/>
                </a:cubicBezTo>
                <a:cubicBezTo>
                  <a:pt x="21" y="635"/>
                  <a:pt x="16" y="626"/>
                  <a:pt x="12" y="616"/>
                </a:cubicBezTo>
                <a:cubicBezTo>
                  <a:pt x="8" y="607"/>
                  <a:pt x="5" y="597"/>
                  <a:pt x="3" y="586"/>
                </a:cubicBezTo>
                <a:cubicBezTo>
                  <a:pt x="1" y="576"/>
                  <a:pt x="0" y="566"/>
                  <a:pt x="0" y="55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250440" y="39718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814680" y="4328640"/>
            <a:ext cx="184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../../references/...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725200" y="42523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2777400" y="426708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を参照する前提です。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47720" y="470520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そのため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509840" y="4690440"/>
            <a:ext cx="1015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2525040" y="470520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へ持っていくときは、次の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801320" y="4690440"/>
            <a:ext cx="207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2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3" name=""/>
          <p:cNvSpPr/>
          <p:nvPr/>
        </p:nvSpPr>
        <p:spPr>
          <a:xfrm>
            <a:off x="933120" y="52290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8"/>
                </a:cubicBezTo>
                <a:cubicBezTo>
                  <a:pt x="151" y="167"/>
                  <a:pt x="141" y="174"/>
                  <a:pt x="129" y="178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8"/>
                </a:cubicBezTo>
                <a:cubicBezTo>
                  <a:pt x="46" y="174"/>
                  <a:pt x="36" y="167"/>
                  <a:pt x="28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34" name=""/>
          <p:cNvSpPr/>
          <p:nvPr/>
        </p:nvSpPr>
        <p:spPr>
          <a:xfrm>
            <a:off x="1133280" y="5143320"/>
            <a:ext cx="1047960" cy="257400"/>
          </a:xfrm>
          <a:custGeom>
            <a:avLst/>
            <a:gdLst/>
            <a:ahLst/>
            <a:rect l="0" t="0" r="r" b="b"/>
            <a:pathLst>
              <a:path w="2911" h="715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53" y="0"/>
                </a:lnTo>
                <a:cubicBezTo>
                  <a:pt x="2763" y="0"/>
                  <a:pt x="2773" y="1"/>
                  <a:pt x="2784" y="3"/>
                </a:cubicBezTo>
                <a:cubicBezTo>
                  <a:pt x="2794" y="5"/>
                  <a:pt x="2804" y="8"/>
                  <a:pt x="2813" y="12"/>
                </a:cubicBezTo>
                <a:cubicBezTo>
                  <a:pt x="2823" y="16"/>
                  <a:pt x="2832" y="21"/>
                  <a:pt x="2841" y="27"/>
                </a:cubicBezTo>
                <a:cubicBezTo>
                  <a:pt x="2850" y="33"/>
                  <a:pt x="2858" y="39"/>
                  <a:pt x="2865" y="46"/>
                </a:cubicBezTo>
                <a:cubicBezTo>
                  <a:pt x="2872" y="54"/>
                  <a:pt x="2879" y="62"/>
                  <a:pt x="2885" y="71"/>
                </a:cubicBezTo>
                <a:cubicBezTo>
                  <a:pt x="2890" y="79"/>
                  <a:pt x="2895" y="88"/>
                  <a:pt x="2899" y="98"/>
                </a:cubicBezTo>
                <a:cubicBezTo>
                  <a:pt x="2903" y="108"/>
                  <a:pt x="2906" y="118"/>
                  <a:pt x="2908" y="128"/>
                </a:cubicBezTo>
                <a:cubicBezTo>
                  <a:pt x="2910" y="138"/>
                  <a:pt x="2911" y="148"/>
                  <a:pt x="2911" y="159"/>
                </a:cubicBezTo>
                <a:lnTo>
                  <a:pt x="2911" y="557"/>
                </a:lnTo>
                <a:cubicBezTo>
                  <a:pt x="2911" y="567"/>
                  <a:pt x="2910" y="577"/>
                  <a:pt x="2908" y="588"/>
                </a:cubicBezTo>
                <a:cubicBezTo>
                  <a:pt x="2906" y="598"/>
                  <a:pt x="2903" y="608"/>
                  <a:pt x="2899" y="617"/>
                </a:cubicBezTo>
                <a:cubicBezTo>
                  <a:pt x="2895" y="627"/>
                  <a:pt x="2890" y="636"/>
                  <a:pt x="2885" y="645"/>
                </a:cubicBezTo>
                <a:cubicBezTo>
                  <a:pt x="2879" y="653"/>
                  <a:pt x="2872" y="662"/>
                  <a:pt x="2865" y="669"/>
                </a:cubicBezTo>
                <a:cubicBezTo>
                  <a:pt x="2858" y="676"/>
                  <a:pt x="2850" y="683"/>
                  <a:pt x="2841" y="689"/>
                </a:cubicBezTo>
                <a:cubicBezTo>
                  <a:pt x="2832" y="694"/>
                  <a:pt x="2823" y="699"/>
                  <a:pt x="2813" y="703"/>
                </a:cubicBezTo>
                <a:cubicBezTo>
                  <a:pt x="2804" y="707"/>
                  <a:pt x="2794" y="710"/>
                  <a:pt x="2784" y="712"/>
                </a:cubicBezTo>
                <a:cubicBezTo>
                  <a:pt x="2773" y="714"/>
                  <a:pt x="2763" y="715"/>
                  <a:pt x="2753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2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008320" y="470520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つが必要です。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195560" y="520488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184480" y="51188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236680" y="513396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9" name=""/>
          <p:cNvSpPr/>
          <p:nvPr/>
        </p:nvSpPr>
        <p:spPr>
          <a:xfrm>
            <a:off x="2476440" y="5143320"/>
            <a:ext cx="1981440" cy="257400"/>
          </a:xfrm>
          <a:custGeom>
            <a:avLst/>
            <a:gdLst/>
            <a:ahLst/>
            <a:rect l="0" t="0" r="r" b="b"/>
            <a:pathLst>
              <a:path w="5504" h="715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345" y="0"/>
                </a:lnTo>
                <a:cubicBezTo>
                  <a:pt x="5356" y="0"/>
                  <a:pt x="5366" y="1"/>
                  <a:pt x="5376" y="3"/>
                </a:cubicBezTo>
                <a:cubicBezTo>
                  <a:pt x="5386" y="5"/>
                  <a:pt x="5396" y="8"/>
                  <a:pt x="5406" y="12"/>
                </a:cubicBezTo>
                <a:cubicBezTo>
                  <a:pt x="5416" y="16"/>
                  <a:pt x="5425" y="21"/>
                  <a:pt x="5433" y="27"/>
                </a:cubicBezTo>
                <a:cubicBezTo>
                  <a:pt x="5442" y="33"/>
                  <a:pt x="5450" y="39"/>
                  <a:pt x="5458" y="46"/>
                </a:cubicBezTo>
                <a:cubicBezTo>
                  <a:pt x="5465" y="54"/>
                  <a:pt x="5471" y="62"/>
                  <a:pt x="5477" y="71"/>
                </a:cubicBezTo>
                <a:cubicBezTo>
                  <a:pt x="5483" y="79"/>
                  <a:pt x="5488" y="88"/>
                  <a:pt x="5492" y="98"/>
                </a:cubicBezTo>
                <a:cubicBezTo>
                  <a:pt x="5496" y="108"/>
                  <a:pt x="5499" y="118"/>
                  <a:pt x="5501" y="128"/>
                </a:cubicBezTo>
                <a:cubicBezTo>
                  <a:pt x="5503" y="138"/>
                  <a:pt x="5504" y="148"/>
                  <a:pt x="5504" y="159"/>
                </a:cubicBezTo>
                <a:lnTo>
                  <a:pt x="5504" y="557"/>
                </a:lnTo>
                <a:cubicBezTo>
                  <a:pt x="5504" y="567"/>
                  <a:pt x="5503" y="577"/>
                  <a:pt x="5501" y="588"/>
                </a:cubicBezTo>
                <a:cubicBezTo>
                  <a:pt x="5499" y="598"/>
                  <a:pt x="5496" y="608"/>
                  <a:pt x="5492" y="617"/>
                </a:cubicBezTo>
                <a:cubicBezTo>
                  <a:pt x="5488" y="627"/>
                  <a:pt x="5483" y="636"/>
                  <a:pt x="5477" y="645"/>
                </a:cubicBezTo>
                <a:cubicBezTo>
                  <a:pt x="5471" y="653"/>
                  <a:pt x="5465" y="662"/>
                  <a:pt x="5458" y="669"/>
                </a:cubicBezTo>
                <a:cubicBezTo>
                  <a:pt x="5450" y="676"/>
                  <a:pt x="5442" y="683"/>
                  <a:pt x="5433" y="689"/>
                </a:cubicBezTo>
                <a:cubicBezTo>
                  <a:pt x="5425" y="694"/>
                  <a:pt x="5416" y="699"/>
                  <a:pt x="5406" y="703"/>
                </a:cubicBezTo>
                <a:cubicBezTo>
                  <a:pt x="5396" y="707"/>
                  <a:pt x="5386" y="710"/>
                  <a:pt x="5376" y="712"/>
                </a:cubicBezTo>
                <a:cubicBezTo>
                  <a:pt x="5366" y="714"/>
                  <a:pt x="5356" y="715"/>
                  <a:pt x="5345" y="715"/>
                </a:cubicBezTo>
                <a:lnTo>
                  <a:pt x="158" y="715"/>
                </a:lnTo>
                <a:cubicBezTo>
                  <a:pt x="148" y="715"/>
                  <a:pt x="138" y="714"/>
                  <a:pt x="127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9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2"/>
                  <a:pt x="32" y="653"/>
                  <a:pt x="26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2427120" y="51188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546280" y="5204880"/>
            <a:ext cx="184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4456800" y="51188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3" name=""/>
          <p:cNvSpPr/>
          <p:nvPr/>
        </p:nvSpPr>
        <p:spPr>
          <a:xfrm>
            <a:off x="933120" y="55720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2"/>
                </a:moveTo>
                <a:cubicBezTo>
                  <a:pt x="187" y="105"/>
                  <a:pt x="184" y="116"/>
                  <a:pt x="180" y="128"/>
                </a:cubicBezTo>
                <a:cubicBezTo>
                  <a:pt x="175" y="139"/>
                  <a:pt x="168" y="149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5"/>
                  <a:pt x="175" y="45"/>
                  <a:pt x="180" y="57"/>
                </a:cubicBezTo>
                <a:cubicBezTo>
                  <a:pt x="184" y="68"/>
                  <a:pt x="187" y="80"/>
                  <a:pt x="187" y="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509000" y="513396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へコピーする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128600" y="5461920"/>
            <a:ext cx="8182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946160" y="547704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内の参照を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7" name=""/>
          <p:cNvSpPr/>
          <p:nvPr/>
        </p:nvSpPr>
        <p:spPr>
          <a:xfrm>
            <a:off x="2952720" y="5476680"/>
            <a:ext cx="1695600" cy="257400"/>
          </a:xfrm>
          <a:custGeom>
            <a:avLst/>
            <a:gdLst/>
            <a:ahLst/>
            <a:rect l="0" t="0" r="r" b="b"/>
            <a:pathLst>
              <a:path w="4710" h="715">
                <a:moveTo>
                  <a:pt x="0" y="557"/>
                </a:moveTo>
                <a:lnTo>
                  <a:pt x="0" y="160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551" y="0"/>
                </a:lnTo>
                <a:cubicBezTo>
                  <a:pt x="4562" y="0"/>
                  <a:pt x="4572" y="1"/>
                  <a:pt x="4582" y="3"/>
                </a:cubicBezTo>
                <a:cubicBezTo>
                  <a:pt x="4593" y="5"/>
                  <a:pt x="4603" y="8"/>
                  <a:pt x="4612" y="12"/>
                </a:cubicBezTo>
                <a:cubicBezTo>
                  <a:pt x="4622" y="16"/>
                  <a:pt x="4631" y="21"/>
                  <a:pt x="4640" y="27"/>
                </a:cubicBezTo>
                <a:cubicBezTo>
                  <a:pt x="4648" y="33"/>
                  <a:pt x="4656" y="39"/>
                  <a:pt x="4664" y="47"/>
                </a:cubicBezTo>
                <a:cubicBezTo>
                  <a:pt x="4671" y="54"/>
                  <a:pt x="4678" y="62"/>
                  <a:pt x="4683" y="71"/>
                </a:cubicBezTo>
                <a:cubicBezTo>
                  <a:pt x="4689" y="79"/>
                  <a:pt x="4694" y="88"/>
                  <a:pt x="4698" y="98"/>
                </a:cubicBezTo>
                <a:cubicBezTo>
                  <a:pt x="4702" y="108"/>
                  <a:pt x="4705" y="118"/>
                  <a:pt x="4707" y="128"/>
                </a:cubicBezTo>
                <a:cubicBezTo>
                  <a:pt x="4709" y="139"/>
                  <a:pt x="4710" y="149"/>
                  <a:pt x="4710" y="160"/>
                </a:cubicBezTo>
                <a:lnTo>
                  <a:pt x="4710" y="557"/>
                </a:lnTo>
                <a:cubicBezTo>
                  <a:pt x="4710" y="567"/>
                  <a:pt x="4709" y="577"/>
                  <a:pt x="4707" y="588"/>
                </a:cubicBezTo>
                <a:cubicBezTo>
                  <a:pt x="4705" y="598"/>
                  <a:pt x="4702" y="608"/>
                  <a:pt x="4698" y="617"/>
                </a:cubicBezTo>
                <a:cubicBezTo>
                  <a:pt x="4694" y="627"/>
                  <a:pt x="4689" y="636"/>
                  <a:pt x="4683" y="645"/>
                </a:cubicBezTo>
                <a:cubicBezTo>
                  <a:pt x="4678" y="654"/>
                  <a:pt x="4671" y="662"/>
                  <a:pt x="4664" y="669"/>
                </a:cubicBezTo>
                <a:cubicBezTo>
                  <a:pt x="4656" y="676"/>
                  <a:pt x="4648" y="683"/>
                  <a:pt x="4640" y="689"/>
                </a:cubicBezTo>
                <a:cubicBezTo>
                  <a:pt x="4631" y="694"/>
                  <a:pt x="4622" y="699"/>
                  <a:pt x="4612" y="703"/>
                </a:cubicBezTo>
                <a:cubicBezTo>
                  <a:pt x="4603" y="707"/>
                  <a:pt x="4593" y="710"/>
                  <a:pt x="4582" y="712"/>
                </a:cubicBezTo>
                <a:cubicBezTo>
                  <a:pt x="4572" y="714"/>
                  <a:pt x="4562" y="715"/>
                  <a:pt x="4551" y="715"/>
                </a:cubicBezTo>
                <a:lnTo>
                  <a:pt x="158" y="715"/>
                </a:lnTo>
                <a:cubicBezTo>
                  <a:pt x="148" y="715"/>
                  <a:pt x="138" y="714"/>
                  <a:pt x="127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9"/>
                </a:cubicBezTo>
                <a:cubicBezTo>
                  <a:pt x="61" y="683"/>
                  <a:pt x="53" y="676"/>
                  <a:pt x="46" y="669"/>
                </a:cubicBezTo>
                <a:cubicBezTo>
                  <a:pt x="39" y="662"/>
                  <a:pt x="32" y="654"/>
                  <a:pt x="26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2898720" y="54619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017880" y="5538240"/>
            <a:ext cx="1567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../references/...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651920" y="54619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704120" y="547704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へ読み替える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47720" y="1219320"/>
            <a:ext cx="223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もっとも確実な⽅法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47720" y="176616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710720" y="17812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901160" y="1766160"/>
            <a:ext cx="2221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workspace customization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121640" y="17812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47720" y="2042280"/>
            <a:ext cx="8992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600920" y="20574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3" name=""/>
          <p:cNvSpPr/>
          <p:nvPr/>
        </p:nvSpPr>
        <p:spPr>
          <a:xfrm>
            <a:off x="1847520" y="2057040"/>
            <a:ext cx="1886400" cy="257760"/>
          </a:xfrm>
          <a:custGeom>
            <a:avLst/>
            <a:gdLst/>
            <a:ahLst/>
            <a:rect l="0" t="0" r="r" b="b"/>
            <a:pathLst>
              <a:path w="5240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9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5081" y="0"/>
                </a:lnTo>
                <a:cubicBezTo>
                  <a:pt x="5092" y="0"/>
                  <a:pt x="5102" y="2"/>
                  <a:pt x="5112" y="4"/>
                </a:cubicBezTo>
                <a:cubicBezTo>
                  <a:pt x="5123" y="6"/>
                  <a:pt x="5133" y="9"/>
                  <a:pt x="5142" y="13"/>
                </a:cubicBezTo>
                <a:cubicBezTo>
                  <a:pt x="5152" y="17"/>
                  <a:pt x="5161" y="21"/>
                  <a:pt x="5170" y="27"/>
                </a:cubicBezTo>
                <a:cubicBezTo>
                  <a:pt x="5178" y="33"/>
                  <a:pt x="5186" y="40"/>
                  <a:pt x="5194" y="47"/>
                </a:cubicBezTo>
                <a:cubicBezTo>
                  <a:pt x="5201" y="54"/>
                  <a:pt x="5208" y="62"/>
                  <a:pt x="5213" y="71"/>
                </a:cubicBezTo>
                <a:cubicBezTo>
                  <a:pt x="5219" y="80"/>
                  <a:pt x="5224" y="89"/>
                  <a:pt x="5228" y="98"/>
                </a:cubicBezTo>
                <a:cubicBezTo>
                  <a:pt x="5232" y="108"/>
                  <a:pt x="5235" y="118"/>
                  <a:pt x="5237" y="128"/>
                </a:cubicBezTo>
                <a:cubicBezTo>
                  <a:pt x="5239" y="139"/>
                  <a:pt x="5240" y="149"/>
                  <a:pt x="5240" y="159"/>
                </a:cubicBezTo>
                <a:lnTo>
                  <a:pt x="5240" y="557"/>
                </a:lnTo>
                <a:cubicBezTo>
                  <a:pt x="5240" y="568"/>
                  <a:pt x="5239" y="578"/>
                  <a:pt x="5237" y="588"/>
                </a:cubicBezTo>
                <a:cubicBezTo>
                  <a:pt x="5235" y="598"/>
                  <a:pt x="5232" y="608"/>
                  <a:pt x="5228" y="618"/>
                </a:cubicBezTo>
                <a:cubicBezTo>
                  <a:pt x="5224" y="628"/>
                  <a:pt x="5219" y="637"/>
                  <a:pt x="5213" y="645"/>
                </a:cubicBezTo>
                <a:cubicBezTo>
                  <a:pt x="5208" y="654"/>
                  <a:pt x="5201" y="662"/>
                  <a:pt x="5194" y="669"/>
                </a:cubicBezTo>
                <a:cubicBezTo>
                  <a:pt x="5186" y="677"/>
                  <a:pt x="5178" y="683"/>
                  <a:pt x="5170" y="689"/>
                </a:cubicBezTo>
                <a:cubicBezTo>
                  <a:pt x="5161" y="695"/>
                  <a:pt x="5152" y="700"/>
                  <a:pt x="5142" y="704"/>
                </a:cubicBezTo>
                <a:cubicBezTo>
                  <a:pt x="5133" y="708"/>
                  <a:pt x="5123" y="711"/>
                  <a:pt x="5112" y="713"/>
                </a:cubicBezTo>
                <a:cubicBezTo>
                  <a:pt x="5102" y="715"/>
                  <a:pt x="5092" y="716"/>
                  <a:pt x="5081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9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791360" y="20422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910880" y="2118600"/>
            <a:ext cx="1751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./.agents/workflows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728880" y="20422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3781440" y="2057400"/>
            <a:ext cx="1524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に置く</a:t>
            </a:r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⽅式です。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47720" y="249552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28600" y="2480400"/>
            <a:ext cx="956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0" name=""/>
          <p:cNvSpPr/>
          <p:nvPr/>
        </p:nvSpPr>
        <p:spPr>
          <a:xfrm>
            <a:off x="933120" y="30193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1" name=""/>
          <p:cNvSpPr/>
          <p:nvPr/>
        </p:nvSpPr>
        <p:spPr>
          <a:xfrm>
            <a:off x="1133280" y="2933640"/>
            <a:ext cx="2715120" cy="257400"/>
          </a:xfrm>
          <a:custGeom>
            <a:avLst/>
            <a:gdLst/>
            <a:ahLst/>
            <a:rect l="0" t="0" r="r" b="b"/>
            <a:pathLst>
              <a:path w="7542" h="715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383" y="0"/>
                </a:lnTo>
                <a:cubicBezTo>
                  <a:pt x="7393" y="0"/>
                  <a:pt x="7404" y="1"/>
                  <a:pt x="7414" y="3"/>
                </a:cubicBezTo>
                <a:cubicBezTo>
                  <a:pt x="7424" y="5"/>
                  <a:pt x="7434" y="8"/>
                  <a:pt x="7444" y="12"/>
                </a:cubicBezTo>
                <a:cubicBezTo>
                  <a:pt x="7453" y="16"/>
                  <a:pt x="7462" y="21"/>
                  <a:pt x="7471" y="26"/>
                </a:cubicBezTo>
                <a:cubicBezTo>
                  <a:pt x="7480" y="32"/>
                  <a:pt x="7488" y="39"/>
                  <a:pt x="7495" y="46"/>
                </a:cubicBezTo>
                <a:cubicBezTo>
                  <a:pt x="7503" y="54"/>
                  <a:pt x="7509" y="63"/>
                  <a:pt x="7515" y="71"/>
                </a:cubicBezTo>
                <a:cubicBezTo>
                  <a:pt x="7521" y="80"/>
                  <a:pt x="7526" y="89"/>
                  <a:pt x="7530" y="99"/>
                </a:cubicBezTo>
                <a:cubicBezTo>
                  <a:pt x="7534" y="108"/>
                  <a:pt x="7537" y="118"/>
                  <a:pt x="7539" y="128"/>
                </a:cubicBezTo>
                <a:cubicBezTo>
                  <a:pt x="7541" y="139"/>
                  <a:pt x="7542" y="149"/>
                  <a:pt x="7542" y="159"/>
                </a:cubicBezTo>
                <a:lnTo>
                  <a:pt x="7542" y="556"/>
                </a:lnTo>
                <a:cubicBezTo>
                  <a:pt x="7542" y="567"/>
                  <a:pt x="7541" y="577"/>
                  <a:pt x="7539" y="587"/>
                </a:cubicBezTo>
                <a:cubicBezTo>
                  <a:pt x="7537" y="597"/>
                  <a:pt x="7534" y="607"/>
                  <a:pt x="7530" y="617"/>
                </a:cubicBezTo>
                <a:cubicBezTo>
                  <a:pt x="7526" y="627"/>
                  <a:pt x="7521" y="636"/>
                  <a:pt x="7515" y="644"/>
                </a:cubicBezTo>
                <a:cubicBezTo>
                  <a:pt x="7509" y="653"/>
                  <a:pt x="7503" y="661"/>
                  <a:pt x="7495" y="669"/>
                </a:cubicBezTo>
                <a:cubicBezTo>
                  <a:pt x="7488" y="676"/>
                  <a:pt x="7480" y="682"/>
                  <a:pt x="7471" y="688"/>
                </a:cubicBezTo>
                <a:cubicBezTo>
                  <a:pt x="7462" y="694"/>
                  <a:pt x="7453" y="699"/>
                  <a:pt x="7444" y="703"/>
                </a:cubicBezTo>
                <a:cubicBezTo>
                  <a:pt x="7434" y="707"/>
                  <a:pt x="7424" y="710"/>
                  <a:pt x="7414" y="712"/>
                </a:cubicBezTo>
                <a:cubicBezTo>
                  <a:pt x="7404" y="714"/>
                  <a:pt x="7393" y="715"/>
                  <a:pt x="7383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2"/>
                  <a:pt x="54" y="676"/>
                  <a:pt x="47" y="669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2084040" y="2495520"/>
            <a:ext cx="3239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では、次の変換がもっとも確実です。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3" name=""/>
          <p:cNvSpPr/>
          <p:nvPr/>
        </p:nvSpPr>
        <p:spPr>
          <a:xfrm>
            <a:off x="1314360" y="3314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4" name=""/>
          <p:cNvSpPr/>
          <p:nvPr/>
        </p:nvSpPr>
        <p:spPr>
          <a:xfrm>
            <a:off x="1514160" y="3219120"/>
            <a:ext cx="3353400" cy="257760"/>
          </a:xfrm>
          <a:custGeom>
            <a:avLst/>
            <a:gdLst/>
            <a:ahLst/>
            <a:rect l="0" t="0" r="r" b="b"/>
            <a:pathLst>
              <a:path w="9315" h="716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9"/>
                  <a:pt x="118" y="6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156" y="0"/>
                </a:lnTo>
                <a:cubicBezTo>
                  <a:pt x="9166" y="0"/>
                  <a:pt x="9177" y="1"/>
                  <a:pt x="9187" y="3"/>
                </a:cubicBezTo>
                <a:cubicBezTo>
                  <a:pt x="9197" y="6"/>
                  <a:pt x="9207" y="9"/>
                  <a:pt x="9217" y="12"/>
                </a:cubicBezTo>
                <a:cubicBezTo>
                  <a:pt x="9226" y="16"/>
                  <a:pt x="9235" y="21"/>
                  <a:pt x="9244" y="27"/>
                </a:cubicBezTo>
                <a:cubicBezTo>
                  <a:pt x="9253" y="33"/>
                  <a:pt x="9261" y="40"/>
                  <a:pt x="9268" y="47"/>
                </a:cubicBezTo>
                <a:cubicBezTo>
                  <a:pt x="9276" y="54"/>
                  <a:pt x="9282" y="62"/>
                  <a:pt x="9288" y="71"/>
                </a:cubicBezTo>
                <a:cubicBezTo>
                  <a:pt x="9294" y="80"/>
                  <a:pt x="9299" y="89"/>
                  <a:pt x="9303" y="98"/>
                </a:cubicBezTo>
                <a:cubicBezTo>
                  <a:pt x="9307" y="108"/>
                  <a:pt x="9310" y="118"/>
                  <a:pt x="9312" y="128"/>
                </a:cubicBezTo>
                <a:cubicBezTo>
                  <a:pt x="9314" y="138"/>
                  <a:pt x="9315" y="149"/>
                  <a:pt x="9315" y="159"/>
                </a:cubicBezTo>
                <a:lnTo>
                  <a:pt x="9315" y="556"/>
                </a:lnTo>
                <a:cubicBezTo>
                  <a:pt x="9315" y="566"/>
                  <a:pt x="9314" y="577"/>
                  <a:pt x="9312" y="587"/>
                </a:cubicBezTo>
                <a:cubicBezTo>
                  <a:pt x="9310" y="597"/>
                  <a:pt x="9307" y="607"/>
                  <a:pt x="9303" y="617"/>
                </a:cubicBezTo>
                <a:cubicBezTo>
                  <a:pt x="9299" y="626"/>
                  <a:pt x="9294" y="636"/>
                  <a:pt x="9288" y="644"/>
                </a:cubicBezTo>
                <a:cubicBezTo>
                  <a:pt x="9282" y="653"/>
                  <a:pt x="9276" y="661"/>
                  <a:pt x="9268" y="668"/>
                </a:cubicBezTo>
                <a:cubicBezTo>
                  <a:pt x="9261" y="676"/>
                  <a:pt x="9253" y="682"/>
                  <a:pt x="9244" y="688"/>
                </a:cubicBezTo>
                <a:cubicBezTo>
                  <a:pt x="9235" y="694"/>
                  <a:pt x="9226" y="700"/>
                  <a:pt x="9217" y="704"/>
                </a:cubicBezTo>
                <a:cubicBezTo>
                  <a:pt x="9207" y="708"/>
                  <a:pt x="9197" y="711"/>
                  <a:pt x="9187" y="713"/>
                </a:cubicBezTo>
                <a:cubicBezTo>
                  <a:pt x="9177" y="715"/>
                  <a:pt x="9166" y="716"/>
                  <a:pt x="9156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4"/>
                  <a:pt x="71" y="688"/>
                </a:cubicBezTo>
                <a:cubicBezTo>
                  <a:pt x="62" y="682"/>
                  <a:pt x="54" y="676"/>
                  <a:pt x="47" y="668"/>
                </a:cubicBezTo>
                <a:cubicBezTo>
                  <a:pt x="40" y="661"/>
                  <a:pt x="33" y="653"/>
                  <a:pt x="27" y="644"/>
                </a:cubicBezTo>
                <a:cubicBezTo>
                  <a:pt x="21" y="636"/>
                  <a:pt x="16" y="626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6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95560" y="2995200"/>
            <a:ext cx="2581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skills/&lt;skill-name&gt;/SKILL.md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576800" y="3280680"/>
            <a:ext cx="3226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./.agents/workflows/&lt;skill-name&gt;.md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4869720" y="32043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8" name=""/>
          <p:cNvSpPr/>
          <p:nvPr/>
        </p:nvSpPr>
        <p:spPr>
          <a:xfrm>
            <a:off x="933120" y="36478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9" name=""/>
          <p:cNvSpPr/>
          <p:nvPr/>
        </p:nvSpPr>
        <p:spPr>
          <a:xfrm>
            <a:off x="1133280" y="3562200"/>
            <a:ext cx="1238760" cy="257400"/>
          </a:xfrm>
          <a:custGeom>
            <a:avLst/>
            <a:gdLst/>
            <a:ahLst/>
            <a:rect l="0" t="0" r="r" b="b"/>
            <a:pathLst>
              <a:path w="3441" h="715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282" y="0"/>
                </a:lnTo>
                <a:cubicBezTo>
                  <a:pt x="3292" y="0"/>
                  <a:pt x="3303" y="1"/>
                  <a:pt x="3313" y="3"/>
                </a:cubicBezTo>
                <a:cubicBezTo>
                  <a:pt x="3323" y="5"/>
                  <a:pt x="3333" y="8"/>
                  <a:pt x="3343" y="12"/>
                </a:cubicBezTo>
                <a:cubicBezTo>
                  <a:pt x="3352" y="16"/>
                  <a:pt x="3361" y="21"/>
                  <a:pt x="3370" y="27"/>
                </a:cubicBezTo>
                <a:cubicBezTo>
                  <a:pt x="3379" y="32"/>
                  <a:pt x="3387" y="39"/>
                  <a:pt x="3394" y="46"/>
                </a:cubicBezTo>
                <a:cubicBezTo>
                  <a:pt x="3401" y="54"/>
                  <a:pt x="3408" y="62"/>
                  <a:pt x="3414" y="70"/>
                </a:cubicBezTo>
                <a:cubicBezTo>
                  <a:pt x="3420" y="79"/>
                  <a:pt x="3425" y="88"/>
                  <a:pt x="3429" y="98"/>
                </a:cubicBezTo>
                <a:cubicBezTo>
                  <a:pt x="3433" y="108"/>
                  <a:pt x="3436" y="117"/>
                  <a:pt x="3438" y="128"/>
                </a:cubicBezTo>
                <a:cubicBezTo>
                  <a:pt x="3440" y="138"/>
                  <a:pt x="3441" y="148"/>
                  <a:pt x="3441" y="159"/>
                </a:cubicBezTo>
                <a:lnTo>
                  <a:pt x="3441" y="557"/>
                </a:lnTo>
                <a:cubicBezTo>
                  <a:pt x="3441" y="567"/>
                  <a:pt x="3440" y="577"/>
                  <a:pt x="3438" y="588"/>
                </a:cubicBezTo>
                <a:cubicBezTo>
                  <a:pt x="3436" y="598"/>
                  <a:pt x="3433" y="608"/>
                  <a:pt x="3429" y="617"/>
                </a:cubicBezTo>
                <a:cubicBezTo>
                  <a:pt x="3425" y="627"/>
                  <a:pt x="3420" y="636"/>
                  <a:pt x="3414" y="645"/>
                </a:cubicBezTo>
                <a:cubicBezTo>
                  <a:pt x="3408" y="653"/>
                  <a:pt x="3401" y="661"/>
                  <a:pt x="3394" y="669"/>
                </a:cubicBezTo>
                <a:cubicBezTo>
                  <a:pt x="3387" y="676"/>
                  <a:pt x="3379" y="683"/>
                  <a:pt x="3370" y="689"/>
                </a:cubicBezTo>
                <a:cubicBezTo>
                  <a:pt x="3361" y="694"/>
                  <a:pt x="3352" y="699"/>
                  <a:pt x="3343" y="703"/>
                </a:cubicBezTo>
                <a:cubicBezTo>
                  <a:pt x="3333" y="707"/>
                  <a:pt x="3323" y="710"/>
                  <a:pt x="3313" y="712"/>
                </a:cubicBezTo>
                <a:cubicBezTo>
                  <a:pt x="3303" y="714"/>
                  <a:pt x="3292" y="715"/>
                  <a:pt x="3282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4921920" y="321948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へ変換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1" name=""/>
          <p:cNvSpPr/>
          <p:nvPr/>
        </p:nvSpPr>
        <p:spPr>
          <a:xfrm>
            <a:off x="1314360" y="3943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2" name=""/>
          <p:cNvSpPr/>
          <p:nvPr/>
        </p:nvSpPr>
        <p:spPr>
          <a:xfrm>
            <a:off x="1514160" y="3848040"/>
            <a:ext cx="2067480" cy="257400"/>
          </a:xfrm>
          <a:custGeom>
            <a:avLst/>
            <a:gdLst/>
            <a:ahLst/>
            <a:rect l="0" t="0" r="r" b="b"/>
            <a:pathLst>
              <a:path w="5743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584" y="0"/>
                </a:lnTo>
                <a:cubicBezTo>
                  <a:pt x="5595" y="0"/>
                  <a:pt x="5605" y="1"/>
                  <a:pt x="5615" y="3"/>
                </a:cubicBezTo>
                <a:cubicBezTo>
                  <a:pt x="5625" y="5"/>
                  <a:pt x="5635" y="8"/>
                  <a:pt x="5645" y="12"/>
                </a:cubicBezTo>
                <a:cubicBezTo>
                  <a:pt x="5654" y="16"/>
                  <a:pt x="5664" y="21"/>
                  <a:pt x="5672" y="26"/>
                </a:cubicBezTo>
                <a:cubicBezTo>
                  <a:pt x="5681" y="32"/>
                  <a:pt x="5689" y="39"/>
                  <a:pt x="5696" y="46"/>
                </a:cubicBezTo>
                <a:cubicBezTo>
                  <a:pt x="5704" y="54"/>
                  <a:pt x="5710" y="62"/>
                  <a:pt x="5716" y="70"/>
                </a:cubicBezTo>
                <a:cubicBezTo>
                  <a:pt x="5722" y="79"/>
                  <a:pt x="5727" y="88"/>
                  <a:pt x="5731" y="98"/>
                </a:cubicBezTo>
                <a:cubicBezTo>
                  <a:pt x="5735" y="107"/>
                  <a:pt x="5738" y="117"/>
                  <a:pt x="5740" y="127"/>
                </a:cubicBezTo>
                <a:cubicBezTo>
                  <a:pt x="5742" y="138"/>
                  <a:pt x="5743" y="148"/>
                  <a:pt x="5743" y="158"/>
                </a:cubicBezTo>
                <a:lnTo>
                  <a:pt x="5743" y="556"/>
                </a:lnTo>
                <a:cubicBezTo>
                  <a:pt x="5743" y="567"/>
                  <a:pt x="5742" y="577"/>
                  <a:pt x="5740" y="587"/>
                </a:cubicBezTo>
                <a:cubicBezTo>
                  <a:pt x="5738" y="597"/>
                  <a:pt x="5735" y="607"/>
                  <a:pt x="5731" y="617"/>
                </a:cubicBezTo>
                <a:cubicBezTo>
                  <a:pt x="5727" y="627"/>
                  <a:pt x="5722" y="636"/>
                  <a:pt x="5716" y="644"/>
                </a:cubicBezTo>
                <a:cubicBezTo>
                  <a:pt x="5710" y="653"/>
                  <a:pt x="5704" y="661"/>
                  <a:pt x="5696" y="669"/>
                </a:cubicBezTo>
                <a:cubicBezTo>
                  <a:pt x="5689" y="676"/>
                  <a:pt x="5681" y="682"/>
                  <a:pt x="5672" y="688"/>
                </a:cubicBezTo>
                <a:cubicBezTo>
                  <a:pt x="5664" y="694"/>
                  <a:pt x="5654" y="699"/>
                  <a:pt x="5645" y="703"/>
                </a:cubicBezTo>
                <a:cubicBezTo>
                  <a:pt x="5635" y="707"/>
                  <a:pt x="5625" y="710"/>
                  <a:pt x="5615" y="712"/>
                </a:cubicBezTo>
                <a:cubicBezTo>
                  <a:pt x="5605" y="714"/>
                  <a:pt x="5595" y="715"/>
                  <a:pt x="5584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2"/>
                  <a:pt x="54" y="676"/>
                  <a:pt x="47" y="669"/>
                </a:cubicBezTo>
                <a:cubicBezTo>
                  <a:pt x="40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195560" y="3623760"/>
            <a:ext cx="1106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references/*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576800" y="3909600"/>
            <a:ext cx="1936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./.agents/references/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579480" y="38329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3631320" y="384804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へコピー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47720" y="428616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利点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8" name=""/>
          <p:cNvSpPr/>
          <p:nvPr/>
        </p:nvSpPr>
        <p:spPr>
          <a:xfrm>
            <a:off x="933120" y="48099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128600" y="4271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128600" y="469980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2091600" y="471492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の公式な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2853720" y="4699800"/>
            <a:ext cx="1891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workspace workflows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3" name=""/>
          <p:cNvSpPr/>
          <p:nvPr/>
        </p:nvSpPr>
        <p:spPr>
          <a:xfrm>
            <a:off x="933120" y="51339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5"/>
                  <a:pt x="175" y="45"/>
                  <a:pt x="180" y="57"/>
                </a:cubicBezTo>
                <a:cubicBezTo>
                  <a:pt x="184" y="68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4" name=""/>
          <p:cNvSpPr/>
          <p:nvPr/>
        </p:nvSpPr>
        <p:spPr>
          <a:xfrm>
            <a:off x="1133280" y="5047920"/>
            <a:ext cx="1419480" cy="257760"/>
          </a:xfrm>
          <a:custGeom>
            <a:avLst/>
            <a:gdLst/>
            <a:ahLst/>
            <a:rect l="0" t="0" r="r" b="b"/>
            <a:pathLst>
              <a:path w="3943" h="716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785" y="0"/>
                </a:lnTo>
                <a:cubicBezTo>
                  <a:pt x="3795" y="0"/>
                  <a:pt x="3805" y="1"/>
                  <a:pt x="3816" y="3"/>
                </a:cubicBezTo>
                <a:cubicBezTo>
                  <a:pt x="3826" y="5"/>
                  <a:pt x="3836" y="9"/>
                  <a:pt x="3845" y="12"/>
                </a:cubicBezTo>
                <a:cubicBezTo>
                  <a:pt x="3855" y="16"/>
                  <a:pt x="3864" y="21"/>
                  <a:pt x="3873" y="27"/>
                </a:cubicBezTo>
                <a:cubicBezTo>
                  <a:pt x="3881" y="33"/>
                  <a:pt x="3889" y="40"/>
                  <a:pt x="3897" y="47"/>
                </a:cubicBezTo>
                <a:cubicBezTo>
                  <a:pt x="3904" y="54"/>
                  <a:pt x="3911" y="62"/>
                  <a:pt x="3917" y="71"/>
                </a:cubicBezTo>
                <a:cubicBezTo>
                  <a:pt x="3922" y="80"/>
                  <a:pt x="3927" y="89"/>
                  <a:pt x="3931" y="98"/>
                </a:cubicBezTo>
                <a:cubicBezTo>
                  <a:pt x="3935" y="108"/>
                  <a:pt x="3938" y="118"/>
                  <a:pt x="3940" y="128"/>
                </a:cubicBezTo>
                <a:cubicBezTo>
                  <a:pt x="3942" y="138"/>
                  <a:pt x="3943" y="149"/>
                  <a:pt x="3943" y="159"/>
                </a:cubicBezTo>
                <a:lnTo>
                  <a:pt x="3943" y="556"/>
                </a:lnTo>
                <a:cubicBezTo>
                  <a:pt x="3943" y="566"/>
                  <a:pt x="3942" y="577"/>
                  <a:pt x="3940" y="587"/>
                </a:cubicBezTo>
                <a:cubicBezTo>
                  <a:pt x="3938" y="597"/>
                  <a:pt x="3935" y="607"/>
                  <a:pt x="3931" y="618"/>
                </a:cubicBezTo>
                <a:cubicBezTo>
                  <a:pt x="3927" y="627"/>
                  <a:pt x="3922" y="637"/>
                  <a:pt x="3917" y="645"/>
                </a:cubicBezTo>
                <a:cubicBezTo>
                  <a:pt x="3911" y="654"/>
                  <a:pt x="3904" y="662"/>
                  <a:pt x="3897" y="669"/>
                </a:cubicBezTo>
                <a:cubicBezTo>
                  <a:pt x="3889" y="677"/>
                  <a:pt x="3881" y="683"/>
                  <a:pt x="3873" y="689"/>
                </a:cubicBezTo>
                <a:cubicBezTo>
                  <a:pt x="3864" y="695"/>
                  <a:pt x="3855" y="700"/>
                  <a:pt x="3845" y="704"/>
                </a:cubicBezTo>
                <a:cubicBezTo>
                  <a:pt x="3836" y="708"/>
                  <a:pt x="3826" y="711"/>
                  <a:pt x="3816" y="713"/>
                </a:cubicBezTo>
                <a:cubicBezTo>
                  <a:pt x="3805" y="715"/>
                  <a:pt x="3795" y="716"/>
                  <a:pt x="3785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8" y="700"/>
                  <a:pt x="79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6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4744080" y="471492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配置先に合わせられる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195560" y="5109480"/>
            <a:ext cx="1290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/workflow-name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2553120" y="50238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8" name=""/>
          <p:cNvSpPr/>
          <p:nvPr/>
        </p:nvSpPr>
        <p:spPr>
          <a:xfrm>
            <a:off x="933120" y="54766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70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9" name=""/>
          <p:cNvSpPr/>
          <p:nvPr/>
        </p:nvSpPr>
        <p:spPr>
          <a:xfrm>
            <a:off x="1133280" y="5381280"/>
            <a:ext cx="1047960" cy="257760"/>
          </a:xfrm>
          <a:custGeom>
            <a:avLst/>
            <a:gdLst/>
            <a:ahLst/>
            <a:rect l="0" t="0" r="r" b="b"/>
            <a:pathLst>
              <a:path w="2911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2753" y="0"/>
                </a:lnTo>
                <a:cubicBezTo>
                  <a:pt x="2763" y="0"/>
                  <a:pt x="2773" y="1"/>
                  <a:pt x="2784" y="4"/>
                </a:cubicBezTo>
                <a:cubicBezTo>
                  <a:pt x="2794" y="6"/>
                  <a:pt x="2804" y="9"/>
                  <a:pt x="2813" y="13"/>
                </a:cubicBezTo>
                <a:cubicBezTo>
                  <a:pt x="2823" y="17"/>
                  <a:pt x="2832" y="21"/>
                  <a:pt x="2841" y="27"/>
                </a:cubicBezTo>
                <a:cubicBezTo>
                  <a:pt x="2850" y="33"/>
                  <a:pt x="2858" y="40"/>
                  <a:pt x="2865" y="47"/>
                </a:cubicBezTo>
                <a:cubicBezTo>
                  <a:pt x="2872" y="54"/>
                  <a:pt x="2879" y="62"/>
                  <a:pt x="2885" y="71"/>
                </a:cubicBezTo>
                <a:cubicBezTo>
                  <a:pt x="2890" y="80"/>
                  <a:pt x="2895" y="89"/>
                  <a:pt x="2899" y="98"/>
                </a:cubicBezTo>
                <a:cubicBezTo>
                  <a:pt x="2903" y="108"/>
                  <a:pt x="2906" y="118"/>
                  <a:pt x="2908" y="128"/>
                </a:cubicBezTo>
                <a:cubicBezTo>
                  <a:pt x="2910" y="138"/>
                  <a:pt x="2911" y="149"/>
                  <a:pt x="2911" y="159"/>
                </a:cubicBezTo>
                <a:lnTo>
                  <a:pt x="2911" y="557"/>
                </a:lnTo>
                <a:cubicBezTo>
                  <a:pt x="2911" y="568"/>
                  <a:pt x="2910" y="578"/>
                  <a:pt x="2908" y="588"/>
                </a:cubicBezTo>
                <a:cubicBezTo>
                  <a:pt x="2906" y="598"/>
                  <a:pt x="2903" y="608"/>
                  <a:pt x="2899" y="618"/>
                </a:cubicBezTo>
                <a:cubicBezTo>
                  <a:pt x="2895" y="627"/>
                  <a:pt x="2890" y="637"/>
                  <a:pt x="2885" y="645"/>
                </a:cubicBezTo>
                <a:cubicBezTo>
                  <a:pt x="2879" y="654"/>
                  <a:pt x="2872" y="662"/>
                  <a:pt x="2865" y="669"/>
                </a:cubicBezTo>
                <a:cubicBezTo>
                  <a:pt x="2858" y="677"/>
                  <a:pt x="2850" y="683"/>
                  <a:pt x="2841" y="689"/>
                </a:cubicBezTo>
                <a:cubicBezTo>
                  <a:pt x="2832" y="695"/>
                  <a:pt x="2823" y="700"/>
                  <a:pt x="2813" y="704"/>
                </a:cubicBezTo>
                <a:cubicBezTo>
                  <a:pt x="2804" y="708"/>
                  <a:pt x="2794" y="711"/>
                  <a:pt x="2784" y="713"/>
                </a:cubicBezTo>
                <a:cubicBezTo>
                  <a:pt x="2773" y="715"/>
                  <a:pt x="2763" y="716"/>
                  <a:pt x="2753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8" y="700"/>
                  <a:pt x="79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605320" y="5038560"/>
            <a:ext cx="209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で明⽰呼び出ししやすい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195560" y="544284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184480" y="5366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2236680" y="53816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も同じ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808000" y="5366520"/>
            <a:ext cx="992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workspace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799800" y="538164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内に閉じ込められる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47720" y="752400"/>
            <a:ext cx="3229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コマンドはどこで実⾏するか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747720" y="131436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この資料では、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2081160" y="1299240"/>
            <a:ext cx="1060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3088080" y="1314360"/>
            <a:ext cx="3239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の中ではなく、先にターミナルで準備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326640" y="12992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5" name=""/>
          <p:cNvSpPr/>
          <p:nvPr/>
        </p:nvSpPr>
        <p:spPr>
          <a:xfrm>
            <a:off x="933120" y="18381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378840" y="131436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します。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28600" y="1728000"/>
            <a:ext cx="82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Windows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8" name=""/>
          <p:cNvSpPr/>
          <p:nvPr/>
        </p:nvSpPr>
        <p:spPr>
          <a:xfrm>
            <a:off x="1314360" y="2114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9" name=""/>
          <p:cNvSpPr/>
          <p:nvPr/>
        </p:nvSpPr>
        <p:spPr>
          <a:xfrm>
            <a:off x="1514160" y="2019240"/>
            <a:ext cx="1048320" cy="257400"/>
          </a:xfrm>
          <a:custGeom>
            <a:avLst/>
            <a:gdLst/>
            <a:ahLst/>
            <a:rect l="0" t="0" r="r" b="b"/>
            <a:pathLst>
              <a:path w="2912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60" y="0"/>
                </a:cubicBezTo>
                <a:lnTo>
                  <a:pt x="2753" y="0"/>
                </a:lnTo>
                <a:cubicBezTo>
                  <a:pt x="2763" y="0"/>
                  <a:pt x="2774" y="1"/>
                  <a:pt x="2784" y="3"/>
                </a:cubicBezTo>
                <a:cubicBezTo>
                  <a:pt x="2794" y="5"/>
                  <a:pt x="2804" y="8"/>
                  <a:pt x="2814" y="12"/>
                </a:cubicBezTo>
                <a:cubicBezTo>
                  <a:pt x="2823" y="16"/>
                  <a:pt x="2833" y="21"/>
                  <a:pt x="2841" y="26"/>
                </a:cubicBezTo>
                <a:cubicBezTo>
                  <a:pt x="2850" y="32"/>
                  <a:pt x="2858" y="39"/>
                  <a:pt x="2865" y="46"/>
                </a:cubicBezTo>
                <a:cubicBezTo>
                  <a:pt x="2873" y="54"/>
                  <a:pt x="2879" y="62"/>
                  <a:pt x="2885" y="70"/>
                </a:cubicBezTo>
                <a:cubicBezTo>
                  <a:pt x="2891" y="79"/>
                  <a:pt x="2896" y="88"/>
                  <a:pt x="2900" y="98"/>
                </a:cubicBezTo>
                <a:cubicBezTo>
                  <a:pt x="2904" y="107"/>
                  <a:pt x="2907" y="117"/>
                  <a:pt x="2909" y="127"/>
                </a:cubicBezTo>
                <a:cubicBezTo>
                  <a:pt x="2911" y="138"/>
                  <a:pt x="2912" y="148"/>
                  <a:pt x="2912" y="158"/>
                </a:cubicBezTo>
                <a:lnTo>
                  <a:pt x="2912" y="556"/>
                </a:lnTo>
                <a:cubicBezTo>
                  <a:pt x="2912" y="567"/>
                  <a:pt x="2911" y="577"/>
                  <a:pt x="2909" y="587"/>
                </a:cubicBezTo>
                <a:cubicBezTo>
                  <a:pt x="2907" y="597"/>
                  <a:pt x="2904" y="607"/>
                  <a:pt x="2900" y="617"/>
                </a:cubicBezTo>
                <a:cubicBezTo>
                  <a:pt x="2896" y="627"/>
                  <a:pt x="2891" y="636"/>
                  <a:pt x="2885" y="644"/>
                </a:cubicBezTo>
                <a:cubicBezTo>
                  <a:pt x="2879" y="653"/>
                  <a:pt x="2873" y="661"/>
                  <a:pt x="2865" y="669"/>
                </a:cubicBezTo>
                <a:cubicBezTo>
                  <a:pt x="2858" y="676"/>
                  <a:pt x="2850" y="682"/>
                  <a:pt x="2841" y="688"/>
                </a:cubicBezTo>
                <a:cubicBezTo>
                  <a:pt x="2833" y="694"/>
                  <a:pt x="2823" y="699"/>
                  <a:pt x="2814" y="703"/>
                </a:cubicBezTo>
                <a:cubicBezTo>
                  <a:pt x="2804" y="707"/>
                  <a:pt x="2794" y="710"/>
                  <a:pt x="2784" y="712"/>
                </a:cubicBezTo>
                <a:cubicBezTo>
                  <a:pt x="2774" y="714"/>
                  <a:pt x="2763" y="715"/>
                  <a:pt x="2753" y="715"/>
                </a:cubicBezTo>
                <a:lnTo>
                  <a:pt x="160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2"/>
                  <a:pt x="54" y="676"/>
                  <a:pt x="47" y="669"/>
                </a:cubicBezTo>
                <a:cubicBezTo>
                  <a:pt x="40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955160" y="174312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の場合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576800" y="208080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PowerShell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2565360" y="20041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2617560" y="20192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または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4" name=""/>
          <p:cNvSpPr/>
          <p:nvPr/>
        </p:nvSpPr>
        <p:spPr>
          <a:xfrm>
            <a:off x="3238200" y="2019240"/>
            <a:ext cx="1610280" cy="257400"/>
          </a:xfrm>
          <a:custGeom>
            <a:avLst/>
            <a:gdLst/>
            <a:ahLst/>
            <a:rect l="0" t="0" r="r" b="b"/>
            <a:pathLst>
              <a:path w="4473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314" y="0"/>
                </a:lnTo>
                <a:cubicBezTo>
                  <a:pt x="4324" y="0"/>
                  <a:pt x="4335" y="1"/>
                  <a:pt x="4345" y="3"/>
                </a:cubicBezTo>
                <a:cubicBezTo>
                  <a:pt x="4355" y="5"/>
                  <a:pt x="4365" y="8"/>
                  <a:pt x="4375" y="12"/>
                </a:cubicBezTo>
                <a:cubicBezTo>
                  <a:pt x="4384" y="16"/>
                  <a:pt x="4394" y="21"/>
                  <a:pt x="4402" y="26"/>
                </a:cubicBezTo>
                <a:cubicBezTo>
                  <a:pt x="4411" y="32"/>
                  <a:pt x="4419" y="39"/>
                  <a:pt x="4426" y="46"/>
                </a:cubicBezTo>
                <a:cubicBezTo>
                  <a:pt x="4434" y="54"/>
                  <a:pt x="4440" y="62"/>
                  <a:pt x="4446" y="70"/>
                </a:cubicBezTo>
                <a:cubicBezTo>
                  <a:pt x="4452" y="79"/>
                  <a:pt x="4457" y="88"/>
                  <a:pt x="4461" y="98"/>
                </a:cubicBezTo>
                <a:cubicBezTo>
                  <a:pt x="4465" y="107"/>
                  <a:pt x="4468" y="117"/>
                  <a:pt x="4470" y="127"/>
                </a:cubicBezTo>
                <a:cubicBezTo>
                  <a:pt x="4472" y="138"/>
                  <a:pt x="4473" y="148"/>
                  <a:pt x="4473" y="158"/>
                </a:cubicBezTo>
                <a:lnTo>
                  <a:pt x="4473" y="556"/>
                </a:lnTo>
                <a:cubicBezTo>
                  <a:pt x="4473" y="567"/>
                  <a:pt x="4472" y="577"/>
                  <a:pt x="4470" y="587"/>
                </a:cubicBezTo>
                <a:cubicBezTo>
                  <a:pt x="4468" y="597"/>
                  <a:pt x="4465" y="607"/>
                  <a:pt x="4461" y="617"/>
                </a:cubicBezTo>
                <a:cubicBezTo>
                  <a:pt x="4457" y="627"/>
                  <a:pt x="4452" y="636"/>
                  <a:pt x="4446" y="644"/>
                </a:cubicBezTo>
                <a:cubicBezTo>
                  <a:pt x="4440" y="653"/>
                  <a:pt x="4434" y="661"/>
                  <a:pt x="4426" y="669"/>
                </a:cubicBezTo>
                <a:cubicBezTo>
                  <a:pt x="4419" y="676"/>
                  <a:pt x="4411" y="682"/>
                  <a:pt x="4402" y="688"/>
                </a:cubicBezTo>
                <a:cubicBezTo>
                  <a:pt x="4394" y="694"/>
                  <a:pt x="4384" y="699"/>
                  <a:pt x="4375" y="703"/>
                </a:cubicBezTo>
                <a:cubicBezTo>
                  <a:pt x="4365" y="707"/>
                  <a:pt x="4355" y="710"/>
                  <a:pt x="4345" y="712"/>
                </a:cubicBezTo>
                <a:cubicBezTo>
                  <a:pt x="4335" y="714"/>
                  <a:pt x="4324" y="715"/>
                  <a:pt x="4314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2"/>
                  <a:pt x="54" y="676"/>
                  <a:pt x="47" y="669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188880" y="20041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3308400" y="2080800"/>
            <a:ext cx="147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Windows Terminal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4849920" y="20041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8" name=""/>
          <p:cNvSpPr/>
          <p:nvPr/>
        </p:nvSpPr>
        <p:spPr>
          <a:xfrm>
            <a:off x="933120" y="24476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902120" y="20192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を開く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128600" y="2337480"/>
            <a:ext cx="741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Git Bash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1" name=""/>
          <p:cNvSpPr/>
          <p:nvPr/>
        </p:nvSpPr>
        <p:spPr>
          <a:xfrm>
            <a:off x="1314360" y="2724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4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2" name=""/>
          <p:cNvSpPr/>
          <p:nvPr/>
        </p:nvSpPr>
        <p:spPr>
          <a:xfrm>
            <a:off x="1514160" y="2638080"/>
            <a:ext cx="867240" cy="257760"/>
          </a:xfrm>
          <a:custGeom>
            <a:avLst/>
            <a:gdLst/>
            <a:ahLst/>
            <a:rect l="0" t="0" r="r" b="b"/>
            <a:pathLst>
              <a:path w="2409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2250" y="0"/>
                </a:lnTo>
                <a:cubicBezTo>
                  <a:pt x="2261" y="0"/>
                  <a:pt x="2271" y="1"/>
                  <a:pt x="2281" y="4"/>
                </a:cubicBezTo>
                <a:cubicBezTo>
                  <a:pt x="2292" y="6"/>
                  <a:pt x="2301" y="9"/>
                  <a:pt x="2311" y="13"/>
                </a:cubicBezTo>
                <a:cubicBezTo>
                  <a:pt x="2321" y="17"/>
                  <a:pt x="2330" y="21"/>
                  <a:pt x="2339" y="27"/>
                </a:cubicBezTo>
                <a:cubicBezTo>
                  <a:pt x="2347" y="33"/>
                  <a:pt x="2355" y="40"/>
                  <a:pt x="2363" y="47"/>
                </a:cubicBezTo>
                <a:cubicBezTo>
                  <a:pt x="2370" y="54"/>
                  <a:pt x="2377" y="62"/>
                  <a:pt x="2382" y="71"/>
                </a:cubicBezTo>
                <a:cubicBezTo>
                  <a:pt x="2388" y="80"/>
                  <a:pt x="2393" y="89"/>
                  <a:pt x="2397" y="98"/>
                </a:cubicBezTo>
                <a:cubicBezTo>
                  <a:pt x="2401" y="108"/>
                  <a:pt x="2404" y="118"/>
                  <a:pt x="2406" y="128"/>
                </a:cubicBezTo>
                <a:cubicBezTo>
                  <a:pt x="2408" y="138"/>
                  <a:pt x="2409" y="149"/>
                  <a:pt x="2409" y="159"/>
                </a:cubicBezTo>
                <a:lnTo>
                  <a:pt x="2409" y="557"/>
                </a:lnTo>
                <a:cubicBezTo>
                  <a:pt x="2409" y="568"/>
                  <a:pt x="2408" y="578"/>
                  <a:pt x="2406" y="588"/>
                </a:cubicBezTo>
                <a:cubicBezTo>
                  <a:pt x="2404" y="598"/>
                  <a:pt x="2401" y="608"/>
                  <a:pt x="2397" y="618"/>
                </a:cubicBezTo>
                <a:cubicBezTo>
                  <a:pt x="2393" y="627"/>
                  <a:pt x="2388" y="637"/>
                  <a:pt x="2382" y="645"/>
                </a:cubicBezTo>
                <a:cubicBezTo>
                  <a:pt x="2377" y="654"/>
                  <a:pt x="2370" y="662"/>
                  <a:pt x="2363" y="669"/>
                </a:cubicBezTo>
                <a:cubicBezTo>
                  <a:pt x="2355" y="677"/>
                  <a:pt x="2347" y="683"/>
                  <a:pt x="2339" y="689"/>
                </a:cubicBezTo>
                <a:cubicBezTo>
                  <a:pt x="2330" y="695"/>
                  <a:pt x="2321" y="700"/>
                  <a:pt x="2311" y="704"/>
                </a:cubicBezTo>
                <a:cubicBezTo>
                  <a:pt x="2301" y="708"/>
                  <a:pt x="2292" y="711"/>
                  <a:pt x="2281" y="713"/>
                </a:cubicBezTo>
                <a:cubicBezTo>
                  <a:pt x="2271" y="715"/>
                  <a:pt x="2261" y="716"/>
                  <a:pt x="2250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869120" y="235260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を使う場合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576800" y="269964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Bash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381040" y="26139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433240" y="262872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を開く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47720" y="3076560"/>
            <a:ext cx="3048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このあと出てくるコマンドの最初の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786120" y="3061440"/>
            <a:ext cx="207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1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3993120" y="307656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⾏は、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747720" y="335268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作業場所をこの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2081160" y="3337920"/>
            <a:ext cx="10260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072960" y="335268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に移動する命令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4406400" y="33379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4" name=""/>
          <p:cNvSpPr/>
          <p:nvPr/>
        </p:nvSpPr>
        <p:spPr>
          <a:xfrm>
            <a:off x="933120" y="38764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70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4458600" y="335268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6" name=""/>
          <p:cNvSpPr/>
          <p:nvPr/>
        </p:nvSpPr>
        <p:spPr>
          <a:xfrm>
            <a:off x="1314360" y="41526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7"/>
                  <a:pt x="18" y="37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7" name=""/>
          <p:cNvSpPr/>
          <p:nvPr/>
        </p:nvSpPr>
        <p:spPr>
          <a:xfrm>
            <a:off x="1514160" y="4057560"/>
            <a:ext cx="5201280" cy="257400"/>
          </a:xfrm>
          <a:custGeom>
            <a:avLst/>
            <a:gdLst/>
            <a:ahLst/>
            <a:rect l="0" t="0" r="r" b="b"/>
            <a:pathLst>
              <a:path w="14448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4289" y="0"/>
                </a:lnTo>
                <a:cubicBezTo>
                  <a:pt x="14299" y="0"/>
                  <a:pt x="14310" y="1"/>
                  <a:pt x="14320" y="3"/>
                </a:cubicBezTo>
                <a:cubicBezTo>
                  <a:pt x="14330" y="5"/>
                  <a:pt x="14340" y="8"/>
                  <a:pt x="14350" y="12"/>
                </a:cubicBezTo>
                <a:cubicBezTo>
                  <a:pt x="14359" y="16"/>
                  <a:pt x="14368" y="21"/>
                  <a:pt x="14377" y="27"/>
                </a:cubicBezTo>
                <a:cubicBezTo>
                  <a:pt x="14386" y="32"/>
                  <a:pt x="14394" y="39"/>
                  <a:pt x="14401" y="46"/>
                </a:cubicBezTo>
                <a:cubicBezTo>
                  <a:pt x="14408" y="54"/>
                  <a:pt x="14415" y="62"/>
                  <a:pt x="14421" y="70"/>
                </a:cubicBezTo>
                <a:cubicBezTo>
                  <a:pt x="14427" y="79"/>
                  <a:pt x="14432" y="88"/>
                  <a:pt x="14436" y="98"/>
                </a:cubicBezTo>
                <a:cubicBezTo>
                  <a:pt x="14440" y="107"/>
                  <a:pt x="14443" y="117"/>
                  <a:pt x="14445" y="128"/>
                </a:cubicBezTo>
                <a:cubicBezTo>
                  <a:pt x="14447" y="138"/>
                  <a:pt x="14448" y="148"/>
                  <a:pt x="14448" y="158"/>
                </a:cubicBezTo>
                <a:lnTo>
                  <a:pt x="14448" y="556"/>
                </a:lnTo>
                <a:cubicBezTo>
                  <a:pt x="14448" y="567"/>
                  <a:pt x="14447" y="577"/>
                  <a:pt x="14445" y="587"/>
                </a:cubicBezTo>
                <a:cubicBezTo>
                  <a:pt x="14443" y="598"/>
                  <a:pt x="14440" y="607"/>
                  <a:pt x="14436" y="617"/>
                </a:cubicBezTo>
                <a:cubicBezTo>
                  <a:pt x="14432" y="627"/>
                  <a:pt x="14427" y="636"/>
                  <a:pt x="14421" y="645"/>
                </a:cubicBezTo>
                <a:cubicBezTo>
                  <a:pt x="14415" y="653"/>
                  <a:pt x="14408" y="661"/>
                  <a:pt x="14401" y="669"/>
                </a:cubicBezTo>
                <a:cubicBezTo>
                  <a:pt x="14394" y="676"/>
                  <a:pt x="14386" y="683"/>
                  <a:pt x="14377" y="688"/>
                </a:cubicBezTo>
                <a:cubicBezTo>
                  <a:pt x="14368" y="694"/>
                  <a:pt x="14359" y="699"/>
                  <a:pt x="14350" y="703"/>
                </a:cubicBezTo>
                <a:cubicBezTo>
                  <a:pt x="14340" y="707"/>
                  <a:pt x="14330" y="710"/>
                  <a:pt x="14320" y="712"/>
                </a:cubicBezTo>
                <a:cubicBezTo>
                  <a:pt x="14310" y="714"/>
                  <a:pt x="14299" y="715"/>
                  <a:pt x="14289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1128600" y="3766320"/>
            <a:ext cx="9234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PowerShell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9" name=""/>
          <p:cNvSpPr/>
          <p:nvPr/>
        </p:nvSpPr>
        <p:spPr>
          <a:xfrm>
            <a:off x="933120" y="448596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7"/>
                  <a:pt x="175" y="47"/>
                  <a:pt x="180" y="59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576800" y="4119120"/>
            <a:ext cx="5069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Set-Location C:\Users\username\work\minimal-skills-pack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1" name=""/>
          <p:cNvSpPr/>
          <p:nvPr/>
        </p:nvSpPr>
        <p:spPr>
          <a:xfrm>
            <a:off x="1314360" y="4762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6"/>
                  <a:pt x="139" y="173"/>
                  <a:pt x="128" y="178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8"/>
                </a:cubicBezTo>
                <a:cubicBezTo>
                  <a:pt x="46" y="173"/>
                  <a:pt x="36" y="166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2" name=""/>
          <p:cNvSpPr/>
          <p:nvPr/>
        </p:nvSpPr>
        <p:spPr>
          <a:xfrm>
            <a:off x="1514160" y="4676760"/>
            <a:ext cx="4277160" cy="257400"/>
          </a:xfrm>
          <a:custGeom>
            <a:avLst/>
            <a:gdLst/>
            <a:ahLst/>
            <a:rect l="0" t="0" r="r" b="b"/>
            <a:pathLst>
              <a:path w="11881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722" y="0"/>
                </a:lnTo>
                <a:cubicBezTo>
                  <a:pt x="11733" y="0"/>
                  <a:pt x="11743" y="1"/>
                  <a:pt x="11753" y="3"/>
                </a:cubicBezTo>
                <a:cubicBezTo>
                  <a:pt x="11764" y="5"/>
                  <a:pt x="11774" y="8"/>
                  <a:pt x="11783" y="12"/>
                </a:cubicBezTo>
                <a:cubicBezTo>
                  <a:pt x="11793" y="16"/>
                  <a:pt x="11802" y="21"/>
                  <a:pt x="11811" y="26"/>
                </a:cubicBezTo>
                <a:cubicBezTo>
                  <a:pt x="11819" y="32"/>
                  <a:pt x="11827" y="39"/>
                  <a:pt x="11835" y="46"/>
                </a:cubicBezTo>
                <a:cubicBezTo>
                  <a:pt x="11842" y="53"/>
                  <a:pt x="11849" y="61"/>
                  <a:pt x="11854" y="70"/>
                </a:cubicBezTo>
                <a:cubicBezTo>
                  <a:pt x="11860" y="79"/>
                  <a:pt x="11865" y="88"/>
                  <a:pt x="11869" y="98"/>
                </a:cubicBezTo>
                <a:cubicBezTo>
                  <a:pt x="11873" y="107"/>
                  <a:pt x="11876" y="117"/>
                  <a:pt x="11878" y="127"/>
                </a:cubicBezTo>
                <a:cubicBezTo>
                  <a:pt x="11880" y="138"/>
                  <a:pt x="11881" y="148"/>
                  <a:pt x="11881" y="158"/>
                </a:cubicBezTo>
                <a:lnTo>
                  <a:pt x="11881" y="556"/>
                </a:lnTo>
                <a:cubicBezTo>
                  <a:pt x="11881" y="567"/>
                  <a:pt x="11880" y="577"/>
                  <a:pt x="11878" y="587"/>
                </a:cubicBezTo>
                <a:cubicBezTo>
                  <a:pt x="11876" y="597"/>
                  <a:pt x="11873" y="607"/>
                  <a:pt x="11869" y="617"/>
                </a:cubicBezTo>
                <a:cubicBezTo>
                  <a:pt x="11865" y="627"/>
                  <a:pt x="11860" y="636"/>
                  <a:pt x="11854" y="644"/>
                </a:cubicBezTo>
                <a:cubicBezTo>
                  <a:pt x="11849" y="653"/>
                  <a:pt x="11842" y="661"/>
                  <a:pt x="11835" y="668"/>
                </a:cubicBezTo>
                <a:cubicBezTo>
                  <a:pt x="11827" y="676"/>
                  <a:pt x="11819" y="682"/>
                  <a:pt x="11811" y="688"/>
                </a:cubicBezTo>
                <a:cubicBezTo>
                  <a:pt x="11802" y="694"/>
                  <a:pt x="11793" y="699"/>
                  <a:pt x="11783" y="703"/>
                </a:cubicBezTo>
                <a:cubicBezTo>
                  <a:pt x="11774" y="707"/>
                  <a:pt x="11764" y="710"/>
                  <a:pt x="11753" y="712"/>
                </a:cubicBezTo>
                <a:cubicBezTo>
                  <a:pt x="11743" y="714"/>
                  <a:pt x="11733" y="715"/>
                  <a:pt x="11722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2"/>
                  <a:pt x="54" y="676"/>
                  <a:pt x="47" y="668"/>
                </a:cubicBezTo>
                <a:cubicBezTo>
                  <a:pt x="40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128600" y="4375800"/>
            <a:ext cx="398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bash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576800" y="4737960"/>
            <a:ext cx="4148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cd /c/Users/username/work/minimal-skills-pack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47720" y="5114880"/>
            <a:ext cx="2477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ここでやっていることは次の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3214800" y="5099760"/>
            <a:ext cx="207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3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421800" y="511488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つです。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8" name=""/>
          <p:cNvSpPr/>
          <p:nvPr/>
        </p:nvSpPr>
        <p:spPr>
          <a:xfrm>
            <a:off x="1133280" y="5543280"/>
            <a:ext cx="1876680" cy="257760"/>
          </a:xfrm>
          <a:custGeom>
            <a:avLst/>
            <a:gdLst/>
            <a:ahLst/>
            <a:rect l="0" t="0" r="r" b="b"/>
            <a:pathLst>
              <a:path w="5213" h="716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055" y="0"/>
                </a:lnTo>
                <a:cubicBezTo>
                  <a:pt x="5065" y="0"/>
                  <a:pt x="5075" y="1"/>
                  <a:pt x="5086" y="3"/>
                </a:cubicBezTo>
                <a:cubicBezTo>
                  <a:pt x="5096" y="5"/>
                  <a:pt x="5106" y="8"/>
                  <a:pt x="5115" y="12"/>
                </a:cubicBezTo>
                <a:cubicBezTo>
                  <a:pt x="5125" y="16"/>
                  <a:pt x="5134" y="21"/>
                  <a:pt x="5143" y="27"/>
                </a:cubicBezTo>
                <a:cubicBezTo>
                  <a:pt x="5151" y="33"/>
                  <a:pt x="5159" y="39"/>
                  <a:pt x="5167" y="47"/>
                </a:cubicBezTo>
                <a:cubicBezTo>
                  <a:pt x="5174" y="54"/>
                  <a:pt x="5181" y="62"/>
                  <a:pt x="5187" y="71"/>
                </a:cubicBezTo>
                <a:cubicBezTo>
                  <a:pt x="5192" y="79"/>
                  <a:pt x="5197" y="89"/>
                  <a:pt x="5201" y="98"/>
                </a:cubicBezTo>
                <a:cubicBezTo>
                  <a:pt x="5205" y="108"/>
                  <a:pt x="5208" y="118"/>
                  <a:pt x="5210" y="128"/>
                </a:cubicBezTo>
                <a:cubicBezTo>
                  <a:pt x="5212" y="138"/>
                  <a:pt x="5213" y="149"/>
                  <a:pt x="5213" y="159"/>
                </a:cubicBezTo>
                <a:lnTo>
                  <a:pt x="5213" y="556"/>
                </a:lnTo>
                <a:cubicBezTo>
                  <a:pt x="5213" y="566"/>
                  <a:pt x="5212" y="577"/>
                  <a:pt x="5210" y="587"/>
                </a:cubicBezTo>
                <a:cubicBezTo>
                  <a:pt x="5208" y="597"/>
                  <a:pt x="5205" y="607"/>
                  <a:pt x="5201" y="617"/>
                </a:cubicBezTo>
                <a:cubicBezTo>
                  <a:pt x="5197" y="626"/>
                  <a:pt x="5192" y="635"/>
                  <a:pt x="5187" y="644"/>
                </a:cubicBezTo>
                <a:cubicBezTo>
                  <a:pt x="5181" y="653"/>
                  <a:pt x="5174" y="661"/>
                  <a:pt x="5167" y="669"/>
                </a:cubicBezTo>
                <a:cubicBezTo>
                  <a:pt x="5159" y="676"/>
                  <a:pt x="5151" y="683"/>
                  <a:pt x="5143" y="689"/>
                </a:cubicBezTo>
                <a:cubicBezTo>
                  <a:pt x="5134" y="695"/>
                  <a:pt x="5125" y="700"/>
                  <a:pt x="5115" y="704"/>
                </a:cubicBezTo>
                <a:cubicBezTo>
                  <a:pt x="5106" y="708"/>
                  <a:pt x="5096" y="711"/>
                  <a:pt x="5086" y="713"/>
                </a:cubicBezTo>
                <a:cubicBezTo>
                  <a:pt x="5075" y="715"/>
                  <a:pt x="5065" y="716"/>
                  <a:pt x="5055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8" y="700"/>
                  <a:pt x="79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5"/>
                  <a:pt x="16" y="626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6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932400" y="552852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195560" y="5604840"/>
            <a:ext cx="1751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./.agents/workflows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3013920" y="55285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3066120" y="55436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を作る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3" name=""/>
          <p:cNvSpPr/>
          <p:nvPr/>
        </p:nvSpPr>
        <p:spPr>
          <a:xfrm>
            <a:off x="1133280" y="5886360"/>
            <a:ext cx="1972080" cy="257400"/>
          </a:xfrm>
          <a:custGeom>
            <a:avLst/>
            <a:gdLst/>
            <a:ahLst/>
            <a:rect l="0" t="0" r="r" b="b"/>
            <a:pathLst>
              <a:path w="5478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319" y="0"/>
                </a:lnTo>
                <a:cubicBezTo>
                  <a:pt x="5330" y="0"/>
                  <a:pt x="5340" y="1"/>
                  <a:pt x="5350" y="3"/>
                </a:cubicBezTo>
                <a:cubicBezTo>
                  <a:pt x="5360" y="5"/>
                  <a:pt x="5370" y="8"/>
                  <a:pt x="5380" y="12"/>
                </a:cubicBezTo>
                <a:cubicBezTo>
                  <a:pt x="5390" y="16"/>
                  <a:pt x="5399" y="21"/>
                  <a:pt x="5407" y="27"/>
                </a:cubicBezTo>
                <a:cubicBezTo>
                  <a:pt x="5416" y="32"/>
                  <a:pt x="5424" y="39"/>
                  <a:pt x="5431" y="46"/>
                </a:cubicBezTo>
                <a:cubicBezTo>
                  <a:pt x="5439" y="54"/>
                  <a:pt x="5445" y="62"/>
                  <a:pt x="5451" y="70"/>
                </a:cubicBezTo>
                <a:cubicBezTo>
                  <a:pt x="5457" y="79"/>
                  <a:pt x="5462" y="88"/>
                  <a:pt x="5466" y="98"/>
                </a:cubicBezTo>
                <a:cubicBezTo>
                  <a:pt x="5470" y="107"/>
                  <a:pt x="5473" y="117"/>
                  <a:pt x="5475" y="128"/>
                </a:cubicBezTo>
                <a:cubicBezTo>
                  <a:pt x="5477" y="138"/>
                  <a:pt x="5478" y="148"/>
                  <a:pt x="5478" y="158"/>
                </a:cubicBezTo>
                <a:lnTo>
                  <a:pt x="5478" y="556"/>
                </a:lnTo>
                <a:cubicBezTo>
                  <a:pt x="5478" y="567"/>
                  <a:pt x="5477" y="577"/>
                  <a:pt x="5475" y="587"/>
                </a:cubicBezTo>
                <a:cubicBezTo>
                  <a:pt x="5473" y="598"/>
                  <a:pt x="5470" y="607"/>
                  <a:pt x="5466" y="617"/>
                </a:cubicBezTo>
                <a:cubicBezTo>
                  <a:pt x="5462" y="627"/>
                  <a:pt x="5457" y="636"/>
                  <a:pt x="5451" y="645"/>
                </a:cubicBezTo>
                <a:cubicBezTo>
                  <a:pt x="5445" y="653"/>
                  <a:pt x="5439" y="661"/>
                  <a:pt x="5431" y="669"/>
                </a:cubicBezTo>
                <a:cubicBezTo>
                  <a:pt x="5424" y="676"/>
                  <a:pt x="5416" y="683"/>
                  <a:pt x="5407" y="688"/>
                </a:cubicBezTo>
                <a:cubicBezTo>
                  <a:pt x="5399" y="694"/>
                  <a:pt x="5390" y="699"/>
                  <a:pt x="5380" y="703"/>
                </a:cubicBezTo>
                <a:cubicBezTo>
                  <a:pt x="5370" y="707"/>
                  <a:pt x="5360" y="710"/>
                  <a:pt x="5350" y="712"/>
                </a:cubicBezTo>
                <a:cubicBezTo>
                  <a:pt x="5340" y="714"/>
                  <a:pt x="5330" y="715"/>
                  <a:pt x="5319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932400" y="586188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195560" y="5947920"/>
            <a:ext cx="184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106080" y="58618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3158280" y="587700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を作る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8" name=""/>
          <p:cNvSpPr/>
          <p:nvPr/>
        </p:nvSpPr>
        <p:spPr>
          <a:xfrm>
            <a:off x="1133280" y="6219720"/>
            <a:ext cx="686160" cy="257400"/>
          </a:xfrm>
          <a:custGeom>
            <a:avLst/>
            <a:gdLst/>
            <a:ahLst/>
            <a:rect l="0" t="0" r="r" b="b"/>
            <a:pathLst>
              <a:path w="1906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747" y="0"/>
                </a:lnTo>
                <a:cubicBezTo>
                  <a:pt x="1758" y="0"/>
                  <a:pt x="1768" y="1"/>
                  <a:pt x="1778" y="3"/>
                </a:cubicBezTo>
                <a:cubicBezTo>
                  <a:pt x="1788" y="5"/>
                  <a:pt x="1798" y="8"/>
                  <a:pt x="1808" y="12"/>
                </a:cubicBezTo>
                <a:cubicBezTo>
                  <a:pt x="1818" y="16"/>
                  <a:pt x="1827" y="21"/>
                  <a:pt x="1835" y="27"/>
                </a:cubicBezTo>
                <a:cubicBezTo>
                  <a:pt x="1844" y="32"/>
                  <a:pt x="1852" y="39"/>
                  <a:pt x="1860" y="46"/>
                </a:cubicBezTo>
                <a:cubicBezTo>
                  <a:pt x="1867" y="54"/>
                  <a:pt x="1873" y="62"/>
                  <a:pt x="1879" y="70"/>
                </a:cubicBezTo>
                <a:cubicBezTo>
                  <a:pt x="1885" y="79"/>
                  <a:pt x="1890" y="88"/>
                  <a:pt x="1894" y="98"/>
                </a:cubicBezTo>
                <a:cubicBezTo>
                  <a:pt x="1898" y="107"/>
                  <a:pt x="1901" y="117"/>
                  <a:pt x="1903" y="128"/>
                </a:cubicBezTo>
                <a:cubicBezTo>
                  <a:pt x="1905" y="138"/>
                  <a:pt x="1906" y="148"/>
                  <a:pt x="1906" y="159"/>
                </a:cubicBezTo>
                <a:lnTo>
                  <a:pt x="1906" y="556"/>
                </a:lnTo>
                <a:cubicBezTo>
                  <a:pt x="1906" y="567"/>
                  <a:pt x="1905" y="577"/>
                  <a:pt x="1903" y="587"/>
                </a:cubicBezTo>
                <a:cubicBezTo>
                  <a:pt x="1901" y="598"/>
                  <a:pt x="1898" y="608"/>
                  <a:pt x="1894" y="617"/>
                </a:cubicBezTo>
                <a:cubicBezTo>
                  <a:pt x="1890" y="627"/>
                  <a:pt x="1885" y="636"/>
                  <a:pt x="1879" y="645"/>
                </a:cubicBezTo>
                <a:cubicBezTo>
                  <a:pt x="1873" y="653"/>
                  <a:pt x="1867" y="661"/>
                  <a:pt x="1860" y="669"/>
                </a:cubicBezTo>
                <a:cubicBezTo>
                  <a:pt x="1852" y="676"/>
                  <a:pt x="1844" y="683"/>
                  <a:pt x="1835" y="688"/>
                </a:cubicBezTo>
                <a:cubicBezTo>
                  <a:pt x="1827" y="694"/>
                  <a:pt x="1818" y="699"/>
                  <a:pt x="1808" y="703"/>
                </a:cubicBezTo>
                <a:cubicBezTo>
                  <a:pt x="1798" y="707"/>
                  <a:pt x="1788" y="710"/>
                  <a:pt x="1778" y="712"/>
                </a:cubicBezTo>
                <a:cubicBezTo>
                  <a:pt x="1768" y="714"/>
                  <a:pt x="1758" y="715"/>
                  <a:pt x="1747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932400" y="620460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95560" y="6281280"/>
            <a:ext cx="5536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815840" y="62046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868040" y="62197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2058480" y="6204600"/>
            <a:ext cx="1015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3073680" y="62197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3264120" y="6204600"/>
            <a:ext cx="8704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133880" y="621972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に変換する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747720" y="1657440"/>
            <a:ext cx="994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変換⼿順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738440" y="1637640"/>
            <a:ext cx="1436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: PowerShell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3" name=""/>
          <p:cNvSpPr/>
          <p:nvPr/>
        </p:nvSpPr>
        <p:spPr>
          <a:xfrm>
            <a:off x="933120" y="274284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30"/>
                </a:cubicBezTo>
                <a:cubicBezTo>
                  <a:pt x="175" y="141"/>
                  <a:pt x="168" y="151"/>
                  <a:pt x="160" y="160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30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747720" y="221940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どこでやるか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128600" y="2633040"/>
            <a:ext cx="82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Windows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955160" y="26478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7" name=""/>
          <p:cNvSpPr/>
          <p:nvPr/>
        </p:nvSpPr>
        <p:spPr>
          <a:xfrm>
            <a:off x="2199960" y="2657160"/>
            <a:ext cx="1057680" cy="257760"/>
          </a:xfrm>
          <a:custGeom>
            <a:avLst/>
            <a:gdLst/>
            <a:ahLst/>
            <a:rect l="0" t="0" r="r" b="b"/>
            <a:pathLst>
              <a:path w="2938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779" y="0"/>
                </a:lnTo>
                <a:cubicBezTo>
                  <a:pt x="2790" y="0"/>
                  <a:pt x="2800" y="1"/>
                  <a:pt x="2810" y="3"/>
                </a:cubicBezTo>
                <a:cubicBezTo>
                  <a:pt x="2821" y="5"/>
                  <a:pt x="2831" y="8"/>
                  <a:pt x="2840" y="12"/>
                </a:cubicBezTo>
                <a:cubicBezTo>
                  <a:pt x="2850" y="16"/>
                  <a:pt x="2859" y="21"/>
                  <a:pt x="2868" y="27"/>
                </a:cubicBezTo>
                <a:cubicBezTo>
                  <a:pt x="2876" y="33"/>
                  <a:pt x="2884" y="39"/>
                  <a:pt x="2892" y="47"/>
                </a:cubicBezTo>
                <a:cubicBezTo>
                  <a:pt x="2899" y="54"/>
                  <a:pt x="2906" y="62"/>
                  <a:pt x="2911" y="71"/>
                </a:cubicBezTo>
                <a:cubicBezTo>
                  <a:pt x="2917" y="80"/>
                  <a:pt x="2922" y="89"/>
                  <a:pt x="2926" y="98"/>
                </a:cubicBezTo>
                <a:cubicBezTo>
                  <a:pt x="2930" y="108"/>
                  <a:pt x="2933" y="119"/>
                  <a:pt x="2935" y="129"/>
                </a:cubicBezTo>
                <a:cubicBezTo>
                  <a:pt x="2937" y="139"/>
                  <a:pt x="2938" y="150"/>
                  <a:pt x="2938" y="160"/>
                </a:cubicBezTo>
                <a:lnTo>
                  <a:pt x="2938" y="557"/>
                </a:lnTo>
                <a:cubicBezTo>
                  <a:pt x="2938" y="567"/>
                  <a:pt x="2937" y="578"/>
                  <a:pt x="2935" y="588"/>
                </a:cubicBezTo>
                <a:cubicBezTo>
                  <a:pt x="2933" y="598"/>
                  <a:pt x="2930" y="608"/>
                  <a:pt x="2926" y="618"/>
                </a:cubicBezTo>
                <a:cubicBezTo>
                  <a:pt x="2922" y="627"/>
                  <a:pt x="2917" y="637"/>
                  <a:pt x="2911" y="645"/>
                </a:cubicBezTo>
                <a:cubicBezTo>
                  <a:pt x="2906" y="654"/>
                  <a:pt x="2899" y="662"/>
                  <a:pt x="2892" y="669"/>
                </a:cubicBezTo>
                <a:cubicBezTo>
                  <a:pt x="2884" y="677"/>
                  <a:pt x="2876" y="683"/>
                  <a:pt x="2868" y="689"/>
                </a:cubicBezTo>
                <a:cubicBezTo>
                  <a:pt x="2859" y="695"/>
                  <a:pt x="2850" y="700"/>
                  <a:pt x="2840" y="704"/>
                </a:cubicBezTo>
                <a:cubicBezTo>
                  <a:pt x="2831" y="708"/>
                  <a:pt x="2821" y="711"/>
                  <a:pt x="2810" y="713"/>
                </a:cubicBezTo>
                <a:cubicBezTo>
                  <a:pt x="2800" y="715"/>
                  <a:pt x="2790" y="716"/>
                  <a:pt x="2779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145600" y="2633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2264760" y="271872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PowerShell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3253680" y="2633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305880" y="264780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または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2" name=""/>
          <p:cNvSpPr/>
          <p:nvPr/>
        </p:nvSpPr>
        <p:spPr>
          <a:xfrm>
            <a:off x="3933720" y="2657160"/>
            <a:ext cx="1600560" cy="257760"/>
          </a:xfrm>
          <a:custGeom>
            <a:avLst/>
            <a:gdLst/>
            <a:ahLst/>
            <a:rect l="0" t="0" r="r" b="b"/>
            <a:pathLst>
              <a:path w="4446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287" y="0"/>
                </a:lnTo>
                <a:cubicBezTo>
                  <a:pt x="4297" y="0"/>
                  <a:pt x="4308" y="1"/>
                  <a:pt x="4318" y="3"/>
                </a:cubicBezTo>
                <a:cubicBezTo>
                  <a:pt x="4328" y="5"/>
                  <a:pt x="4338" y="8"/>
                  <a:pt x="4348" y="12"/>
                </a:cubicBezTo>
                <a:cubicBezTo>
                  <a:pt x="4357" y="16"/>
                  <a:pt x="4367" y="21"/>
                  <a:pt x="4375" y="27"/>
                </a:cubicBezTo>
                <a:cubicBezTo>
                  <a:pt x="4384" y="33"/>
                  <a:pt x="4392" y="39"/>
                  <a:pt x="4399" y="47"/>
                </a:cubicBezTo>
                <a:cubicBezTo>
                  <a:pt x="4407" y="54"/>
                  <a:pt x="4413" y="62"/>
                  <a:pt x="4419" y="71"/>
                </a:cubicBezTo>
                <a:cubicBezTo>
                  <a:pt x="4425" y="80"/>
                  <a:pt x="4430" y="89"/>
                  <a:pt x="4434" y="98"/>
                </a:cubicBezTo>
                <a:cubicBezTo>
                  <a:pt x="4438" y="108"/>
                  <a:pt x="4441" y="119"/>
                  <a:pt x="4443" y="129"/>
                </a:cubicBezTo>
                <a:cubicBezTo>
                  <a:pt x="4445" y="139"/>
                  <a:pt x="4446" y="150"/>
                  <a:pt x="4446" y="160"/>
                </a:cubicBezTo>
                <a:lnTo>
                  <a:pt x="4446" y="557"/>
                </a:lnTo>
                <a:cubicBezTo>
                  <a:pt x="4446" y="567"/>
                  <a:pt x="4445" y="578"/>
                  <a:pt x="4443" y="588"/>
                </a:cubicBezTo>
                <a:cubicBezTo>
                  <a:pt x="4441" y="598"/>
                  <a:pt x="4438" y="608"/>
                  <a:pt x="4434" y="618"/>
                </a:cubicBezTo>
                <a:cubicBezTo>
                  <a:pt x="4430" y="627"/>
                  <a:pt x="4425" y="637"/>
                  <a:pt x="4419" y="645"/>
                </a:cubicBezTo>
                <a:cubicBezTo>
                  <a:pt x="4413" y="654"/>
                  <a:pt x="4407" y="662"/>
                  <a:pt x="4399" y="669"/>
                </a:cubicBezTo>
                <a:cubicBezTo>
                  <a:pt x="4392" y="677"/>
                  <a:pt x="4384" y="683"/>
                  <a:pt x="4375" y="689"/>
                </a:cubicBezTo>
                <a:cubicBezTo>
                  <a:pt x="4367" y="695"/>
                  <a:pt x="4357" y="700"/>
                  <a:pt x="4348" y="704"/>
                </a:cubicBezTo>
                <a:cubicBezTo>
                  <a:pt x="4338" y="708"/>
                  <a:pt x="4328" y="711"/>
                  <a:pt x="4318" y="713"/>
                </a:cubicBezTo>
                <a:cubicBezTo>
                  <a:pt x="4308" y="715"/>
                  <a:pt x="4297" y="716"/>
                  <a:pt x="4287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7" y="711"/>
                  <a:pt x="107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2" y="654"/>
                  <a:pt x="27" y="645"/>
                </a:cubicBezTo>
                <a:cubicBezTo>
                  <a:pt x="21" y="637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3877200" y="2633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996360" y="2718720"/>
            <a:ext cx="147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Windows Terminal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5" name=""/>
          <p:cNvSpPr/>
          <p:nvPr/>
        </p:nvSpPr>
        <p:spPr>
          <a:xfrm>
            <a:off x="933120" y="36194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47720" y="309564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このコマンドで何をするか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128600" y="3509280"/>
            <a:ext cx="1310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repository root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8" name=""/>
          <p:cNvSpPr/>
          <p:nvPr/>
        </p:nvSpPr>
        <p:spPr>
          <a:xfrm>
            <a:off x="933120" y="39430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438280" y="352440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に移動する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128600" y="383292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1" name=""/>
          <p:cNvSpPr/>
          <p:nvPr/>
        </p:nvSpPr>
        <p:spPr>
          <a:xfrm>
            <a:off x="933120" y="42670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02" name=""/>
          <p:cNvSpPr/>
          <p:nvPr/>
        </p:nvSpPr>
        <p:spPr>
          <a:xfrm>
            <a:off x="1133280" y="4171680"/>
            <a:ext cx="1047960" cy="257760"/>
          </a:xfrm>
          <a:custGeom>
            <a:avLst/>
            <a:gdLst/>
            <a:ahLst/>
            <a:rect l="0" t="0" r="r" b="b"/>
            <a:pathLst>
              <a:path w="2911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53" y="0"/>
                </a:lnTo>
                <a:cubicBezTo>
                  <a:pt x="2763" y="0"/>
                  <a:pt x="2773" y="1"/>
                  <a:pt x="2784" y="3"/>
                </a:cubicBezTo>
                <a:cubicBezTo>
                  <a:pt x="2794" y="5"/>
                  <a:pt x="2804" y="8"/>
                  <a:pt x="2813" y="12"/>
                </a:cubicBezTo>
                <a:cubicBezTo>
                  <a:pt x="2823" y="16"/>
                  <a:pt x="2832" y="21"/>
                  <a:pt x="2841" y="27"/>
                </a:cubicBezTo>
                <a:cubicBezTo>
                  <a:pt x="2850" y="33"/>
                  <a:pt x="2858" y="39"/>
                  <a:pt x="2865" y="47"/>
                </a:cubicBezTo>
                <a:cubicBezTo>
                  <a:pt x="2872" y="54"/>
                  <a:pt x="2879" y="62"/>
                  <a:pt x="2885" y="71"/>
                </a:cubicBezTo>
                <a:cubicBezTo>
                  <a:pt x="2890" y="79"/>
                  <a:pt x="2895" y="89"/>
                  <a:pt x="2899" y="98"/>
                </a:cubicBezTo>
                <a:cubicBezTo>
                  <a:pt x="2903" y="108"/>
                  <a:pt x="2906" y="118"/>
                  <a:pt x="2908" y="128"/>
                </a:cubicBezTo>
                <a:cubicBezTo>
                  <a:pt x="2910" y="138"/>
                  <a:pt x="2911" y="149"/>
                  <a:pt x="2911" y="159"/>
                </a:cubicBezTo>
                <a:lnTo>
                  <a:pt x="2911" y="557"/>
                </a:lnTo>
                <a:cubicBezTo>
                  <a:pt x="2911" y="567"/>
                  <a:pt x="2910" y="578"/>
                  <a:pt x="2908" y="588"/>
                </a:cubicBezTo>
                <a:cubicBezTo>
                  <a:pt x="2906" y="598"/>
                  <a:pt x="2903" y="608"/>
                  <a:pt x="2899" y="618"/>
                </a:cubicBezTo>
                <a:cubicBezTo>
                  <a:pt x="2895" y="627"/>
                  <a:pt x="2890" y="636"/>
                  <a:pt x="2885" y="645"/>
                </a:cubicBezTo>
                <a:cubicBezTo>
                  <a:pt x="2879" y="654"/>
                  <a:pt x="2872" y="662"/>
                  <a:pt x="2865" y="669"/>
                </a:cubicBezTo>
                <a:cubicBezTo>
                  <a:pt x="2858" y="676"/>
                  <a:pt x="2850" y="683"/>
                  <a:pt x="2841" y="689"/>
                </a:cubicBezTo>
                <a:cubicBezTo>
                  <a:pt x="2832" y="695"/>
                  <a:pt x="2823" y="700"/>
                  <a:pt x="2813" y="704"/>
                </a:cubicBezTo>
                <a:cubicBezTo>
                  <a:pt x="2804" y="708"/>
                  <a:pt x="2794" y="711"/>
                  <a:pt x="2784" y="713"/>
                </a:cubicBezTo>
                <a:cubicBezTo>
                  <a:pt x="2773" y="715"/>
                  <a:pt x="2763" y="716"/>
                  <a:pt x="2753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8" y="700"/>
                  <a:pt x="79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091600" y="3848040"/>
            <a:ext cx="1524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⽤フォルダを作る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195560" y="423324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2184480" y="41569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6" name=""/>
          <p:cNvSpPr/>
          <p:nvPr/>
        </p:nvSpPr>
        <p:spPr>
          <a:xfrm>
            <a:off x="933120" y="46004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236680" y="417204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をコピーする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128600" y="45054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9" name=""/>
          <p:cNvSpPr/>
          <p:nvPr/>
        </p:nvSpPr>
        <p:spPr>
          <a:xfrm>
            <a:off x="1371240" y="4514760"/>
            <a:ext cx="867240" cy="257400"/>
          </a:xfrm>
          <a:custGeom>
            <a:avLst/>
            <a:gdLst/>
            <a:ahLst/>
            <a:rect l="0" t="0" r="r" b="b"/>
            <a:pathLst>
              <a:path w="2409" h="715">
                <a:moveTo>
                  <a:pt x="0" y="555"/>
                </a:moveTo>
                <a:lnTo>
                  <a:pt x="0" y="158"/>
                </a:lnTo>
                <a:cubicBezTo>
                  <a:pt x="0" y="148"/>
                  <a:pt x="2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2250" y="0"/>
                </a:lnTo>
                <a:cubicBezTo>
                  <a:pt x="2261" y="0"/>
                  <a:pt x="2271" y="1"/>
                  <a:pt x="2281" y="3"/>
                </a:cubicBezTo>
                <a:cubicBezTo>
                  <a:pt x="2292" y="5"/>
                  <a:pt x="2302" y="8"/>
                  <a:pt x="2311" y="12"/>
                </a:cubicBezTo>
                <a:cubicBezTo>
                  <a:pt x="2321" y="16"/>
                  <a:pt x="2330" y="21"/>
                  <a:pt x="2339" y="27"/>
                </a:cubicBezTo>
                <a:cubicBezTo>
                  <a:pt x="2347" y="32"/>
                  <a:pt x="2355" y="39"/>
                  <a:pt x="2363" y="46"/>
                </a:cubicBezTo>
                <a:cubicBezTo>
                  <a:pt x="2370" y="54"/>
                  <a:pt x="2377" y="62"/>
                  <a:pt x="2382" y="70"/>
                </a:cubicBezTo>
                <a:cubicBezTo>
                  <a:pt x="2388" y="79"/>
                  <a:pt x="2393" y="88"/>
                  <a:pt x="2397" y="98"/>
                </a:cubicBezTo>
                <a:cubicBezTo>
                  <a:pt x="2401" y="107"/>
                  <a:pt x="2404" y="117"/>
                  <a:pt x="2406" y="128"/>
                </a:cubicBezTo>
                <a:cubicBezTo>
                  <a:pt x="2408" y="138"/>
                  <a:pt x="2409" y="148"/>
                  <a:pt x="2409" y="158"/>
                </a:cubicBezTo>
                <a:lnTo>
                  <a:pt x="2409" y="555"/>
                </a:lnTo>
                <a:cubicBezTo>
                  <a:pt x="2409" y="566"/>
                  <a:pt x="2408" y="576"/>
                  <a:pt x="2406" y="586"/>
                </a:cubicBezTo>
                <a:cubicBezTo>
                  <a:pt x="2404" y="597"/>
                  <a:pt x="2401" y="606"/>
                  <a:pt x="2397" y="616"/>
                </a:cubicBezTo>
                <a:cubicBezTo>
                  <a:pt x="2393" y="626"/>
                  <a:pt x="2388" y="635"/>
                  <a:pt x="2382" y="644"/>
                </a:cubicBezTo>
                <a:cubicBezTo>
                  <a:pt x="2377" y="652"/>
                  <a:pt x="2370" y="660"/>
                  <a:pt x="2363" y="669"/>
                </a:cubicBezTo>
                <a:cubicBezTo>
                  <a:pt x="2355" y="676"/>
                  <a:pt x="2347" y="683"/>
                  <a:pt x="2339" y="688"/>
                </a:cubicBezTo>
                <a:cubicBezTo>
                  <a:pt x="2330" y="694"/>
                  <a:pt x="2321" y="699"/>
                  <a:pt x="2311" y="703"/>
                </a:cubicBezTo>
                <a:cubicBezTo>
                  <a:pt x="2302" y="707"/>
                  <a:pt x="2292" y="710"/>
                  <a:pt x="2281" y="712"/>
                </a:cubicBezTo>
                <a:cubicBezTo>
                  <a:pt x="2271" y="714"/>
                  <a:pt x="2261" y="715"/>
                  <a:pt x="2250" y="715"/>
                </a:cubicBezTo>
                <a:lnTo>
                  <a:pt x="159" y="715"/>
                </a:lnTo>
                <a:cubicBezTo>
                  <a:pt x="149" y="715"/>
                  <a:pt x="139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0"/>
                  <a:pt x="33" y="652"/>
                  <a:pt x="27" y="644"/>
                </a:cubicBezTo>
                <a:cubicBezTo>
                  <a:pt x="21" y="635"/>
                  <a:pt x="17" y="626"/>
                  <a:pt x="13" y="616"/>
                </a:cubicBezTo>
                <a:cubicBezTo>
                  <a:pt x="9" y="606"/>
                  <a:pt x="6" y="597"/>
                  <a:pt x="4" y="586"/>
                </a:cubicBezTo>
                <a:cubicBezTo>
                  <a:pt x="2" y="576"/>
                  <a:pt x="0" y="566"/>
                  <a:pt x="0" y="55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319040" y="44902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438560" y="457632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2242800" y="44902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2295000" y="45054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2485440" y="4490280"/>
            <a:ext cx="8704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3355200" y="45054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3545640" y="4490280"/>
            <a:ext cx="1003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Markdown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4548240" y="450540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に変換する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747720" y="4952880"/>
            <a:ext cx="5334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次のスライドのコマンドを、そのまま貼り付けて実⾏します。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3" name=""/>
          <p:cNvSpPr/>
          <p:nvPr/>
        </p:nvSpPr>
        <p:spPr>
          <a:xfrm>
            <a:off x="757080" y="1928520"/>
            <a:ext cx="10687320" cy="3496320"/>
          </a:xfrm>
          <a:custGeom>
            <a:avLst/>
            <a:gdLst/>
            <a:ahLst/>
            <a:rect l="0" t="0" r="r" b="b"/>
            <a:pathLst>
              <a:path w="29687" h="9712">
                <a:moveTo>
                  <a:pt x="0" y="956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9566"/>
                </a:lnTo>
                <a:cubicBezTo>
                  <a:pt x="29687" y="9576"/>
                  <a:pt x="29686" y="9585"/>
                  <a:pt x="29684" y="9594"/>
                </a:cubicBezTo>
                <a:cubicBezTo>
                  <a:pt x="29683" y="9604"/>
                  <a:pt x="29680" y="9613"/>
                  <a:pt x="29676" y="9622"/>
                </a:cubicBezTo>
                <a:cubicBezTo>
                  <a:pt x="29672" y="9631"/>
                  <a:pt x="29668" y="9639"/>
                  <a:pt x="29663" y="9647"/>
                </a:cubicBezTo>
                <a:cubicBezTo>
                  <a:pt x="29657" y="9655"/>
                  <a:pt x="29651" y="9662"/>
                  <a:pt x="29645" y="9669"/>
                </a:cubicBezTo>
                <a:cubicBezTo>
                  <a:pt x="29638" y="9676"/>
                  <a:pt x="29630" y="9682"/>
                  <a:pt x="29623" y="9687"/>
                </a:cubicBezTo>
                <a:cubicBezTo>
                  <a:pt x="29615" y="9692"/>
                  <a:pt x="29606" y="9697"/>
                  <a:pt x="29597" y="9700"/>
                </a:cubicBezTo>
                <a:cubicBezTo>
                  <a:pt x="29589" y="9704"/>
                  <a:pt x="29579" y="9707"/>
                  <a:pt x="29570" y="9709"/>
                </a:cubicBezTo>
                <a:cubicBezTo>
                  <a:pt x="29561" y="9711"/>
                  <a:pt x="29551" y="9712"/>
                  <a:pt x="29542" y="9712"/>
                </a:cubicBezTo>
                <a:lnTo>
                  <a:pt x="145" y="9712"/>
                </a:lnTo>
                <a:cubicBezTo>
                  <a:pt x="136" y="9712"/>
                  <a:pt x="126" y="9711"/>
                  <a:pt x="117" y="9709"/>
                </a:cubicBezTo>
                <a:cubicBezTo>
                  <a:pt x="108" y="9707"/>
                  <a:pt x="99" y="9704"/>
                  <a:pt x="90" y="9700"/>
                </a:cubicBezTo>
                <a:cubicBezTo>
                  <a:pt x="81" y="9697"/>
                  <a:pt x="73" y="9692"/>
                  <a:pt x="65" y="9687"/>
                </a:cubicBezTo>
                <a:cubicBezTo>
                  <a:pt x="57" y="9682"/>
                  <a:pt x="49" y="9676"/>
                  <a:pt x="43" y="9669"/>
                </a:cubicBezTo>
                <a:cubicBezTo>
                  <a:pt x="36" y="9662"/>
                  <a:pt x="30" y="9655"/>
                  <a:pt x="24" y="9647"/>
                </a:cubicBezTo>
                <a:cubicBezTo>
                  <a:pt x="19" y="9639"/>
                  <a:pt x="15" y="9631"/>
                  <a:pt x="11" y="9622"/>
                </a:cubicBezTo>
                <a:cubicBezTo>
                  <a:pt x="7" y="9613"/>
                  <a:pt x="5" y="9604"/>
                  <a:pt x="3" y="9594"/>
                </a:cubicBezTo>
                <a:cubicBezTo>
                  <a:pt x="1" y="9585"/>
                  <a:pt x="0" y="9576"/>
                  <a:pt x="0" y="956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4" name=""/>
          <p:cNvSpPr/>
          <p:nvPr/>
        </p:nvSpPr>
        <p:spPr>
          <a:xfrm>
            <a:off x="757080" y="1928520"/>
            <a:ext cx="10687320" cy="3496320"/>
          </a:xfrm>
          <a:custGeom>
            <a:avLst/>
            <a:gdLst/>
            <a:ahLst/>
            <a:rect l="0" t="0" r="r" b="b"/>
            <a:pathLst>
              <a:path w="29687" h="9712">
                <a:moveTo>
                  <a:pt x="0" y="956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9566"/>
                </a:lnTo>
                <a:cubicBezTo>
                  <a:pt x="29687" y="9576"/>
                  <a:pt x="29686" y="9585"/>
                  <a:pt x="29684" y="9594"/>
                </a:cubicBezTo>
                <a:cubicBezTo>
                  <a:pt x="29683" y="9604"/>
                  <a:pt x="29680" y="9613"/>
                  <a:pt x="29676" y="9622"/>
                </a:cubicBezTo>
                <a:cubicBezTo>
                  <a:pt x="29672" y="9631"/>
                  <a:pt x="29668" y="9639"/>
                  <a:pt x="29663" y="9647"/>
                </a:cubicBezTo>
                <a:cubicBezTo>
                  <a:pt x="29657" y="9655"/>
                  <a:pt x="29651" y="9662"/>
                  <a:pt x="29645" y="9669"/>
                </a:cubicBezTo>
                <a:cubicBezTo>
                  <a:pt x="29638" y="9676"/>
                  <a:pt x="29630" y="9682"/>
                  <a:pt x="29623" y="9687"/>
                </a:cubicBezTo>
                <a:cubicBezTo>
                  <a:pt x="29615" y="9692"/>
                  <a:pt x="29606" y="9697"/>
                  <a:pt x="29597" y="9700"/>
                </a:cubicBezTo>
                <a:cubicBezTo>
                  <a:pt x="29589" y="9704"/>
                  <a:pt x="29579" y="9707"/>
                  <a:pt x="29570" y="9709"/>
                </a:cubicBezTo>
                <a:cubicBezTo>
                  <a:pt x="29561" y="9711"/>
                  <a:pt x="29551" y="9712"/>
                  <a:pt x="29542" y="9712"/>
                </a:cubicBezTo>
                <a:lnTo>
                  <a:pt x="145" y="9712"/>
                </a:lnTo>
                <a:cubicBezTo>
                  <a:pt x="136" y="9712"/>
                  <a:pt x="126" y="9711"/>
                  <a:pt x="117" y="9709"/>
                </a:cubicBezTo>
                <a:cubicBezTo>
                  <a:pt x="108" y="9707"/>
                  <a:pt x="99" y="9704"/>
                  <a:pt x="90" y="9700"/>
                </a:cubicBezTo>
                <a:cubicBezTo>
                  <a:pt x="81" y="9697"/>
                  <a:pt x="73" y="9692"/>
                  <a:pt x="65" y="9687"/>
                </a:cubicBezTo>
                <a:cubicBezTo>
                  <a:pt x="57" y="9682"/>
                  <a:pt x="49" y="9676"/>
                  <a:pt x="43" y="9669"/>
                </a:cubicBezTo>
                <a:cubicBezTo>
                  <a:pt x="36" y="9662"/>
                  <a:pt x="30" y="9655"/>
                  <a:pt x="24" y="9647"/>
                </a:cubicBezTo>
                <a:cubicBezTo>
                  <a:pt x="19" y="9639"/>
                  <a:pt x="15" y="9631"/>
                  <a:pt x="11" y="9622"/>
                </a:cubicBezTo>
                <a:cubicBezTo>
                  <a:pt x="7" y="9613"/>
                  <a:pt x="5" y="9604"/>
                  <a:pt x="3" y="9594"/>
                </a:cubicBezTo>
                <a:cubicBezTo>
                  <a:pt x="1" y="9585"/>
                  <a:pt x="0" y="9576"/>
                  <a:pt x="0" y="956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747720" y="1416960"/>
            <a:ext cx="12265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PowerShell 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919160" y="1434600"/>
            <a:ext cx="89064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7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コマンド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914400" y="2125440"/>
            <a:ext cx="3457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914400" y="2458800"/>
            <a:ext cx="38973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 |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914400" y="2630160"/>
            <a:ext cx="45259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.\.agents\workflows |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914400" y="2792160"/>
            <a:ext cx="45889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.\.agents\references |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914400" y="3125520"/>
            <a:ext cx="5091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.\references\*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.\.agents\references\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914400" y="3468240"/>
            <a:ext cx="3268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Get-ChildItem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-Directory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.\skills |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ForEach-Object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{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914400" y="3630240"/>
            <a:ext cx="1383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$skillName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$_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914400" y="3801600"/>
            <a:ext cx="2954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$skillFile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Join-Path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$_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.FullName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'SKILL.md'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914400" y="3963600"/>
            <a:ext cx="30175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$outFile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".\.agents\workflows\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$skillName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.md"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914400" y="4306680"/>
            <a:ext cx="3332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Get-Content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-LiteralPath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$skillFile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-Raw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914400" y="4468680"/>
            <a:ext cx="47768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[</a:t>
            </a:r>
            <a:r>
              <a:rPr lang="en-US" sz="90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regex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]::Replace(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'(?s)^---\r?\n.*?\r?\n---\r?\n'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''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914400" y="4640040"/>
            <a:ext cx="4526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-replace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'\.\./\.\./references/'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'../references/'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914400" y="4973400"/>
            <a:ext cx="41493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-LiteralPath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$outFile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-Value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-Encoding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UTF8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914400" y="5135400"/>
            <a:ext cx="1134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1783160" y="63446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747720" y="1295280"/>
            <a:ext cx="994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変換⼿順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738440" y="1275840"/>
            <a:ext cx="6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: bash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47720" y="1851840"/>
            <a:ext cx="741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Git Bash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488240" y="186696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前提です。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47720" y="2127960"/>
            <a:ext cx="421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WSL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1168560" y="214308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を使う場合は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1" name=""/>
          <p:cNvSpPr/>
          <p:nvPr/>
        </p:nvSpPr>
        <p:spPr>
          <a:xfrm>
            <a:off x="2361960" y="2143080"/>
            <a:ext cx="1610280" cy="257400"/>
          </a:xfrm>
          <a:custGeom>
            <a:avLst/>
            <a:gdLst/>
            <a:ahLst/>
            <a:rect l="0" t="0" r="r" b="b"/>
            <a:pathLst>
              <a:path w="4473" h="715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60" y="0"/>
                </a:cubicBezTo>
                <a:lnTo>
                  <a:pt x="4314" y="0"/>
                </a:lnTo>
                <a:cubicBezTo>
                  <a:pt x="4324" y="0"/>
                  <a:pt x="4335" y="1"/>
                  <a:pt x="4345" y="3"/>
                </a:cubicBezTo>
                <a:cubicBezTo>
                  <a:pt x="4355" y="5"/>
                  <a:pt x="4365" y="8"/>
                  <a:pt x="4375" y="12"/>
                </a:cubicBezTo>
                <a:cubicBezTo>
                  <a:pt x="4384" y="16"/>
                  <a:pt x="4393" y="21"/>
                  <a:pt x="4402" y="26"/>
                </a:cubicBezTo>
                <a:cubicBezTo>
                  <a:pt x="4411" y="32"/>
                  <a:pt x="4419" y="39"/>
                  <a:pt x="4426" y="46"/>
                </a:cubicBezTo>
                <a:cubicBezTo>
                  <a:pt x="4433" y="53"/>
                  <a:pt x="4440" y="62"/>
                  <a:pt x="4446" y="70"/>
                </a:cubicBezTo>
                <a:cubicBezTo>
                  <a:pt x="4452" y="79"/>
                  <a:pt x="4457" y="88"/>
                  <a:pt x="4461" y="98"/>
                </a:cubicBezTo>
                <a:cubicBezTo>
                  <a:pt x="4465" y="107"/>
                  <a:pt x="4468" y="118"/>
                  <a:pt x="4470" y="128"/>
                </a:cubicBezTo>
                <a:cubicBezTo>
                  <a:pt x="4472" y="139"/>
                  <a:pt x="4473" y="149"/>
                  <a:pt x="4473" y="159"/>
                </a:cubicBezTo>
                <a:lnTo>
                  <a:pt x="4473" y="556"/>
                </a:lnTo>
                <a:cubicBezTo>
                  <a:pt x="4473" y="567"/>
                  <a:pt x="4472" y="577"/>
                  <a:pt x="4470" y="587"/>
                </a:cubicBezTo>
                <a:cubicBezTo>
                  <a:pt x="4468" y="597"/>
                  <a:pt x="4465" y="607"/>
                  <a:pt x="4461" y="617"/>
                </a:cubicBezTo>
                <a:cubicBezTo>
                  <a:pt x="4457" y="627"/>
                  <a:pt x="4452" y="636"/>
                  <a:pt x="4446" y="644"/>
                </a:cubicBezTo>
                <a:cubicBezTo>
                  <a:pt x="4440" y="653"/>
                  <a:pt x="4433" y="661"/>
                  <a:pt x="4426" y="669"/>
                </a:cubicBezTo>
                <a:cubicBezTo>
                  <a:pt x="4419" y="676"/>
                  <a:pt x="4411" y="682"/>
                  <a:pt x="4402" y="688"/>
                </a:cubicBezTo>
                <a:cubicBezTo>
                  <a:pt x="4393" y="694"/>
                  <a:pt x="4384" y="699"/>
                  <a:pt x="4375" y="703"/>
                </a:cubicBezTo>
                <a:cubicBezTo>
                  <a:pt x="4365" y="707"/>
                  <a:pt x="4355" y="710"/>
                  <a:pt x="4345" y="712"/>
                </a:cubicBezTo>
                <a:cubicBezTo>
                  <a:pt x="4335" y="714"/>
                  <a:pt x="4324" y="715"/>
                  <a:pt x="4314" y="715"/>
                </a:cubicBezTo>
                <a:lnTo>
                  <a:pt x="160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79" y="694"/>
                  <a:pt x="71" y="688"/>
                </a:cubicBezTo>
                <a:cubicBezTo>
                  <a:pt x="62" y="682"/>
                  <a:pt x="54" y="676"/>
                  <a:pt x="47" y="669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2311560" y="21279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2431080" y="2204280"/>
            <a:ext cx="147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/mnt/c/Users/...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3972600" y="21279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4024800" y="2143080"/>
            <a:ext cx="209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に読み替えてください。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6" name=""/>
          <p:cNvSpPr/>
          <p:nvPr/>
        </p:nvSpPr>
        <p:spPr>
          <a:xfrm>
            <a:off x="933120" y="31050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7" name=""/>
          <p:cNvSpPr/>
          <p:nvPr/>
        </p:nvSpPr>
        <p:spPr>
          <a:xfrm>
            <a:off x="1133280" y="3019320"/>
            <a:ext cx="867240" cy="257400"/>
          </a:xfrm>
          <a:custGeom>
            <a:avLst/>
            <a:gdLst/>
            <a:ahLst/>
            <a:rect l="0" t="0" r="r" b="b"/>
            <a:pathLst>
              <a:path w="2409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250" y="0"/>
                </a:lnTo>
                <a:cubicBezTo>
                  <a:pt x="2260" y="0"/>
                  <a:pt x="2271" y="1"/>
                  <a:pt x="2281" y="3"/>
                </a:cubicBezTo>
                <a:cubicBezTo>
                  <a:pt x="2291" y="5"/>
                  <a:pt x="2301" y="8"/>
                  <a:pt x="2311" y="12"/>
                </a:cubicBezTo>
                <a:cubicBezTo>
                  <a:pt x="2320" y="16"/>
                  <a:pt x="2330" y="21"/>
                  <a:pt x="2338" y="27"/>
                </a:cubicBezTo>
                <a:cubicBezTo>
                  <a:pt x="2347" y="32"/>
                  <a:pt x="2355" y="39"/>
                  <a:pt x="2362" y="46"/>
                </a:cubicBezTo>
                <a:cubicBezTo>
                  <a:pt x="2370" y="54"/>
                  <a:pt x="2376" y="62"/>
                  <a:pt x="2382" y="70"/>
                </a:cubicBezTo>
                <a:cubicBezTo>
                  <a:pt x="2388" y="79"/>
                  <a:pt x="2393" y="88"/>
                  <a:pt x="2397" y="98"/>
                </a:cubicBezTo>
                <a:cubicBezTo>
                  <a:pt x="2401" y="107"/>
                  <a:pt x="2404" y="117"/>
                  <a:pt x="2406" y="128"/>
                </a:cubicBezTo>
                <a:cubicBezTo>
                  <a:pt x="2408" y="138"/>
                  <a:pt x="2409" y="148"/>
                  <a:pt x="2409" y="159"/>
                </a:cubicBezTo>
                <a:lnTo>
                  <a:pt x="2409" y="556"/>
                </a:lnTo>
                <a:cubicBezTo>
                  <a:pt x="2409" y="567"/>
                  <a:pt x="2408" y="577"/>
                  <a:pt x="2406" y="587"/>
                </a:cubicBezTo>
                <a:cubicBezTo>
                  <a:pt x="2404" y="598"/>
                  <a:pt x="2401" y="608"/>
                  <a:pt x="2397" y="617"/>
                </a:cubicBezTo>
                <a:cubicBezTo>
                  <a:pt x="2393" y="627"/>
                  <a:pt x="2388" y="636"/>
                  <a:pt x="2382" y="645"/>
                </a:cubicBezTo>
                <a:cubicBezTo>
                  <a:pt x="2376" y="653"/>
                  <a:pt x="2370" y="661"/>
                  <a:pt x="2362" y="669"/>
                </a:cubicBezTo>
                <a:cubicBezTo>
                  <a:pt x="2355" y="676"/>
                  <a:pt x="2347" y="683"/>
                  <a:pt x="2338" y="688"/>
                </a:cubicBezTo>
                <a:cubicBezTo>
                  <a:pt x="2330" y="694"/>
                  <a:pt x="2320" y="699"/>
                  <a:pt x="2311" y="703"/>
                </a:cubicBezTo>
                <a:cubicBezTo>
                  <a:pt x="2301" y="707"/>
                  <a:pt x="2291" y="710"/>
                  <a:pt x="2281" y="712"/>
                </a:cubicBezTo>
                <a:cubicBezTo>
                  <a:pt x="2271" y="714"/>
                  <a:pt x="2260" y="715"/>
                  <a:pt x="2250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747720" y="258120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どこでやるか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1195560" y="308088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Bash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0" name=""/>
          <p:cNvSpPr/>
          <p:nvPr/>
        </p:nvSpPr>
        <p:spPr>
          <a:xfrm>
            <a:off x="933120" y="39812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47720" y="345744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このコマンドで何をするか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1128600" y="3871080"/>
            <a:ext cx="1310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repository root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3" name=""/>
          <p:cNvSpPr/>
          <p:nvPr/>
        </p:nvSpPr>
        <p:spPr>
          <a:xfrm>
            <a:off x="933120" y="43052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2"/>
                </a:moveTo>
                <a:cubicBezTo>
                  <a:pt x="187" y="105"/>
                  <a:pt x="184" y="116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7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5"/>
                  <a:pt x="175" y="45"/>
                  <a:pt x="180" y="57"/>
                </a:cubicBezTo>
                <a:cubicBezTo>
                  <a:pt x="184" y="68"/>
                  <a:pt x="187" y="80"/>
                  <a:pt x="187" y="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2438280" y="388620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に移動する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128600" y="419508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6" name=""/>
          <p:cNvSpPr/>
          <p:nvPr/>
        </p:nvSpPr>
        <p:spPr>
          <a:xfrm>
            <a:off x="933120" y="46288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8"/>
                </a:cubicBezTo>
                <a:cubicBezTo>
                  <a:pt x="151" y="167"/>
                  <a:pt x="141" y="174"/>
                  <a:pt x="129" y="178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8"/>
                </a:cubicBezTo>
                <a:cubicBezTo>
                  <a:pt x="46" y="174"/>
                  <a:pt x="36" y="167"/>
                  <a:pt x="28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7" name=""/>
          <p:cNvSpPr/>
          <p:nvPr/>
        </p:nvSpPr>
        <p:spPr>
          <a:xfrm>
            <a:off x="1133280" y="4533840"/>
            <a:ext cx="1047960" cy="257400"/>
          </a:xfrm>
          <a:custGeom>
            <a:avLst/>
            <a:gdLst/>
            <a:ahLst/>
            <a:rect l="0" t="0" r="r" b="b"/>
            <a:pathLst>
              <a:path w="2911" h="715">
                <a:moveTo>
                  <a:pt x="0" y="555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53" y="0"/>
                </a:lnTo>
                <a:cubicBezTo>
                  <a:pt x="2763" y="0"/>
                  <a:pt x="2773" y="1"/>
                  <a:pt x="2784" y="3"/>
                </a:cubicBezTo>
                <a:cubicBezTo>
                  <a:pt x="2794" y="5"/>
                  <a:pt x="2804" y="8"/>
                  <a:pt x="2813" y="12"/>
                </a:cubicBezTo>
                <a:cubicBezTo>
                  <a:pt x="2823" y="16"/>
                  <a:pt x="2832" y="21"/>
                  <a:pt x="2841" y="26"/>
                </a:cubicBezTo>
                <a:cubicBezTo>
                  <a:pt x="2850" y="32"/>
                  <a:pt x="2858" y="39"/>
                  <a:pt x="2865" y="46"/>
                </a:cubicBezTo>
                <a:cubicBezTo>
                  <a:pt x="2872" y="54"/>
                  <a:pt x="2879" y="62"/>
                  <a:pt x="2885" y="70"/>
                </a:cubicBezTo>
                <a:cubicBezTo>
                  <a:pt x="2890" y="79"/>
                  <a:pt x="2895" y="88"/>
                  <a:pt x="2899" y="98"/>
                </a:cubicBezTo>
                <a:cubicBezTo>
                  <a:pt x="2903" y="107"/>
                  <a:pt x="2906" y="117"/>
                  <a:pt x="2908" y="127"/>
                </a:cubicBezTo>
                <a:cubicBezTo>
                  <a:pt x="2910" y="138"/>
                  <a:pt x="2911" y="148"/>
                  <a:pt x="2911" y="158"/>
                </a:cubicBezTo>
                <a:lnTo>
                  <a:pt x="2911" y="555"/>
                </a:lnTo>
                <a:cubicBezTo>
                  <a:pt x="2911" y="566"/>
                  <a:pt x="2910" y="576"/>
                  <a:pt x="2908" y="586"/>
                </a:cubicBezTo>
                <a:cubicBezTo>
                  <a:pt x="2906" y="596"/>
                  <a:pt x="2903" y="606"/>
                  <a:pt x="2899" y="617"/>
                </a:cubicBezTo>
                <a:cubicBezTo>
                  <a:pt x="2895" y="627"/>
                  <a:pt x="2890" y="636"/>
                  <a:pt x="2885" y="644"/>
                </a:cubicBezTo>
                <a:cubicBezTo>
                  <a:pt x="2879" y="653"/>
                  <a:pt x="2872" y="661"/>
                  <a:pt x="2865" y="669"/>
                </a:cubicBezTo>
                <a:cubicBezTo>
                  <a:pt x="2858" y="676"/>
                  <a:pt x="2850" y="682"/>
                  <a:pt x="2841" y="688"/>
                </a:cubicBezTo>
                <a:cubicBezTo>
                  <a:pt x="2832" y="694"/>
                  <a:pt x="2823" y="699"/>
                  <a:pt x="2813" y="703"/>
                </a:cubicBezTo>
                <a:cubicBezTo>
                  <a:pt x="2804" y="707"/>
                  <a:pt x="2794" y="710"/>
                  <a:pt x="2784" y="712"/>
                </a:cubicBezTo>
                <a:cubicBezTo>
                  <a:pt x="2773" y="714"/>
                  <a:pt x="2763" y="715"/>
                  <a:pt x="2753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2"/>
                  <a:pt x="54" y="676"/>
                  <a:pt x="47" y="669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6"/>
                  <a:pt x="5" y="596"/>
                  <a:pt x="3" y="586"/>
                </a:cubicBezTo>
                <a:cubicBezTo>
                  <a:pt x="1" y="576"/>
                  <a:pt x="0" y="566"/>
                  <a:pt x="0" y="55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2091600" y="4210200"/>
            <a:ext cx="1524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⽤フォルダを作る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195560" y="459540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2184480" y="45187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1" name=""/>
          <p:cNvSpPr/>
          <p:nvPr/>
        </p:nvSpPr>
        <p:spPr>
          <a:xfrm>
            <a:off x="933120" y="49622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8"/>
                </a:cubicBezTo>
                <a:cubicBezTo>
                  <a:pt x="151" y="167"/>
                  <a:pt x="141" y="174"/>
                  <a:pt x="129" y="178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8"/>
                </a:cubicBezTo>
                <a:cubicBezTo>
                  <a:pt x="46" y="174"/>
                  <a:pt x="36" y="167"/>
                  <a:pt x="28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2236680" y="453384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をコピーする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1128600" y="48672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4" name=""/>
          <p:cNvSpPr/>
          <p:nvPr/>
        </p:nvSpPr>
        <p:spPr>
          <a:xfrm>
            <a:off x="1371240" y="4876560"/>
            <a:ext cx="867240" cy="257760"/>
          </a:xfrm>
          <a:custGeom>
            <a:avLst/>
            <a:gdLst/>
            <a:ahLst/>
            <a:rect l="0" t="0" r="r" b="b"/>
            <a:pathLst>
              <a:path w="2409" h="716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2250" y="0"/>
                </a:lnTo>
                <a:cubicBezTo>
                  <a:pt x="2261" y="0"/>
                  <a:pt x="2271" y="1"/>
                  <a:pt x="2281" y="3"/>
                </a:cubicBezTo>
                <a:cubicBezTo>
                  <a:pt x="2292" y="5"/>
                  <a:pt x="2302" y="8"/>
                  <a:pt x="2311" y="12"/>
                </a:cubicBezTo>
                <a:cubicBezTo>
                  <a:pt x="2321" y="16"/>
                  <a:pt x="2330" y="21"/>
                  <a:pt x="2339" y="27"/>
                </a:cubicBezTo>
                <a:cubicBezTo>
                  <a:pt x="2347" y="33"/>
                  <a:pt x="2355" y="39"/>
                  <a:pt x="2363" y="47"/>
                </a:cubicBezTo>
                <a:cubicBezTo>
                  <a:pt x="2370" y="54"/>
                  <a:pt x="2377" y="62"/>
                  <a:pt x="2382" y="71"/>
                </a:cubicBezTo>
                <a:cubicBezTo>
                  <a:pt x="2388" y="79"/>
                  <a:pt x="2393" y="89"/>
                  <a:pt x="2397" y="98"/>
                </a:cubicBezTo>
                <a:cubicBezTo>
                  <a:pt x="2401" y="108"/>
                  <a:pt x="2404" y="118"/>
                  <a:pt x="2406" y="128"/>
                </a:cubicBezTo>
                <a:cubicBezTo>
                  <a:pt x="2408" y="138"/>
                  <a:pt x="2409" y="148"/>
                  <a:pt x="2409" y="159"/>
                </a:cubicBezTo>
                <a:lnTo>
                  <a:pt x="2409" y="557"/>
                </a:lnTo>
                <a:cubicBezTo>
                  <a:pt x="2409" y="567"/>
                  <a:pt x="2408" y="578"/>
                  <a:pt x="2406" y="588"/>
                </a:cubicBezTo>
                <a:cubicBezTo>
                  <a:pt x="2404" y="598"/>
                  <a:pt x="2401" y="608"/>
                  <a:pt x="2397" y="618"/>
                </a:cubicBezTo>
                <a:cubicBezTo>
                  <a:pt x="2393" y="627"/>
                  <a:pt x="2388" y="636"/>
                  <a:pt x="2382" y="645"/>
                </a:cubicBezTo>
                <a:cubicBezTo>
                  <a:pt x="2377" y="654"/>
                  <a:pt x="2370" y="662"/>
                  <a:pt x="2363" y="669"/>
                </a:cubicBezTo>
                <a:cubicBezTo>
                  <a:pt x="2355" y="676"/>
                  <a:pt x="2347" y="683"/>
                  <a:pt x="2339" y="689"/>
                </a:cubicBezTo>
                <a:cubicBezTo>
                  <a:pt x="2330" y="695"/>
                  <a:pt x="2321" y="699"/>
                  <a:pt x="2311" y="703"/>
                </a:cubicBezTo>
                <a:cubicBezTo>
                  <a:pt x="2302" y="707"/>
                  <a:pt x="2292" y="710"/>
                  <a:pt x="2281" y="712"/>
                </a:cubicBezTo>
                <a:cubicBezTo>
                  <a:pt x="2271" y="715"/>
                  <a:pt x="2261" y="716"/>
                  <a:pt x="2250" y="716"/>
                </a:cubicBezTo>
                <a:lnTo>
                  <a:pt x="159" y="716"/>
                </a:lnTo>
                <a:cubicBezTo>
                  <a:pt x="149" y="716"/>
                  <a:pt x="139" y="715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7" y="627"/>
                  <a:pt x="13" y="618"/>
                </a:cubicBezTo>
                <a:cubicBezTo>
                  <a:pt x="9" y="608"/>
                  <a:pt x="6" y="598"/>
                  <a:pt x="4" y="588"/>
                </a:cubicBezTo>
                <a:cubicBezTo>
                  <a:pt x="2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319040" y="48520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1438560" y="493812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2242800" y="48520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2295000" y="48672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2485440" y="4852080"/>
            <a:ext cx="8704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355200" y="48672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3545640" y="4852080"/>
            <a:ext cx="1003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Markdown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4548240" y="486720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に変換する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747720" y="5315040"/>
            <a:ext cx="5334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次のスライドのコマンドを、そのまま貼り付けて実⾏します。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8" name=""/>
          <p:cNvSpPr/>
          <p:nvPr/>
        </p:nvSpPr>
        <p:spPr>
          <a:xfrm>
            <a:off x="757080" y="2100240"/>
            <a:ext cx="10687320" cy="3162600"/>
          </a:xfrm>
          <a:custGeom>
            <a:avLst/>
            <a:gdLst/>
            <a:ahLst/>
            <a:rect l="0" t="0" r="r" b="b"/>
            <a:pathLst>
              <a:path w="29687" h="8785">
                <a:moveTo>
                  <a:pt x="0" y="863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639"/>
                </a:lnTo>
                <a:cubicBezTo>
                  <a:pt x="29687" y="8649"/>
                  <a:pt x="29686" y="8658"/>
                  <a:pt x="29684" y="8668"/>
                </a:cubicBezTo>
                <a:cubicBezTo>
                  <a:pt x="29683" y="8677"/>
                  <a:pt x="29680" y="8686"/>
                  <a:pt x="29676" y="8695"/>
                </a:cubicBezTo>
                <a:cubicBezTo>
                  <a:pt x="29672" y="8704"/>
                  <a:pt x="29668" y="8712"/>
                  <a:pt x="29663" y="8720"/>
                </a:cubicBezTo>
                <a:cubicBezTo>
                  <a:pt x="29657" y="8728"/>
                  <a:pt x="29651" y="8735"/>
                  <a:pt x="29645" y="8742"/>
                </a:cubicBezTo>
                <a:cubicBezTo>
                  <a:pt x="29638" y="8749"/>
                  <a:pt x="29630" y="8755"/>
                  <a:pt x="29623" y="8760"/>
                </a:cubicBezTo>
                <a:cubicBezTo>
                  <a:pt x="29615" y="8766"/>
                  <a:pt x="29606" y="8770"/>
                  <a:pt x="29597" y="8774"/>
                </a:cubicBezTo>
                <a:cubicBezTo>
                  <a:pt x="29589" y="8777"/>
                  <a:pt x="29579" y="8780"/>
                  <a:pt x="29570" y="8782"/>
                </a:cubicBezTo>
                <a:cubicBezTo>
                  <a:pt x="29561" y="8784"/>
                  <a:pt x="29551" y="8785"/>
                  <a:pt x="29542" y="8785"/>
                </a:cubicBezTo>
                <a:lnTo>
                  <a:pt x="145" y="8785"/>
                </a:lnTo>
                <a:cubicBezTo>
                  <a:pt x="136" y="8785"/>
                  <a:pt x="126" y="8784"/>
                  <a:pt x="117" y="8782"/>
                </a:cubicBezTo>
                <a:cubicBezTo>
                  <a:pt x="108" y="8780"/>
                  <a:pt x="99" y="8777"/>
                  <a:pt x="90" y="8774"/>
                </a:cubicBezTo>
                <a:cubicBezTo>
                  <a:pt x="81" y="8770"/>
                  <a:pt x="73" y="8766"/>
                  <a:pt x="65" y="8760"/>
                </a:cubicBezTo>
                <a:cubicBezTo>
                  <a:pt x="57" y="8755"/>
                  <a:pt x="49" y="8749"/>
                  <a:pt x="43" y="8742"/>
                </a:cubicBezTo>
                <a:cubicBezTo>
                  <a:pt x="36" y="8735"/>
                  <a:pt x="30" y="8728"/>
                  <a:pt x="24" y="8720"/>
                </a:cubicBezTo>
                <a:cubicBezTo>
                  <a:pt x="19" y="8712"/>
                  <a:pt x="15" y="8704"/>
                  <a:pt x="11" y="8695"/>
                </a:cubicBezTo>
                <a:cubicBezTo>
                  <a:pt x="7" y="8686"/>
                  <a:pt x="5" y="8677"/>
                  <a:pt x="3" y="8668"/>
                </a:cubicBezTo>
                <a:cubicBezTo>
                  <a:pt x="1" y="8658"/>
                  <a:pt x="0" y="8649"/>
                  <a:pt x="0" y="863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9" name=""/>
          <p:cNvSpPr/>
          <p:nvPr/>
        </p:nvSpPr>
        <p:spPr>
          <a:xfrm>
            <a:off x="757080" y="2100240"/>
            <a:ext cx="10687320" cy="3162600"/>
          </a:xfrm>
          <a:custGeom>
            <a:avLst/>
            <a:gdLst/>
            <a:ahLst/>
            <a:rect l="0" t="0" r="r" b="b"/>
            <a:pathLst>
              <a:path w="29687" h="8785">
                <a:moveTo>
                  <a:pt x="0" y="863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639"/>
                </a:lnTo>
                <a:cubicBezTo>
                  <a:pt x="29687" y="8649"/>
                  <a:pt x="29686" y="8658"/>
                  <a:pt x="29684" y="8668"/>
                </a:cubicBezTo>
                <a:cubicBezTo>
                  <a:pt x="29683" y="8677"/>
                  <a:pt x="29680" y="8686"/>
                  <a:pt x="29676" y="8695"/>
                </a:cubicBezTo>
                <a:cubicBezTo>
                  <a:pt x="29672" y="8704"/>
                  <a:pt x="29668" y="8712"/>
                  <a:pt x="29663" y="8720"/>
                </a:cubicBezTo>
                <a:cubicBezTo>
                  <a:pt x="29657" y="8728"/>
                  <a:pt x="29651" y="8735"/>
                  <a:pt x="29645" y="8742"/>
                </a:cubicBezTo>
                <a:cubicBezTo>
                  <a:pt x="29638" y="8749"/>
                  <a:pt x="29630" y="8755"/>
                  <a:pt x="29623" y="8760"/>
                </a:cubicBezTo>
                <a:cubicBezTo>
                  <a:pt x="29615" y="8766"/>
                  <a:pt x="29606" y="8770"/>
                  <a:pt x="29597" y="8774"/>
                </a:cubicBezTo>
                <a:cubicBezTo>
                  <a:pt x="29589" y="8777"/>
                  <a:pt x="29579" y="8780"/>
                  <a:pt x="29570" y="8782"/>
                </a:cubicBezTo>
                <a:cubicBezTo>
                  <a:pt x="29561" y="8784"/>
                  <a:pt x="29551" y="8785"/>
                  <a:pt x="29542" y="8785"/>
                </a:cubicBezTo>
                <a:lnTo>
                  <a:pt x="145" y="8785"/>
                </a:lnTo>
                <a:cubicBezTo>
                  <a:pt x="136" y="8785"/>
                  <a:pt x="126" y="8784"/>
                  <a:pt x="117" y="8782"/>
                </a:cubicBezTo>
                <a:cubicBezTo>
                  <a:pt x="108" y="8780"/>
                  <a:pt x="99" y="8777"/>
                  <a:pt x="90" y="8774"/>
                </a:cubicBezTo>
                <a:cubicBezTo>
                  <a:pt x="81" y="8770"/>
                  <a:pt x="73" y="8766"/>
                  <a:pt x="65" y="8760"/>
                </a:cubicBezTo>
                <a:cubicBezTo>
                  <a:pt x="57" y="8755"/>
                  <a:pt x="49" y="8749"/>
                  <a:pt x="43" y="8742"/>
                </a:cubicBezTo>
                <a:cubicBezTo>
                  <a:pt x="36" y="8735"/>
                  <a:pt x="30" y="8728"/>
                  <a:pt x="24" y="8720"/>
                </a:cubicBezTo>
                <a:cubicBezTo>
                  <a:pt x="19" y="8712"/>
                  <a:pt x="15" y="8704"/>
                  <a:pt x="11" y="8695"/>
                </a:cubicBezTo>
                <a:cubicBezTo>
                  <a:pt x="7" y="8686"/>
                  <a:pt x="5" y="8677"/>
                  <a:pt x="3" y="8668"/>
                </a:cubicBezTo>
                <a:cubicBezTo>
                  <a:pt x="1" y="8658"/>
                  <a:pt x="0" y="8649"/>
                  <a:pt x="0" y="863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747720" y="1578960"/>
            <a:ext cx="551520" cy="29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bash 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282680" y="1596240"/>
            <a:ext cx="89064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7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コマンド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914400" y="2296800"/>
            <a:ext cx="28285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cd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/c/Users/username/work/minimal-skills-pack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914400" y="2630160"/>
            <a:ext cx="3080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mkdir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-p ./.agents/workflows ./.agents/references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914400" y="2801520"/>
            <a:ext cx="26402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-R ./references/. ./.agents/references/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914400" y="3134880"/>
            <a:ext cx="1948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for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skill_dir </a:t>
            </a:r>
            <a:r>
              <a:rPr lang="en-US" sz="90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in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./skills/*; </a:t>
            </a:r>
            <a:r>
              <a:rPr lang="en-US" sz="90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do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914400" y="3296880"/>
            <a:ext cx="24523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skill_name=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$(basename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$skill_dir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914400" y="3468240"/>
            <a:ext cx="27655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out=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"./.agents/workflows/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${skill_name}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.md"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914400" y="3801600"/>
            <a:ext cx="4406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awk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914400" y="3973320"/>
            <a:ext cx="3457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    NR == 1 &amp;&amp; $0 == "---" { in_frontmatter = 1; next }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914400" y="4135320"/>
            <a:ext cx="38970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    in_frontmatter &amp;&amp; $0 == "---" { in_frontmatter = 0; next }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914400" y="4306680"/>
            <a:ext cx="1823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    !in_frontmatter { print }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914400" y="4478040"/>
            <a:ext cx="16981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  '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$skill_dir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/SKILL.md"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\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914400" y="4640040"/>
            <a:ext cx="33944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| sed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's#\.\./\.\./references/#../references/#g'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\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914400" y="4811400"/>
            <a:ext cx="7549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&gt;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$out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914400" y="4973400"/>
            <a:ext cx="2520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done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1783160" y="634464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47720" y="1581120"/>
            <a:ext cx="198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実⾏後に⾒る場所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1" name=""/>
          <p:cNvSpPr/>
          <p:nvPr/>
        </p:nvSpPr>
        <p:spPr>
          <a:xfrm>
            <a:off x="933120" y="26668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12" name=""/>
          <p:cNvSpPr/>
          <p:nvPr/>
        </p:nvSpPr>
        <p:spPr>
          <a:xfrm>
            <a:off x="1133280" y="2581200"/>
            <a:ext cx="5658120" cy="257400"/>
          </a:xfrm>
          <a:custGeom>
            <a:avLst/>
            <a:gdLst/>
            <a:ahLst/>
            <a:rect l="0" t="0" r="r" b="b"/>
            <a:pathLst>
              <a:path w="15717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559" y="0"/>
                </a:lnTo>
                <a:cubicBezTo>
                  <a:pt x="15569" y="0"/>
                  <a:pt x="15579" y="1"/>
                  <a:pt x="15590" y="3"/>
                </a:cubicBezTo>
                <a:cubicBezTo>
                  <a:pt x="15600" y="5"/>
                  <a:pt x="15610" y="8"/>
                  <a:pt x="15619" y="12"/>
                </a:cubicBezTo>
                <a:cubicBezTo>
                  <a:pt x="15629" y="16"/>
                  <a:pt x="15638" y="21"/>
                  <a:pt x="15647" y="26"/>
                </a:cubicBezTo>
                <a:cubicBezTo>
                  <a:pt x="15655" y="32"/>
                  <a:pt x="15663" y="39"/>
                  <a:pt x="15671" y="46"/>
                </a:cubicBezTo>
                <a:cubicBezTo>
                  <a:pt x="15678" y="54"/>
                  <a:pt x="15685" y="62"/>
                  <a:pt x="15691" y="70"/>
                </a:cubicBezTo>
                <a:cubicBezTo>
                  <a:pt x="15696" y="79"/>
                  <a:pt x="15701" y="88"/>
                  <a:pt x="15705" y="98"/>
                </a:cubicBezTo>
                <a:cubicBezTo>
                  <a:pt x="15709" y="107"/>
                  <a:pt x="15712" y="117"/>
                  <a:pt x="15714" y="127"/>
                </a:cubicBezTo>
                <a:cubicBezTo>
                  <a:pt x="15716" y="138"/>
                  <a:pt x="15717" y="148"/>
                  <a:pt x="15717" y="158"/>
                </a:cubicBezTo>
                <a:lnTo>
                  <a:pt x="15717" y="556"/>
                </a:lnTo>
                <a:cubicBezTo>
                  <a:pt x="15717" y="567"/>
                  <a:pt x="15716" y="577"/>
                  <a:pt x="15714" y="587"/>
                </a:cubicBezTo>
                <a:cubicBezTo>
                  <a:pt x="15712" y="598"/>
                  <a:pt x="15709" y="607"/>
                  <a:pt x="15705" y="617"/>
                </a:cubicBezTo>
                <a:cubicBezTo>
                  <a:pt x="15701" y="627"/>
                  <a:pt x="15696" y="636"/>
                  <a:pt x="15691" y="645"/>
                </a:cubicBezTo>
                <a:cubicBezTo>
                  <a:pt x="15685" y="653"/>
                  <a:pt x="15678" y="661"/>
                  <a:pt x="15671" y="669"/>
                </a:cubicBezTo>
                <a:cubicBezTo>
                  <a:pt x="15663" y="676"/>
                  <a:pt x="15655" y="683"/>
                  <a:pt x="15647" y="688"/>
                </a:cubicBezTo>
                <a:cubicBezTo>
                  <a:pt x="15638" y="694"/>
                  <a:pt x="15629" y="699"/>
                  <a:pt x="15619" y="703"/>
                </a:cubicBezTo>
                <a:cubicBezTo>
                  <a:pt x="15610" y="707"/>
                  <a:pt x="15600" y="710"/>
                  <a:pt x="15590" y="712"/>
                </a:cubicBezTo>
                <a:cubicBezTo>
                  <a:pt x="15579" y="714"/>
                  <a:pt x="15569" y="715"/>
                  <a:pt x="15559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47720" y="2143080"/>
            <a:ext cx="4191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コマンドを打ち終わったら、次の場所を⾒ます。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4" name=""/>
          <p:cNvSpPr/>
          <p:nvPr/>
        </p:nvSpPr>
        <p:spPr>
          <a:xfrm>
            <a:off x="1314360" y="2962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39" y="175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8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19"/>
                  <a:pt x="46" y="13"/>
                  <a:pt x="57" y="8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8"/>
                </a:cubicBezTo>
                <a:cubicBezTo>
                  <a:pt x="139" y="13"/>
                  <a:pt x="150" y="19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1195560" y="2642760"/>
            <a:ext cx="5531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C:\Users\username\work\minimal-skills-pack\.agents\workflows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509840" y="2851920"/>
            <a:ext cx="8182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2327040" y="286704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に変換された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3470040" y="2851920"/>
            <a:ext cx="1003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Markdown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9" name=""/>
          <p:cNvSpPr/>
          <p:nvPr/>
        </p:nvSpPr>
        <p:spPr>
          <a:xfrm>
            <a:off x="933120" y="32860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3"/>
                  <a:pt x="106" y="186"/>
                  <a:pt x="94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0" name=""/>
          <p:cNvSpPr/>
          <p:nvPr/>
        </p:nvSpPr>
        <p:spPr>
          <a:xfrm>
            <a:off x="1133280" y="3190680"/>
            <a:ext cx="5753520" cy="257400"/>
          </a:xfrm>
          <a:custGeom>
            <a:avLst/>
            <a:gdLst/>
            <a:ahLst/>
            <a:rect l="0" t="0" r="r" b="b"/>
            <a:pathLst>
              <a:path w="15982" h="715">
                <a:moveTo>
                  <a:pt x="0" y="557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3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823" y="0"/>
                </a:lnTo>
                <a:cubicBezTo>
                  <a:pt x="15834" y="0"/>
                  <a:pt x="15844" y="1"/>
                  <a:pt x="15854" y="3"/>
                </a:cubicBezTo>
                <a:cubicBezTo>
                  <a:pt x="15864" y="5"/>
                  <a:pt x="15874" y="8"/>
                  <a:pt x="15884" y="12"/>
                </a:cubicBezTo>
                <a:cubicBezTo>
                  <a:pt x="15894" y="16"/>
                  <a:pt x="15903" y="21"/>
                  <a:pt x="15911" y="27"/>
                </a:cubicBezTo>
                <a:cubicBezTo>
                  <a:pt x="15920" y="33"/>
                  <a:pt x="15928" y="39"/>
                  <a:pt x="15935" y="47"/>
                </a:cubicBezTo>
                <a:cubicBezTo>
                  <a:pt x="15943" y="54"/>
                  <a:pt x="15949" y="63"/>
                  <a:pt x="15955" y="72"/>
                </a:cubicBezTo>
                <a:cubicBezTo>
                  <a:pt x="15961" y="80"/>
                  <a:pt x="15966" y="89"/>
                  <a:pt x="15970" y="99"/>
                </a:cubicBezTo>
                <a:cubicBezTo>
                  <a:pt x="15974" y="109"/>
                  <a:pt x="15977" y="119"/>
                  <a:pt x="15979" y="129"/>
                </a:cubicBezTo>
                <a:cubicBezTo>
                  <a:pt x="15981" y="139"/>
                  <a:pt x="15982" y="149"/>
                  <a:pt x="15982" y="160"/>
                </a:cubicBezTo>
                <a:lnTo>
                  <a:pt x="15982" y="557"/>
                </a:lnTo>
                <a:cubicBezTo>
                  <a:pt x="15982" y="567"/>
                  <a:pt x="15981" y="577"/>
                  <a:pt x="15979" y="588"/>
                </a:cubicBezTo>
                <a:cubicBezTo>
                  <a:pt x="15977" y="598"/>
                  <a:pt x="15974" y="608"/>
                  <a:pt x="15970" y="617"/>
                </a:cubicBezTo>
                <a:cubicBezTo>
                  <a:pt x="15966" y="627"/>
                  <a:pt x="15961" y="636"/>
                  <a:pt x="15955" y="645"/>
                </a:cubicBezTo>
                <a:cubicBezTo>
                  <a:pt x="15949" y="654"/>
                  <a:pt x="15943" y="662"/>
                  <a:pt x="15935" y="669"/>
                </a:cubicBezTo>
                <a:cubicBezTo>
                  <a:pt x="15928" y="676"/>
                  <a:pt x="15920" y="683"/>
                  <a:pt x="15911" y="689"/>
                </a:cubicBezTo>
                <a:cubicBezTo>
                  <a:pt x="15903" y="694"/>
                  <a:pt x="15894" y="699"/>
                  <a:pt x="15884" y="703"/>
                </a:cubicBezTo>
                <a:cubicBezTo>
                  <a:pt x="15874" y="707"/>
                  <a:pt x="15864" y="710"/>
                  <a:pt x="15854" y="712"/>
                </a:cubicBezTo>
                <a:cubicBezTo>
                  <a:pt x="15844" y="714"/>
                  <a:pt x="15834" y="715"/>
                  <a:pt x="15823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4472640" y="28670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が⼊る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2" name=""/>
          <p:cNvSpPr/>
          <p:nvPr/>
        </p:nvSpPr>
        <p:spPr>
          <a:xfrm>
            <a:off x="1314360" y="35715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8"/>
                </a:cubicBezTo>
                <a:cubicBezTo>
                  <a:pt x="150" y="168"/>
                  <a:pt x="139" y="175"/>
                  <a:pt x="128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58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195560" y="3252240"/>
            <a:ext cx="5623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C:\Users\username\work\minimal-skills-pack\.agents\references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1509840" y="347652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参照⽤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2081160" y="3461400"/>
            <a:ext cx="1003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Markdown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3083760" y="347652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が⼊る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7" name=""/>
          <p:cNvSpPr/>
          <p:nvPr/>
        </p:nvSpPr>
        <p:spPr>
          <a:xfrm>
            <a:off x="933120" y="44290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2"/>
                </a:moveTo>
                <a:cubicBezTo>
                  <a:pt x="187" y="105"/>
                  <a:pt x="184" y="116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6"/>
                  <a:pt x="141" y="173"/>
                  <a:pt x="129" y="178"/>
                </a:cubicBezTo>
                <a:cubicBezTo>
                  <a:pt x="118" y="182"/>
                  <a:pt x="106" y="186"/>
                  <a:pt x="94" y="186"/>
                </a:cubicBezTo>
                <a:cubicBezTo>
                  <a:pt x="81" y="186"/>
                  <a:pt x="69" y="182"/>
                  <a:pt x="58" y="178"/>
                </a:cubicBezTo>
                <a:cubicBezTo>
                  <a:pt x="46" y="173"/>
                  <a:pt x="36" y="166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5"/>
                  <a:pt x="175" y="45"/>
                  <a:pt x="180" y="57"/>
                </a:cubicBezTo>
                <a:cubicBezTo>
                  <a:pt x="184" y="68"/>
                  <a:pt x="187" y="80"/>
                  <a:pt x="187" y="9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8" name=""/>
          <p:cNvSpPr/>
          <p:nvPr/>
        </p:nvSpPr>
        <p:spPr>
          <a:xfrm>
            <a:off x="1133280" y="4343040"/>
            <a:ext cx="3543840" cy="257760"/>
          </a:xfrm>
          <a:custGeom>
            <a:avLst/>
            <a:gdLst/>
            <a:ahLst/>
            <a:rect l="0" t="0" r="r" b="b"/>
            <a:pathLst>
              <a:path w="9844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9685" y="0"/>
                </a:lnTo>
                <a:cubicBezTo>
                  <a:pt x="9695" y="0"/>
                  <a:pt x="9706" y="2"/>
                  <a:pt x="9716" y="4"/>
                </a:cubicBezTo>
                <a:cubicBezTo>
                  <a:pt x="9726" y="6"/>
                  <a:pt x="9736" y="9"/>
                  <a:pt x="9746" y="13"/>
                </a:cubicBezTo>
                <a:cubicBezTo>
                  <a:pt x="9755" y="17"/>
                  <a:pt x="9764" y="21"/>
                  <a:pt x="9773" y="27"/>
                </a:cubicBezTo>
                <a:cubicBezTo>
                  <a:pt x="9782" y="33"/>
                  <a:pt x="9790" y="40"/>
                  <a:pt x="9797" y="47"/>
                </a:cubicBezTo>
                <a:cubicBezTo>
                  <a:pt x="9804" y="54"/>
                  <a:pt x="9811" y="62"/>
                  <a:pt x="9817" y="71"/>
                </a:cubicBezTo>
                <a:cubicBezTo>
                  <a:pt x="9823" y="80"/>
                  <a:pt x="9827" y="89"/>
                  <a:pt x="9831" y="98"/>
                </a:cubicBezTo>
                <a:cubicBezTo>
                  <a:pt x="9835" y="108"/>
                  <a:pt x="9838" y="118"/>
                  <a:pt x="9840" y="128"/>
                </a:cubicBezTo>
                <a:cubicBezTo>
                  <a:pt x="9843" y="139"/>
                  <a:pt x="9844" y="149"/>
                  <a:pt x="9844" y="159"/>
                </a:cubicBezTo>
                <a:lnTo>
                  <a:pt x="9844" y="557"/>
                </a:lnTo>
                <a:cubicBezTo>
                  <a:pt x="9844" y="568"/>
                  <a:pt x="9843" y="578"/>
                  <a:pt x="9840" y="588"/>
                </a:cubicBezTo>
                <a:cubicBezTo>
                  <a:pt x="9838" y="598"/>
                  <a:pt x="9835" y="608"/>
                  <a:pt x="9831" y="618"/>
                </a:cubicBezTo>
                <a:cubicBezTo>
                  <a:pt x="9827" y="628"/>
                  <a:pt x="9823" y="637"/>
                  <a:pt x="9817" y="645"/>
                </a:cubicBezTo>
                <a:cubicBezTo>
                  <a:pt x="9811" y="654"/>
                  <a:pt x="9804" y="662"/>
                  <a:pt x="9797" y="669"/>
                </a:cubicBezTo>
                <a:cubicBezTo>
                  <a:pt x="9790" y="677"/>
                  <a:pt x="9782" y="683"/>
                  <a:pt x="9773" y="689"/>
                </a:cubicBezTo>
                <a:cubicBezTo>
                  <a:pt x="9764" y="695"/>
                  <a:pt x="9755" y="700"/>
                  <a:pt x="9746" y="704"/>
                </a:cubicBezTo>
                <a:cubicBezTo>
                  <a:pt x="9736" y="708"/>
                  <a:pt x="9726" y="711"/>
                  <a:pt x="9716" y="713"/>
                </a:cubicBezTo>
                <a:cubicBezTo>
                  <a:pt x="9706" y="715"/>
                  <a:pt x="9695" y="716"/>
                  <a:pt x="9685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8" y="700"/>
                  <a:pt x="79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47720" y="3905280"/>
            <a:ext cx="47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たとえば次のファイルがあれば、準備は概ね成功です。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0" name=""/>
          <p:cNvSpPr/>
          <p:nvPr/>
        </p:nvSpPr>
        <p:spPr>
          <a:xfrm>
            <a:off x="933120" y="47718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31" name=""/>
          <p:cNvSpPr/>
          <p:nvPr/>
        </p:nvSpPr>
        <p:spPr>
          <a:xfrm>
            <a:off x="1133280" y="4676760"/>
            <a:ext cx="3905640" cy="257400"/>
          </a:xfrm>
          <a:custGeom>
            <a:avLst/>
            <a:gdLst/>
            <a:ahLst/>
            <a:rect l="0" t="0" r="r" b="b"/>
            <a:pathLst>
              <a:path w="10849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0690" y="0"/>
                </a:lnTo>
                <a:cubicBezTo>
                  <a:pt x="10701" y="0"/>
                  <a:pt x="10711" y="1"/>
                  <a:pt x="10721" y="3"/>
                </a:cubicBezTo>
                <a:cubicBezTo>
                  <a:pt x="10731" y="5"/>
                  <a:pt x="10741" y="8"/>
                  <a:pt x="10751" y="12"/>
                </a:cubicBezTo>
                <a:cubicBezTo>
                  <a:pt x="10761" y="16"/>
                  <a:pt x="10770" y="21"/>
                  <a:pt x="10778" y="26"/>
                </a:cubicBezTo>
                <a:cubicBezTo>
                  <a:pt x="10787" y="32"/>
                  <a:pt x="10795" y="39"/>
                  <a:pt x="10802" y="46"/>
                </a:cubicBezTo>
                <a:cubicBezTo>
                  <a:pt x="10810" y="53"/>
                  <a:pt x="10816" y="61"/>
                  <a:pt x="10822" y="70"/>
                </a:cubicBezTo>
                <a:cubicBezTo>
                  <a:pt x="10828" y="79"/>
                  <a:pt x="10833" y="88"/>
                  <a:pt x="10837" y="98"/>
                </a:cubicBezTo>
                <a:cubicBezTo>
                  <a:pt x="10841" y="107"/>
                  <a:pt x="10844" y="117"/>
                  <a:pt x="10846" y="127"/>
                </a:cubicBezTo>
                <a:cubicBezTo>
                  <a:pt x="10848" y="138"/>
                  <a:pt x="10849" y="148"/>
                  <a:pt x="10849" y="158"/>
                </a:cubicBezTo>
                <a:lnTo>
                  <a:pt x="10849" y="556"/>
                </a:lnTo>
                <a:cubicBezTo>
                  <a:pt x="10849" y="567"/>
                  <a:pt x="10848" y="577"/>
                  <a:pt x="10846" y="587"/>
                </a:cubicBezTo>
                <a:cubicBezTo>
                  <a:pt x="10844" y="597"/>
                  <a:pt x="10841" y="607"/>
                  <a:pt x="10837" y="617"/>
                </a:cubicBezTo>
                <a:cubicBezTo>
                  <a:pt x="10833" y="627"/>
                  <a:pt x="10828" y="636"/>
                  <a:pt x="10822" y="644"/>
                </a:cubicBezTo>
                <a:cubicBezTo>
                  <a:pt x="10816" y="653"/>
                  <a:pt x="10810" y="661"/>
                  <a:pt x="10802" y="668"/>
                </a:cubicBezTo>
                <a:cubicBezTo>
                  <a:pt x="10795" y="676"/>
                  <a:pt x="10787" y="682"/>
                  <a:pt x="10778" y="688"/>
                </a:cubicBezTo>
                <a:cubicBezTo>
                  <a:pt x="10770" y="694"/>
                  <a:pt x="10761" y="699"/>
                  <a:pt x="10751" y="703"/>
                </a:cubicBezTo>
                <a:cubicBezTo>
                  <a:pt x="10741" y="707"/>
                  <a:pt x="10731" y="710"/>
                  <a:pt x="10721" y="712"/>
                </a:cubicBezTo>
                <a:cubicBezTo>
                  <a:pt x="10711" y="714"/>
                  <a:pt x="10701" y="715"/>
                  <a:pt x="10690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2"/>
                  <a:pt x="54" y="676"/>
                  <a:pt x="47" y="668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195560" y="4404600"/>
            <a:ext cx="3411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.agents\workflows\auth-and-session.md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3" name=""/>
          <p:cNvSpPr/>
          <p:nvPr/>
        </p:nvSpPr>
        <p:spPr>
          <a:xfrm>
            <a:off x="933120" y="51051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34" name=""/>
          <p:cNvSpPr/>
          <p:nvPr/>
        </p:nvSpPr>
        <p:spPr>
          <a:xfrm>
            <a:off x="1133280" y="5019480"/>
            <a:ext cx="2991240" cy="257400"/>
          </a:xfrm>
          <a:custGeom>
            <a:avLst/>
            <a:gdLst/>
            <a:ahLst/>
            <a:rect l="0" t="0" r="r" b="b"/>
            <a:pathLst>
              <a:path w="8309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150" y="0"/>
                </a:lnTo>
                <a:cubicBezTo>
                  <a:pt x="8161" y="0"/>
                  <a:pt x="8171" y="1"/>
                  <a:pt x="8181" y="3"/>
                </a:cubicBezTo>
                <a:cubicBezTo>
                  <a:pt x="8191" y="5"/>
                  <a:pt x="8201" y="8"/>
                  <a:pt x="8211" y="12"/>
                </a:cubicBezTo>
                <a:cubicBezTo>
                  <a:pt x="8221" y="16"/>
                  <a:pt x="8230" y="21"/>
                  <a:pt x="8238" y="27"/>
                </a:cubicBezTo>
                <a:cubicBezTo>
                  <a:pt x="8247" y="33"/>
                  <a:pt x="8255" y="39"/>
                  <a:pt x="8262" y="47"/>
                </a:cubicBezTo>
                <a:cubicBezTo>
                  <a:pt x="8270" y="54"/>
                  <a:pt x="8276" y="62"/>
                  <a:pt x="8282" y="71"/>
                </a:cubicBezTo>
                <a:cubicBezTo>
                  <a:pt x="8288" y="79"/>
                  <a:pt x="8293" y="88"/>
                  <a:pt x="8297" y="98"/>
                </a:cubicBezTo>
                <a:cubicBezTo>
                  <a:pt x="8301" y="108"/>
                  <a:pt x="8304" y="118"/>
                  <a:pt x="8306" y="128"/>
                </a:cubicBezTo>
                <a:cubicBezTo>
                  <a:pt x="8308" y="138"/>
                  <a:pt x="8309" y="148"/>
                  <a:pt x="8309" y="159"/>
                </a:cubicBezTo>
                <a:lnTo>
                  <a:pt x="8309" y="556"/>
                </a:lnTo>
                <a:cubicBezTo>
                  <a:pt x="8309" y="566"/>
                  <a:pt x="8308" y="576"/>
                  <a:pt x="8306" y="587"/>
                </a:cubicBezTo>
                <a:cubicBezTo>
                  <a:pt x="8304" y="597"/>
                  <a:pt x="8301" y="607"/>
                  <a:pt x="8297" y="616"/>
                </a:cubicBezTo>
                <a:cubicBezTo>
                  <a:pt x="8293" y="626"/>
                  <a:pt x="8288" y="635"/>
                  <a:pt x="8282" y="644"/>
                </a:cubicBezTo>
                <a:cubicBezTo>
                  <a:pt x="8276" y="653"/>
                  <a:pt x="8270" y="661"/>
                  <a:pt x="8262" y="668"/>
                </a:cubicBezTo>
                <a:cubicBezTo>
                  <a:pt x="8255" y="675"/>
                  <a:pt x="8247" y="682"/>
                  <a:pt x="8238" y="688"/>
                </a:cubicBezTo>
                <a:cubicBezTo>
                  <a:pt x="8230" y="693"/>
                  <a:pt x="8221" y="699"/>
                  <a:pt x="8211" y="703"/>
                </a:cubicBezTo>
                <a:cubicBezTo>
                  <a:pt x="8201" y="707"/>
                  <a:pt x="8191" y="710"/>
                  <a:pt x="8181" y="712"/>
                </a:cubicBezTo>
                <a:cubicBezTo>
                  <a:pt x="8171" y="714"/>
                  <a:pt x="8161" y="715"/>
                  <a:pt x="8150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3"/>
                  <a:pt x="71" y="688"/>
                </a:cubicBezTo>
                <a:cubicBezTo>
                  <a:pt x="62" y="682"/>
                  <a:pt x="54" y="675"/>
                  <a:pt x="47" y="668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5"/>
                  <a:pt x="16" y="626"/>
                  <a:pt x="12" y="616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6"/>
                  <a:pt x="0" y="566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195560" y="4737960"/>
            <a:ext cx="3779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.agents\workflows\forms-and-validation.md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195560" y="5081040"/>
            <a:ext cx="1751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.agents\references\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2946960" y="5053680"/>
            <a:ext cx="83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2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認証フロー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3785040" y="5081040"/>
            <a:ext cx="277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3" name=""/>
          <p:cNvSpPr/>
          <p:nvPr/>
        </p:nvSpPr>
        <p:spPr>
          <a:xfrm>
            <a:off x="757080" y="4090680"/>
            <a:ext cx="10687320" cy="695880"/>
          </a:xfrm>
          <a:custGeom>
            <a:avLst/>
            <a:gdLst/>
            <a:ahLst/>
            <a:rect l="0" t="0" r="r" b="b"/>
            <a:pathLst>
              <a:path w="29687" h="1933">
                <a:moveTo>
                  <a:pt x="0" y="178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787"/>
                </a:lnTo>
                <a:cubicBezTo>
                  <a:pt x="29687" y="1797"/>
                  <a:pt x="29686" y="1806"/>
                  <a:pt x="29684" y="1816"/>
                </a:cubicBezTo>
                <a:cubicBezTo>
                  <a:pt x="29683" y="1825"/>
                  <a:pt x="29680" y="1834"/>
                  <a:pt x="29676" y="1843"/>
                </a:cubicBezTo>
                <a:cubicBezTo>
                  <a:pt x="29672" y="1852"/>
                  <a:pt x="29668" y="1860"/>
                  <a:pt x="29663" y="1868"/>
                </a:cubicBezTo>
                <a:cubicBezTo>
                  <a:pt x="29657" y="1876"/>
                  <a:pt x="29651" y="1883"/>
                  <a:pt x="29645" y="1890"/>
                </a:cubicBezTo>
                <a:cubicBezTo>
                  <a:pt x="29638" y="1897"/>
                  <a:pt x="29630" y="1903"/>
                  <a:pt x="29623" y="1908"/>
                </a:cubicBezTo>
                <a:cubicBezTo>
                  <a:pt x="29615" y="1914"/>
                  <a:pt x="29606" y="1918"/>
                  <a:pt x="29597" y="1922"/>
                </a:cubicBezTo>
                <a:cubicBezTo>
                  <a:pt x="29589" y="1925"/>
                  <a:pt x="29579" y="1928"/>
                  <a:pt x="29570" y="1930"/>
                </a:cubicBezTo>
                <a:cubicBezTo>
                  <a:pt x="29561" y="1932"/>
                  <a:pt x="29551" y="1933"/>
                  <a:pt x="29542" y="1933"/>
                </a:cubicBezTo>
                <a:lnTo>
                  <a:pt x="145" y="1933"/>
                </a:lnTo>
                <a:cubicBezTo>
                  <a:pt x="136" y="1933"/>
                  <a:pt x="126" y="1932"/>
                  <a:pt x="117" y="1930"/>
                </a:cubicBezTo>
                <a:cubicBezTo>
                  <a:pt x="108" y="1928"/>
                  <a:pt x="99" y="1925"/>
                  <a:pt x="90" y="1922"/>
                </a:cubicBezTo>
                <a:cubicBezTo>
                  <a:pt x="81" y="1918"/>
                  <a:pt x="73" y="1914"/>
                  <a:pt x="65" y="1908"/>
                </a:cubicBezTo>
                <a:cubicBezTo>
                  <a:pt x="57" y="1903"/>
                  <a:pt x="49" y="1897"/>
                  <a:pt x="43" y="1890"/>
                </a:cubicBezTo>
                <a:cubicBezTo>
                  <a:pt x="36" y="1883"/>
                  <a:pt x="30" y="1876"/>
                  <a:pt x="24" y="1868"/>
                </a:cubicBezTo>
                <a:cubicBezTo>
                  <a:pt x="19" y="1860"/>
                  <a:pt x="15" y="1852"/>
                  <a:pt x="11" y="1843"/>
                </a:cubicBezTo>
                <a:cubicBezTo>
                  <a:pt x="7" y="1834"/>
                  <a:pt x="5" y="1825"/>
                  <a:pt x="3" y="1816"/>
                </a:cubicBezTo>
                <a:cubicBezTo>
                  <a:pt x="1" y="1806"/>
                  <a:pt x="0" y="1797"/>
                  <a:pt x="0" y="1787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4" name=""/>
          <p:cNvSpPr/>
          <p:nvPr/>
        </p:nvSpPr>
        <p:spPr>
          <a:xfrm>
            <a:off x="757080" y="4090680"/>
            <a:ext cx="10687320" cy="695880"/>
          </a:xfrm>
          <a:custGeom>
            <a:avLst/>
            <a:gdLst/>
            <a:ahLst/>
            <a:rect l="0" t="0" r="r" b="b"/>
            <a:pathLst>
              <a:path w="29687" h="1933">
                <a:moveTo>
                  <a:pt x="0" y="178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787"/>
                </a:lnTo>
                <a:cubicBezTo>
                  <a:pt x="29687" y="1797"/>
                  <a:pt x="29686" y="1806"/>
                  <a:pt x="29684" y="1816"/>
                </a:cubicBezTo>
                <a:cubicBezTo>
                  <a:pt x="29683" y="1825"/>
                  <a:pt x="29680" y="1834"/>
                  <a:pt x="29676" y="1843"/>
                </a:cubicBezTo>
                <a:cubicBezTo>
                  <a:pt x="29672" y="1852"/>
                  <a:pt x="29668" y="1860"/>
                  <a:pt x="29663" y="1868"/>
                </a:cubicBezTo>
                <a:cubicBezTo>
                  <a:pt x="29657" y="1876"/>
                  <a:pt x="29651" y="1883"/>
                  <a:pt x="29645" y="1890"/>
                </a:cubicBezTo>
                <a:cubicBezTo>
                  <a:pt x="29638" y="1897"/>
                  <a:pt x="29630" y="1903"/>
                  <a:pt x="29623" y="1908"/>
                </a:cubicBezTo>
                <a:cubicBezTo>
                  <a:pt x="29615" y="1914"/>
                  <a:pt x="29606" y="1918"/>
                  <a:pt x="29597" y="1922"/>
                </a:cubicBezTo>
                <a:cubicBezTo>
                  <a:pt x="29589" y="1925"/>
                  <a:pt x="29579" y="1928"/>
                  <a:pt x="29570" y="1930"/>
                </a:cubicBezTo>
                <a:cubicBezTo>
                  <a:pt x="29561" y="1932"/>
                  <a:pt x="29551" y="1933"/>
                  <a:pt x="29542" y="1933"/>
                </a:cubicBezTo>
                <a:lnTo>
                  <a:pt x="145" y="1933"/>
                </a:lnTo>
                <a:cubicBezTo>
                  <a:pt x="136" y="1933"/>
                  <a:pt x="126" y="1932"/>
                  <a:pt x="117" y="1930"/>
                </a:cubicBezTo>
                <a:cubicBezTo>
                  <a:pt x="108" y="1928"/>
                  <a:pt x="99" y="1925"/>
                  <a:pt x="90" y="1922"/>
                </a:cubicBezTo>
                <a:cubicBezTo>
                  <a:pt x="81" y="1918"/>
                  <a:pt x="73" y="1914"/>
                  <a:pt x="65" y="1908"/>
                </a:cubicBezTo>
                <a:cubicBezTo>
                  <a:pt x="57" y="1903"/>
                  <a:pt x="49" y="1897"/>
                  <a:pt x="43" y="1890"/>
                </a:cubicBezTo>
                <a:cubicBezTo>
                  <a:pt x="36" y="1883"/>
                  <a:pt x="30" y="1876"/>
                  <a:pt x="24" y="1868"/>
                </a:cubicBezTo>
                <a:cubicBezTo>
                  <a:pt x="19" y="1860"/>
                  <a:pt x="15" y="1852"/>
                  <a:pt x="11" y="1843"/>
                </a:cubicBezTo>
                <a:cubicBezTo>
                  <a:pt x="7" y="1834"/>
                  <a:pt x="5" y="1825"/>
                  <a:pt x="3" y="1816"/>
                </a:cubicBezTo>
                <a:cubicBezTo>
                  <a:pt x="1" y="1806"/>
                  <a:pt x="0" y="1797"/>
                  <a:pt x="0" y="178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747720" y="1343160"/>
            <a:ext cx="994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反映確認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932400" y="1890000"/>
            <a:ext cx="1159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2091600" y="19051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2282400" y="1890000"/>
            <a:ext cx="1362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root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3643920" y="19051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3834360" y="1890000"/>
            <a:ext cx="992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workspace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4826160" y="190512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として開く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932400" y="2213640"/>
            <a:ext cx="7462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Editor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677960" y="222876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右上の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4" name=""/>
          <p:cNvSpPr/>
          <p:nvPr/>
        </p:nvSpPr>
        <p:spPr>
          <a:xfrm>
            <a:off x="2304720" y="2238120"/>
            <a:ext cx="410040" cy="257760"/>
          </a:xfrm>
          <a:custGeom>
            <a:avLst/>
            <a:gdLst/>
            <a:ahLst/>
            <a:rect l="0" t="0" r="r" b="b"/>
            <a:pathLst>
              <a:path w="1139" h="716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9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79" y="0"/>
                </a:lnTo>
                <a:cubicBezTo>
                  <a:pt x="991" y="0"/>
                  <a:pt x="1001" y="1"/>
                  <a:pt x="1011" y="3"/>
                </a:cubicBezTo>
                <a:cubicBezTo>
                  <a:pt x="1022" y="5"/>
                  <a:pt x="1031" y="8"/>
                  <a:pt x="1041" y="12"/>
                </a:cubicBezTo>
                <a:cubicBezTo>
                  <a:pt x="1051" y="16"/>
                  <a:pt x="1060" y="21"/>
                  <a:pt x="1069" y="27"/>
                </a:cubicBezTo>
                <a:cubicBezTo>
                  <a:pt x="1077" y="33"/>
                  <a:pt x="1085" y="39"/>
                  <a:pt x="1093" y="47"/>
                </a:cubicBezTo>
                <a:cubicBezTo>
                  <a:pt x="1100" y="54"/>
                  <a:pt x="1107" y="62"/>
                  <a:pt x="1112" y="71"/>
                </a:cubicBezTo>
                <a:cubicBezTo>
                  <a:pt x="1118" y="79"/>
                  <a:pt x="1123" y="89"/>
                  <a:pt x="1127" y="98"/>
                </a:cubicBezTo>
                <a:cubicBezTo>
                  <a:pt x="1131" y="108"/>
                  <a:pt x="1134" y="118"/>
                  <a:pt x="1136" y="128"/>
                </a:cubicBezTo>
                <a:cubicBezTo>
                  <a:pt x="1138" y="138"/>
                  <a:pt x="1139" y="149"/>
                  <a:pt x="1139" y="159"/>
                </a:cubicBezTo>
                <a:lnTo>
                  <a:pt x="1139" y="556"/>
                </a:lnTo>
                <a:cubicBezTo>
                  <a:pt x="1139" y="567"/>
                  <a:pt x="1138" y="578"/>
                  <a:pt x="1136" y="588"/>
                </a:cubicBezTo>
                <a:cubicBezTo>
                  <a:pt x="1134" y="598"/>
                  <a:pt x="1131" y="608"/>
                  <a:pt x="1127" y="618"/>
                </a:cubicBezTo>
                <a:cubicBezTo>
                  <a:pt x="1123" y="627"/>
                  <a:pt x="1118" y="636"/>
                  <a:pt x="1112" y="645"/>
                </a:cubicBezTo>
                <a:cubicBezTo>
                  <a:pt x="1107" y="654"/>
                  <a:pt x="1100" y="662"/>
                  <a:pt x="1093" y="669"/>
                </a:cubicBezTo>
                <a:cubicBezTo>
                  <a:pt x="1085" y="676"/>
                  <a:pt x="1077" y="683"/>
                  <a:pt x="1069" y="689"/>
                </a:cubicBezTo>
                <a:cubicBezTo>
                  <a:pt x="1060" y="695"/>
                  <a:pt x="1051" y="700"/>
                  <a:pt x="1041" y="703"/>
                </a:cubicBezTo>
                <a:cubicBezTo>
                  <a:pt x="1031" y="707"/>
                  <a:pt x="1022" y="710"/>
                  <a:pt x="1011" y="713"/>
                </a:cubicBezTo>
                <a:cubicBezTo>
                  <a:pt x="1001" y="715"/>
                  <a:pt x="991" y="716"/>
                  <a:pt x="979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9" y="608"/>
                  <a:pt x="5" y="598"/>
                  <a:pt x="3" y="588"/>
                </a:cubicBezTo>
                <a:cubicBezTo>
                  <a:pt x="1" y="578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2249640" y="22136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2368800" y="2299680"/>
            <a:ext cx="2772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...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2712240" y="22136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2764440" y="222876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から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9" name=""/>
          <p:cNvSpPr/>
          <p:nvPr/>
        </p:nvSpPr>
        <p:spPr>
          <a:xfrm>
            <a:off x="3200040" y="2238120"/>
            <a:ext cx="1419840" cy="257760"/>
          </a:xfrm>
          <a:custGeom>
            <a:avLst/>
            <a:gdLst/>
            <a:ahLst/>
            <a:rect l="0" t="0" r="r" b="b"/>
            <a:pathLst>
              <a:path w="3944" h="716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3785" y="0"/>
                </a:lnTo>
                <a:cubicBezTo>
                  <a:pt x="3795" y="0"/>
                  <a:pt x="3806" y="1"/>
                  <a:pt x="3816" y="3"/>
                </a:cubicBezTo>
                <a:cubicBezTo>
                  <a:pt x="3826" y="5"/>
                  <a:pt x="3836" y="8"/>
                  <a:pt x="3846" y="12"/>
                </a:cubicBezTo>
                <a:cubicBezTo>
                  <a:pt x="3855" y="16"/>
                  <a:pt x="3865" y="21"/>
                  <a:pt x="3873" y="27"/>
                </a:cubicBezTo>
                <a:cubicBezTo>
                  <a:pt x="3882" y="33"/>
                  <a:pt x="3890" y="39"/>
                  <a:pt x="3897" y="47"/>
                </a:cubicBezTo>
                <a:cubicBezTo>
                  <a:pt x="3905" y="54"/>
                  <a:pt x="3911" y="62"/>
                  <a:pt x="3917" y="71"/>
                </a:cubicBezTo>
                <a:cubicBezTo>
                  <a:pt x="3923" y="79"/>
                  <a:pt x="3928" y="89"/>
                  <a:pt x="3932" y="98"/>
                </a:cubicBezTo>
                <a:cubicBezTo>
                  <a:pt x="3936" y="108"/>
                  <a:pt x="3939" y="118"/>
                  <a:pt x="3941" y="128"/>
                </a:cubicBezTo>
                <a:cubicBezTo>
                  <a:pt x="3943" y="138"/>
                  <a:pt x="3944" y="149"/>
                  <a:pt x="3944" y="159"/>
                </a:cubicBezTo>
                <a:lnTo>
                  <a:pt x="3944" y="556"/>
                </a:lnTo>
                <a:cubicBezTo>
                  <a:pt x="3944" y="567"/>
                  <a:pt x="3943" y="578"/>
                  <a:pt x="3941" y="588"/>
                </a:cubicBezTo>
                <a:cubicBezTo>
                  <a:pt x="3939" y="598"/>
                  <a:pt x="3936" y="608"/>
                  <a:pt x="3932" y="618"/>
                </a:cubicBezTo>
                <a:cubicBezTo>
                  <a:pt x="3928" y="627"/>
                  <a:pt x="3923" y="636"/>
                  <a:pt x="3917" y="645"/>
                </a:cubicBezTo>
                <a:cubicBezTo>
                  <a:pt x="3911" y="654"/>
                  <a:pt x="3905" y="662"/>
                  <a:pt x="3897" y="669"/>
                </a:cubicBezTo>
                <a:cubicBezTo>
                  <a:pt x="3890" y="676"/>
                  <a:pt x="3882" y="683"/>
                  <a:pt x="3873" y="689"/>
                </a:cubicBezTo>
                <a:cubicBezTo>
                  <a:pt x="3865" y="695"/>
                  <a:pt x="3855" y="700"/>
                  <a:pt x="3846" y="703"/>
                </a:cubicBezTo>
                <a:cubicBezTo>
                  <a:pt x="3836" y="707"/>
                  <a:pt x="3826" y="710"/>
                  <a:pt x="3816" y="713"/>
                </a:cubicBezTo>
                <a:cubicBezTo>
                  <a:pt x="3806" y="715"/>
                  <a:pt x="3795" y="716"/>
                  <a:pt x="3785" y="716"/>
                </a:cubicBezTo>
                <a:lnTo>
                  <a:pt x="159" y="716"/>
                </a:lnTo>
                <a:cubicBezTo>
                  <a:pt x="149" y="716"/>
                  <a:pt x="139" y="715"/>
                  <a:pt x="128" y="713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7" y="627"/>
                  <a:pt x="13" y="618"/>
                </a:cubicBezTo>
                <a:cubicBezTo>
                  <a:pt x="9" y="608"/>
                  <a:pt x="6" y="598"/>
                  <a:pt x="4" y="588"/>
                </a:cubicBezTo>
                <a:cubicBezTo>
                  <a:pt x="2" y="578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3145320" y="22136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3264840" y="2299680"/>
            <a:ext cx="1290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Customizations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4622040" y="22136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4674240" y="222876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を開く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4" name=""/>
          <p:cNvSpPr/>
          <p:nvPr/>
        </p:nvSpPr>
        <p:spPr>
          <a:xfrm>
            <a:off x="1133280" y="2571480"/>
            <a:ext cx="962280" cy="257760"/>
          </a:xfrm>
          <a:custGeom>
            <a:avLst/>
            <a:gdLst/>
            <a:ahLst/>
            <a:rect l="0" t="0" r="r" b="b"/>
            <a:pathLst>
              <a:path w="2673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515" y="0"/>
                </a:lnTo>
                <a:cubicBezTo>
                  <a:pt x="2525" y="0"/>
                  <a:pt x="2535" y="1"/>
                  <a:pt x="2546" y="3"/>
                </a:cubicBezTo>
                <a:cubicBezTo>
                  <a:pt x="2556" y="5"/>
                  <a:pt x="2566" y="8"/>
                  <a:pt x="2575" y="12"/>
                </a:cubicBezTo>
                <a:cubicBezTo>
                  <a:pt x="2585" y="16"/>
                  <a:pt x="2594" y="21"/>
                  <a:pt x="2603" y="27"/>
                </a:cubicBezTo>
                <a:cubicBezTo>
                  <a:pt x="2611" y="33"/>
                  <a:pt x="2619" y="39"/>
                  <a:pt x="2627" y="47"/>
                </a:cubicBezTo>
                <a:cubicBezTo>
                  <a:pt x="2634" y="54"/>
                  <a:pt x="2641" y="62"/>
                  <a:pt x="2647" y="71"/>
                </a:cubicBezTo>
                <a:cubicBezTo>
                  <a:pt x="2652" y="79"/>
                  <a:pt x="2657" y="89"/>
                  <a:pt x="2661" y="98"/>
                </a:cubicBezTo>
                <a:cubicBezTo>
                  <a:pt x="2665" y="108"/>
                  <a:pt x="2668" y="118"/>
                  <a:pt x="2670" y="128"/>
                </a:cubicBezTo>
                <a:cubicBezTo>
                  <a:pt x="2672" y="138"/>
                  <a:pt x="2673" y="149"/>
                  <a:pt x="2673" y="159"/>
                </a:cubicBezTo>
                <a:lnTo>
                  <a:pt x="2673" y="557"/>
                </a:lnTo>
                <a:cubicBezTo>
                  <a:pt x="2673" y="567"/>
                  <a:pt x="2672" y="578"/>
                  <a:pt x="2670" y="588"/>
                </a:cubicBezTo>
                <a:cubicBezTo>
                  <a:pt x="2668" y="598"/>
                  <a:pt x="2665" y="608"/>
                  <a:pt x="2661" y="618"/>
                </a:cubicBezTo>
                <a:cubicBezTo>
                  <a:pt x="2657" y="627"/>
                  <a:pt x="2652" y="636"/>
                  <a:pt x="2647" y="645"/>
                </a:cubicBezTo>
                <a:cubicBezTo>
                  <a:pt x="2641" y="654"/>
                  <a:pt x="2634" y="662"/>
                  <a:pt x="2627" y="669"/>
                </a:cubicBezTo>
                <a:cubicBezTo>
                  <a:pt x="2619" y="676"/>
                  <a:pt x="2611" y="683"/>
                  <a:pt x="2603" y="689"/>
                </a:cubicBezTo>
                <a:cubicBezTo>
                  <a:pt x="2594" y="695"/>
                  <a:pt x="2585" y="700"/>
                  <a:pt x="2575" y="704"/>
                </a:cubicBezTo>
                <a:cubicBezTo>
                  <a:pt x="2566" y="708"/>
                  <a:pt x="2556" y="711"/>
                  <a:pt x="2546" y="713"/>
                </a:cubicBezTo>
                <a:cubicBezTo>
                  <a:pt x="2535" y="715"/>
                  <a:pt x="2525" y="716"/>
                  <a:pt x="2515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8" y="700"/>
                  <a:pt x="79" y="695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932400" y="255672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195560" y="2633040"/>
            <a:ext cx="83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Workflows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2092320" y="25567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2144520" y="257184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を開く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9" name=""/>
          <p:cNvSpPr/>
          <p:nvPr/>
        </p:nvSpPr>
        <p:spPr>
          <a:xfrm>
            <a:off x="1133280" y="2914560"/>
            <a:ext cx="1600560" cy="257400"/>
          </a:xfrm>
          <a:custGeom>
            <a:avLst/>
            <a:gdLst/>
            <a:ahLst/>
            <a:rect l="0" t="0" r="r" b="b"/>
            <a:pathLst>
              <a:path w="4446" h="715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287" y="0"/>
                </a:lnTo>
                <a:cubicBezTo>
                  <a:pt x="4298" y="0"/>
                  <a:pt x="4308" y="1"/>
                  <a:pt x="4318" y="3"/>
                </a:cubicBezTo>
                <a:cubicBezTo>
                  <a:pt x="4328" y="5"/>
                  <a:pt x="4338" y="8"/>
                  <a:pt x="4348" y="12"/>
                </a:cubicBezTo>
                <a:cubicBezTo>
                  <a:pt x="4358" y="16"/>
                  <a:pt x="4367" y="21"/>
                  <a:pt x="4375" y="27"/>
                </a:cubicBezTo>
                <a:cubicBezTo>
                  <a:pt x="4384" y="32"/>
                  <a:pt x="4392" y="39"/>
                  <a:pt x="4400" y="46"/>
                </a:cubicBezTo>
                <a:cubicBezTo>
                  <a:pt x="4407" y="54"/>
                  <a:pt x="4413" y="62"/>
                  <a:pt x="4419" y="70"/>
                </a:cubicBezTo>
                <a:cubicBezTo>
                  <a:pt x="4425" y="79"/>
                  <a:pt x="4430" y="88"/>
                  <a:pt x="4434" y="98"/>
                </a:cubicBezTo>
                <a:cubicBezTo>
                  <a:pt x="4438" y="107"/>
                  <a:pt x="4441" y="118"/>
                  <a:pt x="4443" y="129"/>
                </a:cubicBezTo>
                <a:cubicBezTo>
                  <a:pt x="4445" y="139"/>
                  <a:pt x="4446" y="149"/>
                  <a:pt x="4446" y="159"/>
                </a:cubicBezTo>
                <a:lnTo>
                  <a:pt x="4446" y="556"/>
                </a:lnTo>
                <a:cubicBezTo>
                  <a:pt x="4446" y="567"/>
                  <a:pt x="4445" y="577"/>
                  <a:pt x="4443" y="587"/>
                </a:cubicBezTo>
                <a:cubicBezTo>
                  <a:pt x="4441" y="598"/>
                  <a:pt x="4438" y="607"/>
                  <a:pt x="4434" y="617"/>
                </a:cubicBezTo>
                <a:cubicBezTo>
                  <a:pt x="4430" y="627"/>
                  <a:pt x="4425" y="636"/>
                  <a:pt x="4419" y="645"/>
                </a:cubicBezTo>
                <a:cubicBezTo>
                  <a:pt x="4413" y="653"/>
                  <a:pt x="4407" y="661"/>
                  <a:pt x="4400" y="669"/>
                </a:cubicBezTo>
                <a:cubicBezTo>
                  <a:pt x="4392" y="676"/>
                  <a:pt x="4384" y="683"/>
                  <a:pt x="4375" y="688"/>
                </a:cubicBezTo>
                <a:cubicBezTo>
                  <a:pt x="4367" y="694"/>
                  <a:pt x="4358" y="699"/>
                  <a:pt x="4348" y="703"/>
                </a:cubicBezTo>
                <a:cubicBezTo>
                  <a:pt x="4338" y="707"/>
                  <a:pt x="4328" y="710"/>
                  <a:pt x="4318" y="712"/>
                </a:cubicBezTo>
                <a:cubicBezTo>
                  <a:pt x="4308" y="714"/>
                  <a:pt x="4298" y="715"/>
                  <a:pt x="4287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932400" y="2890080"/>
            <a:ext cx="196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1195560" y="2976120"/>
            <a:ext cx="147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auth-and-session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2737440" y="28900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2789640" y="29052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4" name=""/>
          <p:cNvSpPr/>
          <p:nvPr/>
        </p:nvSpPr>
        <p:spPr>
          <a:xfrm>
            <a:off x="3028680" y="2914560"/>
            <a:ext cx="1981800" cy="257400"/>
          </a:xfrm>
          <a:custGeom>
            <a:avLst/>
            <a:gdLst/>
            <a:ahLst/>
            <a:rect l="0" t="0" r="r" b="b"/>
            <a:pathLst>
              <a:path w="5505" h="715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346" y="0"/>
                </a:lnTo>
                <a:cubicBezTo>
                  <a:pt x="5356" y="0"/>
                  <a:pt x="5367" y="1"/>
                  <a:pt x="5377" y="3"/>
                </a:cubicBezTo>
                <a:cubicBezTo>
                  <a:pt x="5387" y="5"/>
                  <a:pt x="5397" y="8"/>
                  <a:pt x="5407" y="12"/>
                </a:cubicBezTo>
                <a:cubicBezTo>
                  <a:pt x="5416" y="16"/>
                  <a:pt x="5425" y="21"/>
                  <a:pt x="5434" y="27"/>
                </a:cubicBezTo>
                <a:cubicBezTo>
                  <a:pt x="5443" y="32"/>
                  <a:pt x="5451" y="39"/>
                  <a:pt x="5458" y="46"/>
                </a:cubicBezTo>
                <a:cubicBezTo>
                  <a:pt x="5465" y="54"/>
                  <a:pt x="5472" y="62"/>
                  <a:pt x="5478" y="70"/>
                </a:cubicBezTo>
                <a:cubicBezTo>
                  <a:pt x="5484" y="79"/>
                  <a:pt x="5489" y="88"/>
                  <a:pt x="5492" y="98"/>
                </a:cubicBezTo>
                <a:cubicBezTo>
                  <a:pt x="5496" y="107"/>
                  <a:pt x="5499" y="118"/>
                  <a:pt x="5502" y="129"/>
                </a:cubicBezTo>
                <a:cubicBezTo>
                  <a:pt x="5504" y="139"/>
                  <a:pt x="5505" y="149"/>
                  <a:pt x="5505" y="159"/>
                </a:cubicBezTo>
                <a:lnTo>
                  <a:pt x="5505" y="556"/>
                </a:lnTo>
                <a:cubicBezTo>
                  <a:pt x="5505" y="567"/>
                  <a:pt x="5504" y="577"/>
                  <a:pt x="5502" y="587"/>
                </a:cubicBezTo>
                <a:cubicBezTo>
                  <a:pt x="5499" y="598"/>
                  <a:pt x="5496" y="607"/>
                  <a:pt x="5492" y="617"/>
                </a:cubicBezTo>
                <a:cubicBezTo>
                  <a:pt x="5489" y="627"/>
                  <a:pt x="5484" y="636"/>
                  <a:pt x="5478" y="645"/>
                </a:cubicBezTo>
                <a:cubicBezTo>
                  <a:pt x="5472" y="653"/>
                  <a:pt x="5465" y="661"/>
                  <a:pt x="5458" y="669"/>
                </a:cubicBezTo>
                <a:cubicBezTo>
                  <a:pt x="5451" y="676"/>
                  <a:pt x="5443" y="683"/>
                  <a:pt x="5434" y="688"/>
                </a:cubicBezTo>
                <a:cubicBezTo>
                  <a:pt x="5425" y="694"/>
                  <a:pt x="5416" y="699"/>
                  <a:pt x="5407" y="703"/>
                </a:cubicBezTo>
                <a:cubicBezTo>
                  <a:pt x="5397" y="707"/>
                  <a:pt x="5387" y="710"/>
                  <a:pt x="5377" y="712"/>
                </a:cubicBezTo>
                <a:cubicBezTo>
                  <a:pt x="5367" y="714"/>
                  <a:pt x="5356" y="715"/>
                  <a:pt x="5346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2980080" y="28900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3099240" y="2976120"/>
            <a:ext cx="184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forms-and-validation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5009760" y="28900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5061960" y="2905200"/>
            <a:ext cx="2477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などが⾒えることを確認する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932400" y="3232800"/>
            <a:ext cx="1165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5. Agent chat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2097360" y="32479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1" name=""/>
          <p:cNvSpPr/>
          <p:nvPr/>
        </p:nvSpPr>
        <p:spPr>
          <a:xfrm>
            <a:off x="2342880" y="3247920"/>
            <a:ext cx="1419840" cy="257400"/>
          </a:xfrm>
          <a:custGeom>
            <a:avLst/>
            <a:gdLst/>
            <a:ahLst/>
            <a:rect l="0" t="0" r="r" b="b"/>
            <a:pathLst>
              <a:path w="3944" h="715">
                <a:moveTo>
                  <a:pt x="0" y="555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785" y="0"/>
                </a:lnTo>
                <a:cubicBezTo>
                  <a:pt x="3795" y="0"/>
                  <a:pt x="3806" y="1"/>
                  <a:pt x="3816" y="3"/>
                </a:cubicBezTo>
                <a:cubicBezTo>
                  <a:pt x="3826" y="5"/>
                  <a:pt x="3836" y="8"/>
                  <a:pt x="3846" y="12"/>
                </a:cubicBezTo>
                <a:cubicBezTo>
                  <a:pt x="3855" y="16"/>
                  <a:pt x="3864" y="21"/>
                  <a:pt x="3873" y="27"/>
                </a:cubicBezTo>
                <a:cubicBezTo>
                  <a:pt x="3882" y="32"/>
                  <a:pt x="3890" y="39"/>
                  <a:pt x="3897" y="46"/>
                </a:cubicBezTo>
                <a:cubicBezTo>
                  <a:pt x="3904" y="54"/>
                  <a:pt x="3911" y="62"/>
                  <a:pt x="3917" y="70"/>
                </a:cubicBezTo>
                <a:cubicBezTo>
                  <a:pt x="3923" y="79"/>
                  <a:pt x="3927" y="88"/>
                  <a:pt x="3931" y="98"/>
                </a:cubicBezTo>
                <a:cubicBezTo>
                  <a:pt x="3935" y="107"/>
                  <a:pt x="3938" y="117"/>
                  <a:pt x="3940" y="128"/>
                </a:cubicBezTo>
                <a:cubicBezTo>
                  <a:pt x="3943" y="138"/>
                  <a:pt x="3944" y="148"/>
                  <a:pt x="3944" y="159"/>
                </a:cubicBezTo>
                <a:lnTo>
                  <a:pt x="3944" y="555"/>
                </a:lnTo>
                <a:cubicBezTo>
                  <a:pt x="3944" y="566"/>
                  <a:pt x="3943" y="576"/>
                  <a:pt x="3940" y="586"/>
                </a:cubicBezTo>
                <a:cubicBezTo>
                  <a:pt x="3938" y="597"/>
                  <a:pt x="3935" y="607"/>
                  <a:pt x="3931" y="616"/>
                </a:cubicBezTo>
                <a:cubicBezTo>
                  <a:pt x="3927" y="627"/>
                  <a:pt x="3923" y="636"/>
                  <a:pt x="3917" y="645"/>
                </a:cubicBezTo>
                <a:cubicBezTo>
                  <a:pt x="3911" y="653"/>
                  <a:pt x="3904" y="661"/>
                  <a:pt x="3897" y="669"/>
                </a:cubicBezTo>
                <a:cubicBezTo>
                  <a:pt x="3890" y="676"/>
                  <a:pt x="3882" y="683"/>
                  <a:pt x="3873" y="688"/>
                </a:cubicBezTo>
                <a:cubicBezTo>
                  <a:pt x="3864" y="694"/>
                  <a:pt x="3855" y="699"/>
                  <a:pt x="3846" y="703"/>
                </a:cubicBezTo>
                <a:cubicBezTo>
                  <a:pt x="3836" y="707"/>
                  <a:pt x="3826" y="710"/>
                  <a:pt x="3816" y="712"/>
                </a:cubicBezTo>
                <a:cubicBezTo>
                  <a:pt x="3806" y="714"/>
                  <a:pt x="3795" y="715"/>
                  <a:pt x="3785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6"/>
                </a:cubicBezTo>
                <a:cubicBezTo>
                  <a:pt x="8" y="607"/>
                  <a:pt x="5" y="597"/>
                  <a:pt x="3" y="586"/>
                </a:cubicBezTo>
                <a:cubicBezTo>
                  <a:pt x="1" y="576"/>
                  <a:pt x="0" y="566"/>
                  <a:pt x="0" y="55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2287800" y="32328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2407320" y="3309480"/>
            <a:ext cx="1290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/workflow-name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3764520" y="32328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3816720" y="324792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を⼊⼒して使う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747720" y="368604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938160" y="36712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914400" y="4270680"/>
            <a:ext cx="1510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/auth-and-session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914400" y="4461120"/>
            <a:ext cx="799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Supabase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715760" y="4434840"/>
            <a:ext cx="646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を使って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2363400" y="4461120"/>
            <a:ext cx="2221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signup / login / logout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4588920" y="4434840"/>
            <a:ext cx="2585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280" b="0" u="none" strike="noStrik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と保護ページを実装してください。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747720" y="497196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公式の⼀次情報では、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2652840" y="495684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3615840" y="497196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3806280" y="4956840"/>
            <a:ext cx="8704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7" name=""/>
          <p:cNvSpPr/>
          <p:nvPr/>
        </p:nvSpPr>
        <p:spPr>
          <a:xfrm>
            <a:off x="752400" y="5257440"/>
            <a:ext cx="219240" cy="257760"/>
          </a:xfrm>
          <a:custGeom>
            <a:avLst/>
            <a:gdLst/>
            <a:ahLst/>
            <a:rect l="0" t="0" r="r" b="b"/>
            <a:pathLst>
              <a:path w="609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40" y="55"/>
                  <a:pt x="47" y="48"/>
                </a:cubicBezTo>
                <a:cubicBezTo>
                  <a:pt x="55" y="41"/>
                  <a:pt x="63" y="34"/>
                  <a:pt x="71" y="27"/>
                </a:cubicBezTo>
                <a:cubicBezTo>
                  <a:pt x="80" y="21"/>
                  <a:pt x="89" y="17"/>
                  <a:pt x="99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9" y="2"/>
                  <a:pt x="149" y="0"/>
                  <a:pt x="159" y="0"/>
                </a:cubicBezTo>
                <a:lnTo>
                  <a:pt x="450" y="0"/>
                </a:lnTo>
                <a:cubicBezTo>
                  <a:pt x="461" y="0"/>
                  <a:pt x="471" y="2"/>
                  <a:pt x="481" y="4"/>
                </a:cubicBezTo>
                <a:cubicBezTo>
                  <a:pt x="492" y="6"/>
                  <a:pt x="502" y="9"/>
                  <a:pt x="511" y="13"/>
                </a:cubicBezTo>
                <a:cubicBezTo>
                  <a:pt x="521" y="17"/>
                  <a:pt x="530" y="21"/>
                  <a:pt x="539" y="27"/>
                </a:cubicBezTo>
                <a:cubicBezTo>
                  <a:pt x="547" y="34"/>
                  <a:pt x="555" y="41"/>
                  <a:pt x="563" y="48"/>
                </a:cubicBezTo>
                <a:cubicBezTo>
                  <a:pt x="570" y="55"/>
                  <a:pt x="577" y="63"/>
                  <a:pt x="582" y="72"/>
                </a:cubicBezTo>
                <a:cubicBezTo>
                  <a:pt x="588" y="81"/>
                  <a:pt x="593" y="90"/>
                  <a:pt x="597" y="99"/>
                </a:cubicBezTo>
                <a:cubicBezTo>
                  <a:pt x="601" y="109"/>
                  <a:pt x="604" y="119"/>
                  <a:pt x="606" y="129"/>
                </a:cubicBezTo>
                <a:cubicBezTo>
                  <a:pt x="608" y="140"/>
                  <a:pt x="609" y="150"/>
                  <a:pt x="609" y="160"/>
                </a:cubicBezTo>
                <a:lnTo>
                  <a:pt x="609" y="557"/>
                </a:lnTo>
                <a:cubicBezTo>
                  <a:pt x="609" y="568"/>
                  <a:pt x="608" y="578"/>
                  <a:pt x="606" y="588"/>
                </a:cubicBezTo>
                <a:cubicBezTo>
                  <a:pt x="604" y="598"/>
                  <a:pt x="601" y="608"/>
                  <a:pt x="597" y="618"/>
                </a:cubicBezTo>
                <a:cubicBezTo>
                  <a:pt x="593" y="628"/>
                  <a:pt x="588" y="637"/>
                  <a:pt x="582" y="645"/>
                </a:cubicBezTo>
                <a:cubicBezTo>
                  <a:pt x="577" y="654"/>
                  <a:pt x="570" y="662"/>
                  <a:pt x="563" y="669"/>
                </a:cubicBezTo>
                <a:cubicBezTo>
                  <a:pt x="555" y="677"/>
                  <a:pt x="547" y="683"/>
                  <a:pt x="539" y="689"/>
                </a:cubicBezTo>
                <a:cubicBezTo>
                  <a:pt x="530" y="695"/>
                  <a:pt x="521" y="700"/>
                  <a:pt x="511" y="704"/>
                </a:cubicBezTo>
                <a:cubicBezTo>
                  <a:pt x="502" y="708"/>
                  <a:pt x="492" y="711"/>
                  <a:pt x="481" y="713"/>
                </a:cubicBezTo>
                <a:cubicBezTo>
                  <a:pt x="471" y="715"/>
                  <a:pt x="461" y="716"/>
                  <a:pt x="450" y="716"/>
                </a:cubicBezTo>
                <a:lnTo>
                  <a:pt x="159" y="716"/>
                </a:lnTo>
                <a:cubicBezTo>
                  <a:pt x="149" y="716"/>
                  <a:pt x="139" y="715"/>
                  <a:pt x="128" y="713"/>
                </a:cubicBezTo>
                <a:cubicBezTo>
                  <a:pt x="118" y="711"/>
                  <a:pt x="108" y="708"/>
                  <a:pt x="99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3" y="683"/>
                  <a:pt x="55" y="677"/>
                  <a:pt x="47" y="669"/>
                </a:cubicBezTo>
                <a:cubicBezTo>
                  <a:pt x="40" y="662"/>
                  <a:pt x="32" y="654"/>
                  <a:pt x="26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4675680" y="497196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814680" y="5319000"/>
            <a:ext cx="167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973800" y="52333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026360" y="524844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で呼び出す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978920" y="5233320"/>
            <a:ext cx="1345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saved prompt</a:t>
            </a:r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3278160" y="524844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と説明されています。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8" name=""/>
          <p:cNvSpPr/>
          <p:nvPr/>
        </p:nvSpPr>
        <p:spPr>
          <a:xfrm>
            <a:off x="933120" y="205704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3"/>
                </a:moveTo>
                <a:cubicBezTo>
                  <a:pt x="187" y="105"/>
                  <a:pt x="184" y="118"/>
                  <a:pt x="180" y="130"/>
                </a:cubicBezTo>
                <a:cubicBezTo>
                  <a:pt x="175" y="141"/>
                  <a:pt x="168" y="151"/>
                  <a:pt x="160" y="160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30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47720" y="1400040"/>
            <a:ext cx="2484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呼び出し⽅のポイント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128600" y="1947240"/>
            <a:ext cx="1834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Claude Code / Codex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2962440" y="196200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152880" y="1947240"/>
            <a:ext cx="4190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3" name=""/>
          <p:cNvSpPr/>
          <p:nvPr/>
        </p:nvSpPr>
        <p:spPr>
          <a:xfrm>
            <a:off x="1314360" y="2333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3571200" y="196200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と違って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509840" y="222336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2472840" y="223848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2853720" y="2223360"/>
            <a:ext cx="9514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3759120" y="223848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として明⽰呼び出し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5468040" y="22233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0" name=""/>
          <p:cNvSpPr/>
          <p:nvPr/>
        </p:nvSpPr>
        <p:spPr>
          <a:xfrm>
            <a:off x="933120" y="265716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3"/>
                </a:moveTo>
                <a:cubicBezTo>
                  <a:pt x="187" y="105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5520240" y="2238480"/>
            <a:ext cx="1524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する前提で考える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2" name=""/>
          <p:cNvSpPr/>
          <p:nvPr/>
        </p:nvSpPr>
        <p:spPr>
          <a:xfrm>
            <a:off x="1314360" y="2933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3" name=""/>
          <p:cNvSpPr/>
          <p:nvPr/>
        </p:nvSpPr>
        <p:spPr>
          <a:xfrm>
            <a:off x="1514160" y="2838240"/>
            <a:ext cx="1600560" cy="257400"/>
          </a:xfrm>
          <a:custGeom>
            <a:avLst/>
            <a:gdLst/>
            <a:ahLst/>
            <a:rect l="0" t="0" r="r" b="b"/>
            <a:pathLst>
              <a:path w="4446" h="715">
                <a:moveTo>
                  <a:pt x="0" y="55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288" y="0"/>
                </a:lnTo>
                <a:cubicBezTo>
                  <a:pt x="4298" y="0"/>
                  <a:pt x="4308" y="1"/>
                  <a:pt x="4319" y="3"/>
                </a:cubicBezTo>
                <a:cubicBezTo>
                  <a:pt x="4329" y="5"/>
                  <a:pt x="4339" y="8"/>
                  <a:pt x="4348" y="12"/>
                </a:cubicBezTo>
                <a:cubicBezTo>
                  <a:pt x="4358" y="16"/>
                  <a:pt x="4367" y="21"/>
                  <a:pt x="4376" y="27"/>
                </a:cubicBezTo>
                <a:cubicBezTo>
                  <a:pt x="4384" y="33"/>
                  <a:pt x="4393" y="39"/>
                  <a:pt x="4400" y="47"/>
                </a:cubicBezTo>
                <a:cubicBezTo>
                  <a:pt x="4407" y="54"/>
                  <a:pt x="4414" y="62"/>
                  <a:pt x="4420" y="71"/>
                </a:cubicBezTo>
                <a:cubicBezTo>
                  <a:pt x="4425" y="79"/>
                  <a:pt x="4430" y="88"/>
                  <a:pt x="4434" y="98"/>
                </a:cubicBezTo>
                <a:cubicBezTo>
                  <a:pt x="4438" y="108"/>
                  <a:pt x="4441" y="118"/>
                  <a:pt x="4443" y="128"/>
                </a:cubicBezTo>
                <a:cubicBezTo>
                  <a:pt x="4445" y="138"/>
                  <a:pt x="4446" y="148"/>
                  <a:pt x="4446" y="159"/>
                </a:cubicBezTo>
                <a:lnTo>
                  <a:pt x="4446" y="557"/>
                </a:lnTo>
                <a:cubicBezTo>
                  <a:pt x="4446" y="567"/>
                  <a:pt x="4445" y="577"/>
                  <a:pt x="4443" y="588"/>
                </a:cubicBezTo>
                <a:cubicBezTo>
                  <a:pt x="4441" y="598"/>
                  <a:pt x="4438" y="608"/>
                  <a:pt x="4434" y="617"/>
                </a:cubicBezTo>
                <a:cubicBezTo>
                  <a:pt x="4430" y="627"/>
                  <a:pt x="4425" y="636"/>
                  <a:pt x="4420" y="645"/>
                </a:cubicBezTo>
                <a:cubicBezTo>
                  <a:pt x="4414" y="654"/>
                  <a:pt x="4407" y="662"/>
                  <a:pt x="4400" y="669"/>
                </a:cubicBezTo>
                <a:cubicBezTo>
                  <a:pt x="4393" y="676"/>
                  <a:pt x="4384" y="683"/>
                  <a:pt x="4376" y="689"/>
                </a:cubicBezTo>
                <a:cubicBezTo>
                  <a:pt x="4367" y="694"/>
                  <a:pt x="4358" y="699"/>
                  <a:pt x="4348" y="703"/>
                </a:cubicBezTo>
                <a:cubicBezTo>
                  <a:pt x="4339" y="707"/>
                  <a:pt x="4329" y="710"/>
                  <a:pt x="4319" y="712"/>
                </a:cubicBezTo>
                <a:cubicBezTo>
                  <a:pt x="4308" y="714"/>
                  <a:pt x="4298" y="715"/>
                  <a:pt x="4288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9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7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1128600" y="256212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常に効かせたい指⽰は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1576800" y="2899800"/>
            <a:ext cx="1475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./.agents/rules/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3118320" y="28234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7" name=""/>
          <p:cNvSpPr/>
          <p:nvPr/>
        </p:nvSpPr>
        <p:spPr>
          <a:xfrm>
            <a:off x="933120" y="32670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1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3170520" y="283860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側へ分ける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128600" y="3156840"/>
            <a:ext cx="3898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task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0" name=""/>
          <p:cNvSpPr/>
          <p:nvPr/>
        </p:nvSpPr>
        <p:spPr>
          <a:xfrm>
            <a:off x="1314360" y="3543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8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8"/>
                  <a:pt x="159" y="27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1" name=""/>
          <p:cNvSpPr/>
          <p:nvPr/>
        </p:nvSpPr>
        <p:spPr>
          <a:xfrm>
            <a:off x="1514160" y="3457440"/>
            <a:ext cx="1972080" cy="257400"/>
          </a:xfrm>
          <a:custGeom>
            <a:avLst/>
            <a:gdLst/>
            <a:ahLst/>
            <a:rect l="0" t="0" r="r" b="b"/>
            <a:pathLst>
              <a:path w="5478" h="715">
                <a:moveTo>
                  <a:pt x="0" y="556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9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4" y="40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319" y="0"/>
                </a:lnTo>
                <a:cubicBezTo>
                  <a:pt x="5330" y="0"/>
                  <a:pt x="5340" y="1"/>
                  <a:pt x="5350" y="3"/>
                </a:cubicBezTo>
                <a:cubicBezTo>
                  <a:pt x="5361" y="5"/>
                  <a:pt x="5371" y="8"/>
                  <a:pt x="5380" y="12"/>
                </a:cubicBezTo>
                <a:cubicBezTo>
                  <a:pt x="5390" y="16"/>
                  <a:pt x="5399" y="21"/>
                  <a:pt x="5408" y="27"/>
                </a:cubicBezTo>
                <a:cubicBezTo>
                  <a:pt x="5416" y="32"/>
                  <a:pt x="5424" y="40"/>
                  <a:pt x="5432" y="47"/>
                </a:cubicBezTo>
                <a:cubicBezTo>
                  <a:pt x="5439" y="55"/>
                  <a:pt x="5446" y="63"/>
                  <a:pt x="5451" y="71"/>
                </a:cubicBezTo>
                <a:cubicBezTo>
                  <a:pt x="5457" y="80"/>
                  <a:pt x="5462" y="89"/>
                  <a:pt x="5466" y="99"/>
                </a:cubicBezTo>
                <a:cubicBezTo>
                  <a:pt x="5470" y="109"/>
                  <a:pt x="5473" y="118"/>
                  <a:pt x="5475" y="129"/>
                </a:cubicBezTo>
                <a:cubicBezTo>
                  <a:pt x="5477" y="139"/>
                  <a:pt x="5478" y="149"/>
                  <a:pt x="5478" y="160"/>
                </a:cubicBezTo>
                <a:lnTo>
                  <a:pt x="5478" y="556"/>
                </a:lnTo>
                <a:cubicBezTo>
                  <a:pt x="5478" y="567"/>
                  <a:pt x="5477" y="577"/>
                  <a:pt x="5475" y="587"/>
                </a:cubicBezTo>
                <a:cubicBezTo>
                  <a:pt x="5473" y="598"/>
                  <a:pt x="5470" y="608"/>
                  <a:pt x="5466" y="617"/>
                </a:cubicBezTo>
                <a:cubicBezTo>
                  <a:pt x="5462" y="627"/>
                  <a:pt x="5457" y="636"/>
                  <a:pt x="5451" y="645"/>
                </a:cubicBezTo>
                <a:cubicBezTo>
                  <a:pt x="5446" y="653"/>
                  <a:pt x="5439" y="661"/>
                  <a:pt x="5432" y="669"/>
                </a:cubicBezTo>
                <a:cubicBezTo>
                  <a:pt x="5424" y="676"/>
                  <a:pt x="5416" y="683"/>
                  <a:pt x="5408" y="688"/>
                </a:cubicBezTo>
                <a:cubicBezTo>
                  <a:pt x="5399" y="694"/>
                  <a:pt x="5390" y="699"/>
                  <a:pt x="5380" y="703"/>
                </a:cubicBezTo>
                <a:cubicBezTo>
                  <a:pt x="5371" y="707"/>
                  <a:pt x="5361" y="710"/>
                  <a:pt x="5350" y="712"/>
                </a:cubicBezTo>
                <a:cubicBezTo>
                  <a:pt x="5340" y="714"/>
                  <a:pt x="5330" y="715"/>
                  <a:pt x="5319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1517760" y="317196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ごとに使い分けたい指⽰は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576800" y="3519000"/>
            <a:ext cx="184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./.agents/workflows/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3486960" y="34329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3539160" y="344808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側へ置く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6" name=""/>
          <p:cNvSpPr/>
          <p:nvPr/>
        </p:nvSpPr>
        <p:spPr>
          <a:xfrm>
            <a:off x="933120" y="44193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37" name=""/>
          <p:cNvSpPr/>
          <p:nvPr/>
        </p:nvSpPr>
        <p:spPr>
          <a:xfrm>
            <a:off x="1133280" y="4324320"/>
            <a:ext cx="1972080" cy="257400"/>
          </a:xfrm>
          <a:custGeom>
            <a:avLst/>
            <a:gdLst/>
            <a:ahLst/>
            <a:rect l="0" t="0" r="r" b="b"/>
            <a:pathLst>
              <a:path w="5478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319" y="0"/>
                </a:lnTo>
                <a:cubicBezTo>
                  <a:pt x="5330" y="0"/>
                  <a:pt x="5340" y="1"/>
                  <a:pt x="5350" y="3"/>
                </a:cubicBezTo>
                <a:cubicBezTo>
                  <a:pt x="5360" y="5"/>
                  <a:pt x="5370" y="8"/>
                  <a:pt x="5380" y="12"/>
                </a:cubicBezTo>
                <a:cubicBezTo>
                  <a:pt x="5390" y="16"/>
                  <a:pt x="5399" y="21"/>
                  <a:pt x="5407" y="26"/>
                </a:cubicBezTo>
                <a:cubicBezTo>
                  <a:pt x="5416" y="32"/>
                  <a:pt x="5424" y="39"/>
                  <a:pt x="5431" y="46"/>
                </a:cubicBezTo>
                <a:cubicBezTo>
                  <a:pt x="5439" y="53"/>
                  <a:pt x="5445" y="61"/>
                  <a:pt x="5451" y="70"/>
                </a:cubicBezTo>
                <a:cubicBezTo>
                  <a:pt x="5457" y="79"/>
                  <a:pt x="5462" y="88"/>
                  <a:pt x="5466" y="98"/>
                </a:cubicBezTo>
                <a:cubicBezTo>
                  <a:pt x="5470" y="107"/>
                  <a:pt x="5473" y="117"/>
                  <a:pt x="5475" y="127"/>
                </a:cubicBezTo>
                <a:cubicBezTo>
                  <a:pt x="5477" y="138"/>
                  <a:pt x="5478" y="148"/>
                  <a:pt x="5478" y="158"/>
                </a:cubicBezTo>
                <a:lnTo>
                  <a:pt x="5478" y="556"/>
                </a:lnTo>
                <a:cubicBezTo>
                  <a:pt x="5478" y="567"/>
                  <a:pt x="5477" y="577"/>
                  <a:pt x="5475" y="587"/>
                </a:cubicBezTo>
                <a:cubicBezTo>
                  <a:pt x="5473" y="597"/>
                  <a:pt x="5470" y="607"/>
                  <a:pt x="5466" y="617"/>
                </a:cubicBezTo>
                <a:cubicBezTo>
                  <a:pt x="5462" y="627"/>
                  <a:pt x="5457" y="636"/>
                  <a:pt x="5451" y="644"/>
                </a:cubicBezTo>
                <a:cubicBezTo>
                  <a:pt x="5445" y="653"/>
                  <a:pt x="5439" y="661"/>
                  <a:pt x="5431" y="668"/>
                </a:cubicBezTo>
                <a:cubicBezTo>
                  <a:pt x="5424" y="676"/>
                  <a:pt x="5416" y="682"/>
                  <a:pt x="5407" y="688"/>
                </a:cubicBezTo>
                <a:cubicBezTo>
                  <a:pt x="5399" y="694"/>
                  <a:pt x="5390" y="699"/>
                  <a:pt x="5380" y="703"/>
                </a:cubicBezTo>
                <a:cubicBezTo>
                  <a:pt x="5370" y="707"/>
                  <a:pt x="5360" y="710"/>
                  <a:pt x="5350" y="712"/>
                </a:cubicBezTo>
                <a:cubicBezTo>
                  <a:pt x="5340" y="714"/>
                  <a:pt x="5330" y="715"/>
                  <a:pt x="5319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2"/>
                  <a:pt x="54" y="676"/>
                  <a:pt x="47" y="668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747720" y="3895560"/>
            <a:ext cx="3239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たとえば次の切り分けが実⽤的です。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9" name=""/>
          <p:cNvSpPr/>
          <p:nvPr/>
        </p:nvSpPr>
        <p:spPr>
          <a:xfrm>
            <a:off x="1314360" y="47052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49"/>
                  <a:pt x="159" y="159"/>
                </a:cubicBezTo>
                <a:cubicBezTo>
                  <a:pt x="150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195560" y="4385520"/>
            <a:ext cx="184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forms-and-validation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1509840" y="4595040"/>
            <a:ext cx="8182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2" name=""/>
          <p:cNvSpPr/>
          <p:nvPr/>
        </p:nvSpPr>
        <p:spPr>
          <a:xfrm>
            <a:off x="933120" y="502884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3"/>
                </a:moveTo>
                <a:cubicBezTo>
                  <a:pt x="187" y="105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7"/>
                  <a:pt x="141" y="174"/>
                  <a:pt x="129" y="179"/>
                </a:cubicBezTo>
                <a:cubicBezTo>
                  <a:pt x="118" y="183"/>
                  <a:pt x="106" y="187"/>
                  <a:pt x="94" y="187"/>
                </a:cubicBezTo>
                <a:cubicBezTo>
                  <a:pt x="81" y="187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2"/>
                  <a:pt x="151" y="19"/>
                  <a:pt x="160" y="28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2327040" y="461016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として都度呼ぶ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4" name=""/>
          <p:cNvSpPr/>
          <p:nvPr/>
        </p:nvSpPr>
        <p:spPr>
          <a:xfrm>
            <a:off x="1314360" y="53053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39"/>
                  <a:pt x="168" y="149"/>
                  <a:pt x="159" y="159"/>
                </a:cubicBezTo>
                <a:cubicBezTo>
                  <a:pt x="150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128600" y="4933800"/>
            <a:ext cx="1905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命名規約やテスト⽅針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1509840" y="5195160"/>
            <a:ext cx="3726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rule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1881720" y="521028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として常時適⽤する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747720" y="1742400"/>
            <a:ext cx="529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skill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3" name=""/>
          <p:cNvSpPr/>
          <p:nvPr/>
        </p:nvSpPr>
        <p:spPr>
          <a:xfrm>
            <a:off x="752400" y="2333520"/>
            <a:ext cx="771840" cy="257400"/>
          </a:xfrm>
          <a:custGeom>
            <a:avLst/>
            <a:gdLst/>
            <a:ahLst/>
            <a:rect l="0" t="0" r="r" b="b"/>
            <a:pathLst>
              <a:path w="2144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985" y="0"/>
                </a:lnTo>
                <a:cubicBezTo>
                  <a:pt x="1996" y="0"/>
                  <a:pt x="2006" y="1"/>
                  <a:pt x="2016" y="3"/>
                </a:cubicBezTo>
                <a:cubicBezTo>
                  <a:pt x="2026" y="5"/>
                  <a:pt x="2036" y="8"/>
                  <a:pt x="2046" y="12"/>
                </a:cubicBezTo>
                <a:cubicBezTo>
                  <a:pt x="2055" y="16"/>
                  <a:pt x="2065" y="21"/>
                  <a:pt x="2073" y="27"/>
                </a:cubicBezTo>
                <a:cubicBezTo>
                  <a:pt x="2082" y="32"/>
                  <a:pt x="2090" y="39"/>
                  <a:pt x="2097" y="46"/>
                </a:cubicBezTo>
                <a:cubicBezTo>
                  <a:pt x="2105" y="54"/>
                  <a:pt x="2111" y="62"/>
                  <a:pt x="2117" y="70"/>
                </a:cubicBezTo>
                <a:cubicBezTo>
                  <a:pt x="2123" y="79"/>
                  <a:pt x="2128" y="88"/>
                  <a:pt x="2132" y="98"/>
                </a:cubicBezTo>
                <a:cubicBezTo>
                  <a:pt x="2136" y="107"/>
                  <a:pt x="2139" y="117"/>
                  <a:pt x="2141" y="128"/>
                </a:cubicBezTo>
                <a:cubicBezTo>
                  <a:pt x="2143" y="138"/>
                  <a:pt x="2144" y="148"/>
                  <a:pt x="2144" y="159"/>
                </a:cubicBezTo>
                <a:lnTo>
                  <a:pt x="2144" y="556"/>
                </a:lnTo>
                <a:cubicBezTo>
                  <a:pt x="2144" y="567"/>
                  <a:pt x="2143" y="577"/>
                  <a:pt x="2141" y="587"/>
                </a:cubicBezTo>
                <a:cubicBezTo>
                  <a:pt x="2139" y="598"/>
                  <a:pt x="2136" y="608"/>
                  <a:pt x="2132" y="617"/>
                </a:cubicBezTo>
                <a:cubicBezTo>
                  <a:pt x="2128" y="627"/>
                  <a:pt x="2123" y="636"/>
                  <a:pt x="2117" y="645"/>
                </a:cubicBezTo>
                <a:cubicBezTo>
                  <a:pt x="2111" y="653"/>
                  <a:pt x="2105" y="661"/>
                  <a:pt x="2097" y="669"/>
                </a:cubicBezTo>
                <a:cubicBezTo>
                  <a:pt x="2090" y="676"/>
                  <a:pt x="2082" y="683"/>
                  <a:pt x="2073" y="688"/>
                </a:cubicBezTo>
                <a:cubicBezTo>
                  <a:pt x="2065" y="694"/>
                  <a:pt x="2055" y="699"/>
                  <a:pt x="2046" y="703"/>
                </a:cubicBezTo>
                <a:cubicBezTo>
                  <a:pt x="2036" y="707"/>
                  <a:pt x="2026" y="710"/>
                  <a:pt x="2016" y="712"/>
                </a:cubicBezTo>
                <a:cubicBezTo>
                  <a:pt x="2006" y="714"/>
                  <a:pt x="1996" y="715"/>
                  <a:pt x="1985" y="715"/>
                </a:cubicBezTo>
                <a:lnTo>
                  <a:pt x="158" y="715"/>
                </a:lnTo>
                <a:cubicBezTo>
                  <a:pt x="148" y="715"/>
                  <a:pt x="138" y="714"/>
                  <a:pt x="127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8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1"/>
                  <a:pt x="32" y="653"/>
                  <a:pt x="26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246680" y="1762200"/>
            <a:ext cx="1739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を更新したとき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814680" y="2395080"/>
            <a:ext cx="645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1527120" y="2309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579320" y="232416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8" name=""/>
          <p:cNvSpPr/>
          <p:nvPr/>
        </p:nvSpPr>
        <p:spPr>
          <a:xfrm>
            <a:off x="1819080" y="2333520"/>
            <a:ext cx="1152720" cy="257400"/>
          </a:xfrm>
          <a:custGeom>
            <a:avLst/>
            <a:gdLst/>
            <a:ahLst/>
            <a:rect l="0" t="0" r="r" b="b"/>
            <a:pathLst>
              <a:path w="3202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044" y="0"/>
                </a:lnTo>
                <a:cubicBezTo>
                  <a:pt x="3054" y="0"/>
                  <a:pt x="3064" y="1"/>
                  <a:pt x="3075" y="3"/>
                </a:cubicBezTo>
                <a:cubicBezTo>
                  <a:pt x="3085" y="5"/>
                  <a:pt x="3095" y="8"/>
                  <a:pt x="3104" y="12"/>
                </a:cubicBezTo>
                <a:cubicBezTo>
                  <a:pt x="3114" y="16"/>
                  <a:pt x="3123" y="21"/>
                  <a:pt x="3132" y="27"/>
                </a:cubicBezTo>
                <a:cubicBezTo>
                  <a:pt x="3141" y="32"/>
                  <a:pt x="3149" y="39"/>
                  <a:pt x="3156" y="46"/>
                </a:cubicBezTo>
                <a:cubicBezTo>
                  <a:pt x="3163" y="54"/>
                  <a:pt x="3170" y="62"/>
                  <a:pt x="3176" y="70"/>
                </a:cubicBezTo>
                <a:cubicBezTo>
                  <a:pt x="3182" y="79"/>
                  <a:pt x="3186" y="88"/>
                  <a:pt x="3190" y="98"/>
                </a:cubicBezTo>
                <a:cubicBezTo>
                  <a:pt x="3194" y="107"/>
                  <a:pt x="3197" y="117"/>
                  <a:pt x="3199" y="128"/>
                </a:cubicBezTo>
                <a:cubicBezTo>
                  <a:pt x="3201" y="138"/>
                  <a:pt x="3202" y="148"/>
                  <a:pt x="3202" y="159"/>
                </a:cubicBezTo>
                <a:lnTo>
                  <a:pt x="3202" y="556"/>
                </a:lnTo>
                <a:cubicBezTo>
                  <a:pt x="3202" y="567"/>
                  <a:pt x="3201" y="577"/>
                  <a:pt x="3199" y="587"/>
                </a:cubicBezTo>
                <a:cubicBezTo>
                  <a:pt x="3197" y="598"/>
                  <a:pt x="3194" y="608"/>
                  <a:pt x="3190" y="617"/>
                </a:cubicBezTo>
                <a:cubicBezTo>
                  <a:pt x="3186" y="627"/>
                  <a:pt x="3182" y="636"/>
                  <a:pt x="3176" y="645"/>
                </a:cubicBezTo>
                <a:cubicBezTo>
                  <a:pt x="3170" y="653"/>
                  <a:pt x="3163" y="661"/>
                  <a:pt x="3156" y="669"/>
                </a:cubicBezTo>
                <a:cubicBezTo>
                  <a:pt x="3149" y="676"/>
                  <a:pt x="3141" y="683"/>
                  <a:pt x="3132" y="688"/>
                </a:cubicBezTo>
                <a:cubicBezTo>
                  <a:pt x="3123" y="694"/>
                  <a:pt x="3114" y="699"/>
                  <a:pt x="3104" y="703"/>
                </a:cubicBezTo>
                <a:cubicBezTo>
                  <a:pt x="3095" y="707"/>
                  <a:pt x="3085" y="710"/>
                  <a:pt x="3075" y="712"/>
                </a:cubicBezTo>
                <a:cubicBezTo>
                  <a:pt x="3064" y="714"/>
                  <a:pt x="3054" y="715"/>
                  <a:pt x="3044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769760" y="2309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888920" y="2395080"/>
            <a:ext cx="1014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2970000" y="2309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3022200" y="2324160"/>
            <a:ext cx="3620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を編集したら、同じ変換を再実⾏します。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3" name=""/>
          <p:cNvSpPr/>
          <p:nvPr/>
        </p:nvSpPr>
        <p:spPr>
          <a:xfrm>
            <a:off x="933120" y="32954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20"/>
                  <a:pt x="46" y="13"/>
                  <a:pt x="58" y="8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8"/>
                </a:cubicBezTo>
                <a:cubicBezTo>
                  <a:pt x="141" y="13"/>
                  <a:pt x="151" y="20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70"/>
                  <a:pt x="187" y="81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747720" y="277164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どこでやるか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128600" y="320040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前と同じ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6" name=""/>
          <p:cNvSpPr/>
          <p:nvPr/>
        </p:nvSpPr>
        <p:spPr>
          <a:xfrm>
            <a:off x="1942920" y="3200040"/>
            <a:ext cx="1057680" cy="257760"/>
          </a:xfrm>
          <a:custGeom>
            <a:avLst/>
            <a:gdLst/>
            <a:ahLst/>
            <a:rect l="0" t="0" r="r" b="b"/>
            <a:pathLst>
              <a:path w="2938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39" y="55"/>
                  <a:pt x="46" y="48"/>
                </a:cubicBezTo>
                <a:cubicBezTo>
                  <a:pt x="54" y="41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2779" y="0"/>
                </a:lnTo>
                <a:cubicBezTo>
                  <a:pt x="2790" y="0"/>
                  <a:pt x="2800" y="2"/>
                  <a:pt x="2810" y="4"/>
                </a:cubicBezTo>
                <a:cubicBezTo>
                  <a:pt x="2820" y="6"/>
                  <a:pt x="2830" y="9"/>
                  <a:pt x="2840" y="13"/>
                </a:cubicBezTo>
                <a:cubicBezTo>
                  <a:pt x="2850" y="17"/>
                  <a:pt x="2859" y="21"/>
                  <a:pt x="2867" y="27"/>
                </a:cubicBezTo>
                <a:cubicBezTo>
                  <a:pt x="2876" y="33"/>
                  <a:pt x="2884" y="41"/>
                  <a:pt x="2891" y="48"/>
                </a:cubicBezTo>
                <a:cubicBezTo>
                  <a:pt x="2899" y="55"/>
                  <a:pt x="2905" y="63"/>
                  <a:pt x="2911" y="72"/>
                </a:cubicBezTo>
                <a:cubicBezTo>
                  <a:pt x="2917" y="81"/>
                  <a:pt x="2922" y="90"/>
                  <a:pt x="2926" y="99"/>
                </a:cubicBezTo>
                <a:cubicBezTo>
                  <a:pt x="2930" y="109"/>
                  <a:pt x="2933" y="119"/>
                  <a:pt x="2935" y="129"/>
                </a:cubicBezTo>
                <a:cubicBezTo>
                  <a:pt x="2937" y="140"/>
                  <a:pt x="2938" y="150"/>
                  <a:pt x="2938" y="160"/>
                </a:cubicBezTo>
                <a:lnTo>
                  <a:pt x="2938" y="557"/>
                </a:lnTo>
                <a:cubicBezTo>
                  <a:pt x="2938" y="568"/>
                  <a:pt x="2937" y="578"/>
                  <a:pt x="2935" y="588"/>
                </a:cubicBezTo>
                <a:cubicBezTo>
                  <a:pt x="2933" y="598"/>
                  <a:pt x="2930" y="608"/>
                  <a:pt x="2926" y="618"/>
                </a:cubicBezTo>
                <a:cubicBezTo>
                  <a:pt x="2922" y="628"/>
                  <a:pt x="2917" y="637"/>
                  <a:pt x="2911" y="645"/>
                </a:cubicBezTo>
                <a:cubicBezTo>
                  <a:pt x="2905" y="654"/>
                  <a:pt x="2899" y="662"/>
                  <a:pt x="2891" y="669"/>
                </a:cubicBezTo>
                <a:cubicBezTo>
                  <a:pt x="2884" y="677"/>
                  <a:pt x="2876" y="683"/>
                  <a:pt x="2867" y="689"/>
                </a:cubicBezTo>
                <a:cubicBezTo>
                  <a:pt x="2859" y="695"/>
                  <a:pt x="2850" y="700"/>
                  <a:pt x="2840" y="704"/>
                </a:cubicBezTo>
                <a:cubicBezTo>
                  <a:pt x="2830" y="708"/>
                  <a:pt x="2820" y="711"/>
                  <a:pt x="2810" y="713"/>
                </a:cubicBezTo>
                <a:cubicBezTo>
                  <a:pt x="2800" y="715"/>
                  <a:pt x="2790" y="716"/>
                  <a:pt x="2779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8" y="700"/>
                  <a:pt x="79" y="695"/>
                  <a:pt x="71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3" y="654"/>
                  <a:pt x="27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1890720" y="31852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2009880" y="326160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PowerShell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2998440" y="31852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3050640" y="320040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または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1" name=""/>
          <p:cNvSpPr/>
          <p:nvPr/>
        </p:nvSpPr>
        <p:spPr>
          <a:xfrm>
            <a:off x="3676320" y="3200040"/>
            <a:ext cx="867240" cy="257760"/>
          </a:xfrm>
          <a:custGeom>
            <a:avLst/>
            <a:gdLst/>
            <a:ahLst/>
            <a:rect l="0" t="0" r="r" b="b"/>
            <a:pathLst>
              <a:path w="2409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9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4" y="41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2250" y="0"/>
                </a:lnTo>
                <a:cubicBezTo>
                  <a:pt x="2261" y="0"/>
                  <a:pt x="2271" y="2"/>
                  <a:pt x="2281" y="4"/>
                </a:cubicBezTo>
                <a:cubicBezTo>
                  <a:pt x="2292" y="6"/>
                  <a:pt x="2301" y="9"/>
                  <a:pt x="2311" y="13"/>
                </a:cubicBezTo>
                <a:cubicBezTo>
                  <a:pt x="2321" y="17"/>
                  <a:pt x="2330" y="21"/>
                  <a:pt x="2339" y="27"/>
                </a:cubicBezTo>
                <a:cubicBezTo>
                  <a:pt x="2347" y="33"/>
                  <a:pt x="2355" y="41"/>
                  <a:pt x="2363" y="48"/>
                </a:cubicBezTo>
                <a:cubicBezTo>
                  <a:pt x="2370" y="55"/>
                  <a:pt x="2377" y="63"/>
                  <a:pt x="2382" y="72"/>
                </a:cubicBezTo>
                <a:cubicBezTo>
                  <a:pt x="2388" y="81"/>
                  <a:pt x="2393" y="90"/>
                  <a:pt x="2397" y="99"/>
                </a:cubicBezTo>
                <a:cubicBezTo>
                  <a:pt x="2401" y="109"/>
                  <a:pt x="2404" y="119"/>
                  <a:pt x="2406" y="129"/>
                </a:cubicBezTo>
                <a:cubicBezTo>
                  <a:pt x="2408" y="140"/>
                  <a:pt x="2409" y="150"/>
                  <a:pt x="2409" y="160"/>
                </a:cubicBezTo>
                <a:lnTo>
                  <a:pt x="2409" y="557"/>
                </a:lnTo>
                <a:cubicBezTo>
                  <a:pt x="2409" y="568"/>
                  <a:pt x="2408" y="578"/>
                  <a:pt x="2406" y="588"/>
                </a:cubicBezTo>
                <a:cubicBezTo>
                  <a:pt x="2404" y="598"/>
                  <a:pt x="2401" y="608"/>
                  <a:pt x="2397" y="618"/>
                </a:cubicBezTo>
                <a:cubicBezTo>
                  <a:pt x="2393" y="628"/>
                  <a:pt x="2388" y="637"/>
                  <a:pt x="2382" y="645"/>
                </a:cubicBezTo>
                <a:cubicBezTo>
                  <a:pt x="2377" y="654"/>
                  <a:pt x="2370" y="662"/>
                  <a:pt x="2363" y="669"/>
                </a:cubicBezTo>
                <a:cubicBezTo>
                  <a:pt x="2355" y="677"/>
                  <a:pt x="2347" y="683"/>
                  <a:pt x="2339" y="689"/>
                </a:cubicBezTo>
                <a:cubicBezTo>
                  <a:pt x="2330" y="695"/>
                  <a:pt x="2321" y="700"/>
                  <a:pt x="2311" y="704"/>
                </a:cubicBezTo>
                <a:cubicBezTo>
                  <a:pt x="2301" y="708"/>
                  <a:pt x="2292" y="711"/>
                  <a:pt x="2281" y="713"/>
                </a:cubicBezTo>
                <a:cubicBezTo>
                  <a:pt x="2271" y="715"/>
                  <a:pt x="2261" y="716"/>
                  <a:pt x="2250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7"/>
                  <a:pt x="16" y="628"/>
                  <a:pt x="12" y="618"/>
                </a:cubicBezTo>
                <a:cubicBezTo>
                  <a:pt x="9" y="608"/>
                  <a:pt x="5" y="598"/>
                  <a:pt x="3" y="588"/>
                </a:cubicBezTo>
                <a:cubicBezTo>
                  <a:pt x="1" y="578"/>
                  <a:pt x="0" y="568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3622320" y="31852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3741480" y="326160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Bash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4" name=""/>
          <p:cNvSpPr/>
          <p:nvPr/>
        </p:nvSpPr>
        <p:spPr>
          <a:xfrm>
            <a:off x="933120" y="416232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8" y="150"/>
                  <a:pt x="160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19"/>
                  <a:pt x="46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3"/>
                  <a:pt x="151" y="19"/>
                  <a:pt x="160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47720" y="3638520"/>
            <a:ext cx="2286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このコマンドで何をするか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1128600" y="406728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変更後の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7" name=""/>
          <p:cNvSpPr/>
          <p:nvPr/>
        </p:nvSpPr>
        <p:spPr>
          <a:xfrm>
            <a:off x="1942920" y="4076640"/>
            <a:ext cx="1057680" cy="257400"/>
          </a:xfrm>
          <a:custGeom>
            <a:avLst/>
            <a:gdLst/>
            <a:ahLst/>
            <a:rect l="0" t="0" r="r" b="b"/>
            <a:pathLst>
              <a:path w="2938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779" y="0"/>
                </a:lnTo>
                <a:cubicBezTo>
                  <a:pt x="2790" y="0"/>
                  <a:pt x="2800" y="1"/>
                  <a:pt x="2810" y="3"/>
                </a:cubicBezTo>
                <a:cubicBezTo>
                  <a:pt x="2820" y="5"/>
                  <a:pt x="2830" y="8"/>
                  <a:pt x="2840" y="12"/>
                </a:cubicBezTo>
                <a:cubicBezTo>
                  <a:pt x="2850" y="16"/>
                  <a:pt x="2859" y="21"/>
                  <a:pt x="2867" y="26"/>
                </a:cubicBezTo>
                <a:cubicBezTo>
                  <a:pt x="2876" y="32"/>
                  <a:pt x="2884" y="39"/>
                  <a:pt x="2891" y="46"/>
                </a:cubicBezTo>
                <a:cubicBezTo>
                  <a:pt x="2899" y="54"/>
                  <a:pt x="2905" y="62"/>
                  <a:pt x="2911" y="70"/>
                </a:cubicBezTo>
                <a:cubicBezTo>
                  <a:pt x="2917" y="79"/>
                  <a:pt x="2922" y="88"/>
                  <a:pt x="2926" y="98"/>
                </a:cubicBezTo>
                <a:cubicBezTo>
                  <a:pt x="2930" y="107"/>
                  <a:pt x="2933" y="117"/>
                  <a:pt x="2935" y="127"/>
                </a:cubicBezTo>
                <a:cubicBezTo>
                  <a:pt x="2937" y="138"/>
                  <a:pt x="2938" y="148"/>
                  <a:pt x="2938" y="158"/>
                </a:cubicBezTo>
                <a:lnTo>
                  <a:pt x="2938" y="556"/>
                </a:lnTo>
                <a:cubicBezTo>
                  <a:pt x="2938" y="567"/>
                  <a:pt x="2937" y="577"/>
                  <a:pt x="2935" y="587"/>
                </a:cubicBezTo>
                <a:cubicBezTo>
                  <a:pt x="2933" y="597"/>
                  <a:pt x="2930" y="607"/>
                  <a:pt x="2926" y="617"/>
                </a:cubicBezTo>
                <a:cubicBezTo>
                  <a:pt x="2922" y="627"/>
                  <a:pt x="2917" y="636"/>
                  <a:pt x="2911" y="644"/>
                </a:cubicBezTo>
                <a:cubicBezTo>
                  <a:pt x="2905" y="653"/>
                  <a:pt x="2899" y="661"/>
                  <a:pt x="2891" y="669"/>
                </a:cubicBezTo>
                <a:cubicBezTo>
                  <a:pt x="2884" y="676"/>
                  <a:pt x="2876" y="682"/>
                  <a:pt x="2867" y="688"/>
                </a:cubicBezTo>
                <a:cubicBezTo>
                  <a:pt x="2859" y="694"/>
                  <a:pt x="2850" y="699"/>
                  <a:pt x="2840" y="703"/>
                </a:cubicBezTo>
                <a:cubicBezTo>
                  <a:pt x="2830" y="707"/>
                  <a:pt x="2820" y="710"/>
                  <a:pt x="2810" y="712"/>
                </a:cubicBezTo>
                <a:cubicBezTo>
                  <a:pt x="2800" y="714"/>
                  <a:pt x="2790" y="715"/>
                  <a:pt x="2779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2"/>
                  <a:pt x="54" y="676"/>
                  <a:pt x="46" y="669"/>
                </a:cubicBezTo>
                <a:cubicBezTo>
                  <a:pt x="39" y="661"/>
                  <a:pt x="33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189072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2009880" y="413820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299844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1" name=""/>
          <p:cNvSpPr/>
          <p:nvPr/>
        </p:nvSpPr>
        <p:spPr>
          <a:xfrm>
            <a:off x="933120" y="450504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8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3050640" y="4067280"/>
            <a:ext cx="1334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をコピーし直す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128600" y="441000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変更後の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4" name=""/>
          <p:cNvSpPr/>
          <p:nvPr/>
        </p:nvSpPr>
        <p:spPr>
          <a:xfrm>
            <a:off x="1942920" y="4410000"/>
            <a:ext cx="867240" cy="257400"/>
          </a:xfrm>
          <a:custGeom>
            <a:avLst/>
            <a:gdLst/>
            <a:ahLst/>
            <a:rect l="0" t="0" r="r" b="b"/>
            <a:pathLst>
              <a:path w="2409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250" y="0"/>
                </a:lnTo>
                <a:cubicBezTo>
                  <a:pt x="2260" y="0"/>
                  <a:pt x="2271" y="1"/>
                  <a:pt x="2281" y="3"/>
                </a:cubicBezTo>
                <a:cubicBezTo>
                  <a:pt x="2291" y="5"/>
                  <a:pt x="2301" y="8"/>
                  <a:pt x="2311" y="12"/>
                </a:cubicBezTo>
                <a:cubicBezTo>
                  <a:pt x="2320" y="16"/>
                  <a:pt x="2329" y="21"/>
                  <a:pt x="2338" y="26"/>
                </a:cubicBezTo>
                <a:cubicBezTo>
                  <a:pt x="2347" y="32"/>
                  <a:pt x="2355" y="39"/>
                  <a:pt x="2362" y="46"/>
                </a:cubicBezTo>
                <a:cubicBezTo>
                  <a:pt x="2370" y="54"/>
                  <a:pt x="2376" y="62"/>
                  <a:pt x="2382" y="70"/>
                </a:cubicBezTo>
                <a:cubicBezTo>
                  <a:pt x="2388" y="79"/>
                  <a:pt x="2393" y="88"/>
                  <a:pt x="2397" y="98"/>
                </a:cubicBezTo>
                <a:cubicBezTo>
                  <a:pt x="2401" y="107"/>
                  <a:pt x="2404" y="117"/>
                  <a:pt x="2406" y="127"/>
                </a:cubicBezTo>
                <a:cubicBezTo>
                  <a:pt x="2408" y="138"/>
                  <a:pt x="2409" y="148"/>
                  <a:pt x="2409" y="158"/>
                </a:cubicBezTo>
                <a:lnTo>
                  <a:pt x="2409" y="556"/>
                </a:lnTo>
                <a:cubicBezTo>
                  <a:pt x="2409" y="567"/>
                  <a:pt x="2408" y="577"/>
                  <a:pt x="2406" y="587"/>
                </a:cubicBezTo>
                <a:cubicBezTo>
                  <a:pt x="2404" y="598"/>
                  <a:pt x="2401" y="607"/>
                  <a:pt x="2397" y="617"/>
                </a:cubicBezTo>
                <a:cubicBezTo>
                  <a:pt x="2393" y="627"/>
                  <a:pt x="2388" y="636"/>
                  <a:pt x="2382" y="645"/>
                </a:cubicBezTo>
                <a:cubicBezTo>
                  <a:pt x="2376" y="653"/>
                  <a:pt x="2370" y="661"/>
                  <a:pt x="2362" y="669"/>
                </a:cubicBezTo>
                <a:cubicBezTo>
                  <a:pt x="2355" y="676"/>
                  <a:pt x="2347" y="683"/>
                  <a:pt x="2338" y="688"/>
                </a:cubicBezTo>
                <a:cubicBezTo>
                  <a:pt x="2329" y="694"/>
                  <a:pt x="2320" y="699"/>
                  <a:pt x="2311" y="703"/>
                </a:cubicBezTo>
                <a:cubicBezTo>
                  <a:pt x="2301" y="707"/>
                  <a:pt x="2291" y="710"/>
                  <a:pt x="2281" y="712"/>
                </a:cubicBezTo>
                <a:cubicBezTo>
                  <a:pt x="2271" y="714"/>
                  <a:pt x="2260" y="715"/>
                  <a:pt x="2250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1890720" y="43948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2009880" y="447156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2814480" y="439488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2866680" y="441000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から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3247560" y="4394880"/>
            <a:ext cx="8704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4117320" y="441000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を作り直す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747720" y="4848120"/>
            <a:ext cx="5334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次のスライドのコマンドを、そのまま貼り付けて実⾏します。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6" name=""/>
          <p:cNvSpPr/>
          <p:nvPr/>
        </p:nvSpPr>
        <p:spPr>
          <a:xfrm>
            <a:off x="757080" y="1957320"/>
            <a:ext cx="10687320" cy="2829240"/>
          </a:xfrm>
          <a:custGeom>
            <a:avLst/>
            <a:gdLst/>
            <a:ahLst/>
            <a:rect l="0" t="0" r="r" b="b"/>
            <a:pathLst>
              <a:path w="29687" h="7859">
                <a:moveTo>
                  <a:pt x="0" y="771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7713"/>
                </a:lnTo>
                <a:cubicBezTo>
                  <a:pt x="29687" y="7723"/>
                  <a:pt x="29686" y="7732"/>
                  <a:pt x="29684" y="7742"/>
                </a:cubicBezTo>
                <a:cubicBezTo>
                  <a:pt x="29683" y="7751"/>
                  <a:pt x="29680" y="7760"/>
                  <a:pt x="29676" y="7769"/>
                </a:cubicBezTo>
                <a:cubicBezTo>
                  <a:pt x="29672" y="7778"/>
                  <a:pt x="29668" y="7786"/>
                  <a:pt x="29663" y="7794"/>
                </a:cubicBezTo>
                <a:cubicBezTo>
                  <a:pt x="29657" y="7802"/>
                  <a:pt x="29651" y="7809"/>
                  <a:pt x="29645" y="7816"/>
                </a:cubicBezTo>
                <a:cubicBezTo>
                  <a:pt x="29638" y="7823"/>
                  <a:pt x="29630" y="7829"/>
                  <a:pt x="29623" y="7834"/>
                </a:cubicBezTo>
                <a:cubicBezTo>
                  <a:pt x="29615" y="7840"/>
                  <a:pt x="29606" y="7844"/>
                  <a:pt x="29597" y="7848"/>
                </a:cubicBezTo>
                <a:cubicBezTo>
                  <a:pt x="29589" y="7851"/>
                  <a:pt x="29579" y="7854"/>
                  <a:pt x="29570" y="7856"/>
                </a:cubicBezTo>
                <a:cubicBezTo>
                  <a:pt x="29561" y="7858"/>
                  <a:pt x="29551" y="7859"/>
                  <a:pt x="29542" y="7859"/>
                </a:cubicBezTo>
                <a:lnTo>
                  <a:pt x="145" y="7859"/>
                </a:lnTo>
                <a:cubicBezTo>
                  <a:pt x="136" y="7859"/>
                  <a:pt x="126" y="7858"/>
                  <a:pt x="117" y="7856"/>
                </a:cubicBezTo>
                <a:cubicBezTo>
                  <a:pt x="108" y="7854"/>
                  <a:pt x="99" y="7851"/>
                  <a:pt x="90" y="7848"/>
                </a:cubicBezTo>
                <a:cubicBezTo>
                  <a:pt x="81" y="7844"/>
                  <a:pt x="73" y="7840"/>
                  <a:pt x="65" y="7834"/>
                </a:cubicBezTo>
                <a:cubicBezTo>
                  <a:pt x="57" y="7829"/>
                  <a:pt x="49" y="7823"/>
                  <a:pt x="43" y="7816"/>
                </a:cubicBezTo>
                <a:cubicBezTo>
                  <a:pt x="36" y="7809"/>
                  <a:pt x="30" y="7802"/>
                  <a:pt x="24" y="7794"/>
                </a:cubicBezTo>
                <a:cubicBezTo>
                  <a:pt x="19" y="7786"/>
                  <a:pt x="15" y="7778"/>
                  <a:pt x="11" y="7769"/>
                </a:cubicBezTo>
                <a:cubicBezTo>
                  <a:pt x="7" y="7760"/>
                  <a:pt x="5" y="7751"/>
                  <a:pt x="3" y="7742"/>
                </a:cubicBezTo>
                <a:cubicBezTo>
                  <a:pt x="1" y="7732"/>
                  <a:pt x="0" y="7723"/>
                  <a:pt x="0" y="771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7" name=""/>
          <p:cNvSpPr/>
          <p:nvPr/>
        </p:nvSpPr>
        <p:spPr>
          <a:xfrm>
            <a:off x="757080" y="1957320"/>
            <a:ext cx="10687320" cy="2829240"/>
          </a:xfrm>
          <a:custGeom>
            <a:avLst/>
            <a:gdLst/>
            <a:ahLst/>
            <a:rect l="0" t="0" r="r" b="b"/>
            <a:pathLst>
              <a:path w="29687" h="7859">
                <a:moveTo>
                  <a:pt x="0" y="771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7713"/>
                </a:lnTo>
                <a:cubicBezTo>
                  <a:pt x="29687" y="7723"/>
                  <a:pt x="29686" y="7732"/>
                  <a:pt x="29684" y="7742"/>
                </a:cubicBezTo>
                <a:cubicBezTo>
                  <a:pt x="29683" y="7751"/>
                  <a:pt x="29680" y="7760"/>
                  <a:pt x="29676" y="7769"/>
                </a:cubicBezTo>
                <a:cubicBezTo>
                  <a:pt x="29672" y="7778"/>
                  <a:pt x="29668" y="7786"/>
                  <a:pt x="29663" y="7794"/>
                </a:cubicBezTo>
                <a:cubicBezTo>
                  <a:pt x="29657" y="7802"/>
                  <a:pt x="29651" y="7809"/>
                  <a:pt x="29645" y="7816"/>
                </a:cubicBezTo>
                <a:cubicBezTo>
                  <a:pt x="29638" y="7823"/>
                  <a:pt x="29630" y="7829"/>
                  <a:pt x="29623" y="7834"/>
                </a:cubicBezTo>
                <a:cubicBezTo>
                  <a:pt x="29615" y="7840"/>
                  <a:pt x="29606" y="7844"/>
                  <a:pt x="29597" y="7848"/>
                </a:cubicBezTo>
                <a:cubicBezTo>
                  <a:pt x="29589" y="7851"/>
                  <a:pt x="29579" y="7854"/>
                  <a:pt x="29570" y="7856"/>
                </a:cubicBezTo>
                <a:cubicBezTo>
                  <a:pt x="29561" y="7858"/>
                  <a:pt x="29551" y="7859"/>
                  <a:pt x="29542" y="7859"/>
                </a:cubicBezTo>
                <a:lnTo>
                  <a:pt x="145" y="7859"/>
                </a:lnTo>
                <a:cubicBezTo>
                  <a:pt x="136" y="7859"/>
                  <a:pt x="126" y="7858"/>
                  <a:pt x="117" y="7856"/>
                </a:cubicBezTo>
                <a:cubicBezTo>
                  <a:pt x="108" y="7854"/>
                  <a:pt x="99" y="7851"/>
                  <a:pt x="90" y="7848"/>
                </a:cubicBezTo>
                <a:cubicBezTo>
                  <a:pt x="81" y="7844"/>
                  <a:pt x="73" y="7840"/>
                  <a:pt x="65" y="7834"/>
                </a:cubicBezTo>
                <a:cubicBezTo>
                  <a:pt x="57" y="7829"/>
                  <a:pt x="49" y="7823"/>
                  <a:pt x="43" y="7816"/>
                </a:cubicBezTo>
                <a:cubicBezTo>
                  <a:pt x="36" y="7809"/>
                  <a:pt x="30" y="7802"/>
                  <a:pt x="24" y="7794"/>
                </a:cubicBezTo>
                <a:cubicBezTo>
                  <a:pt x="19" y="7786"/>
                  <a:pt x="15" y="7778"/>
                  <a:pt x="11" y="7769"/>
                </a:cubicBezTo>
                <a:cubicBezTo>
                  <a:pt x="7" y="7760"/>
                  <a:pt x="5" y="7751"/>
                  <a:pt x="3" y="7742"/>
                </a:cubicBezTo>
                <a:cubicBezTo>
                  <a:pt x="1" y="7732"/>
                  <a:pt x="0" y="7723"/>
                  <a:pt x="0" y="771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747720" y="1463040"/>
            <a:ext cx="15580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7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再変換コマンド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914400" y="2153880"/>
            <a:ext cx="3457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914400" y="2487240"/>
            <a:ext cx="5091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.\references\*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.\.agents\references\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914400" y="2820600"/>
            <a:ext cx="3268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Get-ChildItem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-Directory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.\skills |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ForEach-Object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{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914400" y="2992320"/>
            <a:ext cx="1383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$skillName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$_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914400" y="3153960"/>
            <a:ext cx="2954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$skillFile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Join-Path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$_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.FullName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'SKILL.md'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914400" y="3325680"/>
            <a:ext cx="30175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$outFile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".\.agents\workflows\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$skillName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.md"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914400" y="3659040"/>
            <a:ext cx="3332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Get-Content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-LiteralPath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$skillFile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-Raw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914400" y="3830400"/>
            <a:ext cx="47768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[</a:t>
            </a:r>
            <a:r>
              <a:rPr lang="en-US" sz="900" b="0" u="none" strike="noStrike">
                <a:solidFill>
                  <a:srgbClr val="CF222E"/>
                </a:solidFill>
                <a:effectLst/>
                <a:uFillTx/>
                <a:latin typeface="Consolas"/>
                <a:ea typeface="Consolas"/>
              </a:rPr>
              <a:t>regex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]::Replace(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'(?s)^---\r?\n.*?\r?\n---\r?\n'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''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914400" y="3992400"/>
            <a:ext cx="4526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=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-replace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'\.\./\.\./references/'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lang="en-US" sz="900" b="0" u="none" strike="noStrik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'../references/'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914400" y="4335120"/>
            <a:ext cx="41493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lang="en-US" sz="90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-LiteralPath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$outFile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-Value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$content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-Encoding</a:t>
            </a:r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UTF8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914400" y="4497120"/>
            <a:ext cx="1134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747720" y="4943520"/>
            <a:ext cx="10249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⼿で編集した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776240" y="4929840"/>
            <a:ext cx="779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workflow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2559240" y="4943520"/>
            <a:ext cx="27316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は、この再⽣成で上書きされます。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747720" y="5158440"/>
            <a:ext cx="733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workflow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1483560" y="5172120"/>
            <a:ext cx="23904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側で独⾃調整したいなら、元の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5" name=""/>
          <p:cNvSpPr/>
          <p:nvPr/>
        </p:nvSpPr>
        <p:spPr>
          <a:xfrm>
            <a:off x="3933720" y="5190840"/>
            <a:ext cx="695520" cy="219600"/>
          </a:xfrm>
          <a:custGeom>
            <a:avLst/>
            <a:gdLst/>
            <a:ahLst/>
            <a:rect l="0" t="0" r="r" b="b"/>
            <a:pathLst>
              <a:path w="1932" h="610">
                <a:moveTo>
                  <a:pt x="0" y="45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773" y="0"/>
                </a:lnTo>
                <a:cubicBezTo>
                  <a:pt x="1784" y="0"/>
                  <a:pt x="1794" y="1"/>
                  <a:pt x="1804" y="3"/>
                </a:cubicBezTo>
                <a:cubicBezTo>
                  <a:pt x="1815" y="5"/>
                  <a:pt x="1825" y="8"/>
                  <a:pt x="1834" y="12"/>
                </a:cubicBezTo>
                <a:cubicBezTo>
                  <a:pt x="1844" y="16"/>
                  <a:pt x="1853" y="21"/>
                  <a:pt x="1862" y="27"/>
                </a:cubicBezTo>
                <a:cubicBezTo>
                  <a:pt x="1870" y="33"/>
                  <a:pt x="1878" y="39"/>
                  <a:pt x="1886" y="47"/>
                </a:cubicBezTo>
                <a:cubicBezTo>
                  <a:pt x="1893" y="54"/>
                  <a:pt x="1900" y="62"/>
                  <a:pt x="1905" y="71"/>
                </a:cubicBezTo>
                <a:cubicBezTo>
                  <a:pt x="1911" y="80"/>
                  <a:pt x="1916" y="89"/>
                  <a:pt x="1920" y="98"/>
                </a:cubicBezTo>
                <a:cubicBezTo>
                  <a:pt x="1924" y="108"/>
                  <a:pt x="1927" y="118"/>
                  <a:pt x="1929" y="128"/>
                </a:cubicBezTo>
                <a:cubicBezTo>
                  <a:pt x="1931" y="138"/>
                  <a:pt x="1932" y="149"/>
                  <a:pt x="1932" y="159"/>
                </a:cubicBezTo>
                <a:lnTo>
                  <a:pt x="1932" y="450"/>
                </a:lnTo>
                <a:cubicBezTo>
                  <a:pt x="1932" y="461"/>
                  <a:pt x="1931" y="471"/>
                  <a:pt x="1929" y="482"/>
                </a:cubicBezTo>
                <a:cubicBezTo>
                  <a:pt x="1927" y="492"/>
                  <a:pt x="1924" y="502"/>
                  <a:pt x="1920" y="512"/>
                </a:cubicBezTo>
                <a:cubicBezTo>
                  <a:pt x="1916" y="521"/>
                  <a:pt x="1911" y="531"/>
                  <a:pt x="1905" y="539"/>
                </a:cubicBezTo>
                <a:cubicBezTo>
                  <a:pt x="1900" y="548"/>
                  <a:pt x="1893" y="556"/>
                  <a:pt x="1886" y="563"/>
                </a:cubicBezTo>
                <a:cubicBezTo>
                  <a:pt x="1878" y="571"/>
                  <a:pt x="1870" y="577"/>
                  <a:pt x="1862" y="583"/>
                </a:cubicBezTo>
                <a:cubicBezTo>
                  <a:pt x="1853" y="589"/>
                  <a:pt x="1844" y="594"/>
                  <a:pt x="1834" y="598"/>
                </a:cubicBezTo>
                <a:cubicBezTo>
                  <a:pt x="1825" y="602"/>
                  <a:pt x="1815" y="605"/>
                  <a:pt x="1804" y="607"/>
                </a:cubicBezTo>
                <a:cubicBezTo>
                  <a:pt x="1794" y="609"/>
                  <a:pt x="1784" y="610"/>
                  <a:pt x="1773" y="610"/>
                </a:cubicBezTo>
                <a:lnTo>
                  <a:pt x="159" y="610"/>
                </a:lnTo>
                <a:cubicBezTo>
                  <a:pt x="148" y="610"/>
                  <a:pt x="138" y="609"/>
                  <a:pt x="128" y="607"/>
                </a:cubicBezTo>
                <a:cubicBezTo>
                  <a:pt x="117" y="605"/>
                  <a:pt x="107" y="602"/>
                  <a:pt x="98" y="598"/>
                </a:cubicBezTo>
                <a:cubicBezTo>
                  <a:pt x="88" y="594"/>
                  <a:pt x="79" y="589"/>
                  <a:pt x="70" y="583"/>
                </a:cubicBezTo>
                <a:cubicBezTo>
                  <a:pt x="62" y="577"/>
                  <a:pt x="54" y="571"/>
                  <a:pt x="46" y="563"/>
                </a:cubicBezTo>
                <a:cubicBezTo>
                  <a:pt x="39" y="556"/>
                  <a:pt x="32" y="548"/>
                  <a:pt x="27" y="539"/>
                </a:cubicBezTo>
                <a:cubicBezTo>
                  <a:pt x="21" y="531"/>
                  <a:pt x="16" y="521"/>
                  <a:pt x="12" y="512"/>
                </a:cubicBezTo>
                <a:cubicBezTo>
                  <a:pt x="8" y="502"/>
                  <a:pt x="5" y="492"/>
                  <a:pt x="3" y="482"/>
                </a:cubicBezTo>
                <a:cubicBezTo>
                  <a:pt x="1" y="471"/>
                  <a:pt x="0" y="461"/>
                  <a:pt x="0" y="45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3883680" y="5158440"/>
            <a:ext cx="171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3984120" y="5242320"/>
            <a:ext cx="590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626000" y="5158440"/>
            <a:ext cx="171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4672800" y="5172120"/>
            <a:ext cx="23904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側も合わせて直してください。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11659680" y="634464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747720" y="2247840"/>
            <a:ext cx="49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なぜ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1243080" y="2228400"/>
            <a:ext cx="2022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 workspace-local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3187800" y="2247840"/>
            <a:ext cx="1242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を勧めるか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747720" y="279468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1710720" y="280980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2091600" y="2794680"/>
            <a:ext cx="1447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global 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3538440" y="2809800"/>
            <a:ext cx="3620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の保存先⾃体は⼀次情報で確認できます。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747720" y="308592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ただし、この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890720" y="3071160"/>
            <a:ext cx="956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2846160" y="308592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のように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3607920" y="3071160"/>
            <a:ext cx="9514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4513680" y="3085920"/>
            <a:ext cx="572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から別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5085000" y="3071160"/>
            <a:ext cx="10746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Markdown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6117480" y="3085920"/>
            <a:ext cx="17154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を相対参照する構成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7831800" y="3071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7884000" y="30859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47720" y="3347280"/>
            <a:ext cx="5778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global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1324800" y="3362400"/>
            <a:ext cx="5715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運⽤する⽅法までは、確認した⼀次情報では明⽰されていません。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747720" y="3790800"/>
            <a:ext cx="209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そのため、この資料では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747720" y="4052160"/>
            <a:ext cx="1498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workspace-local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2191320" y="40672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5" name=""/>
          <p:cNvSpPr/>
          <p:nvPr/>
        </p:nvSpPr>
        <p:spPr>
          <a:xfrm>
            <a:off x="2438280" y="4076640"/>
            <a:ext cx="1886400" cy="257400"/>
          </a:xfrm>
          <a:custGeom>
            <a:avLst/>
            <a:gdLst/>
            <a:ahLst/>
            <a:rect l="0" t="0" r="r" b="b"/>
            <a:pathLst>
              <a:path w="5240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081" y="0"/>
                </a:lnTo>
                <a:cubicBezTo>
                  <a:pt x="5091" y="0"/>
                  <a:pt x="5102" y="1"/>
                  <a:pt x="5112" y="3"/>
                </a:cubicBezTo>
                <a:cubicBezTo>
                  <a:pt x="5122" y="5"/>
                  <a:pt x="5132" y="8"/>
                  <a:pt x="5142" y="12"/>
                </a:cubicBezTo>
                <a:cubicBezTo>
                  <a:pt x="5151" y="16"/>
                  <a:pt x="5160" y="21"/>
                  <a:pt x="5169" y="26"/>
                </a:cubicBezTo>
                <a:cubicBezTo>
                  <a:pt x="5178" y="32"/>
                  <a:pt x="5186" y="39"/>
                  <a:pt x="5193" y="46"/>
                </a:cubicBezTo>
                <a:cubicBezTo>
                  <a:pt x="5200" y="54"/>
                  <a:pt x="5207" y="62"/>
                  <a:pt x="5213" y="70"/>
                </a:cubicBezTo>
                <a:cubicBezTo>
                  <a:pt x="5219" y="79"/>
                  <a:pt x="5224" y="88"/>
                  <a:pt x="5227" y="98"/>
                </a:cubicBezTo>
                <a:cubicBezTo>
                  <a:pt x="5231" y="107"/>
                  <a:pt x="5234" y="117"/>
                  <a:pt x="5237" y="127"/>
                </a:cubicBezTo>
                <a:cubicBezTo>
                  <a:pt x="5239" y="138"/>
                  <a:pt x="5240" y="148"/>
                  <a:pt x="5240" y="158"/>
                </a:cubicBezTo>
                <a:lnTo>
                  <a:pt x="5240" y="556"/>
                </a:lnTo>
                <a:cubicBezTo>
                  <a:pt x="5240" y="567"/>
                  <a:pt x="5239" y="577"/>
                  <a:pt x="5237" y="587"/>
                </a:cubicBezTo>
                <a:cubicBezTo>
                  <a:pt x="5234" y="597"/>
                  <a:pt x="5231" y="607"/>
                  <a:pt x="5227" y="617"/>
                </a:cubicBezTo>
                <a:cubicBezTo>
                  <a:pt x="5224" y="627"/>
                  <a:pt x="5219" y="636"/>
                  <a:pt x="5213" y="644"/>
                </a:cubicBezTo>
                <a:cubicBezTo>
                  <a:pt x="5207" y="653"/>
                  <a:pt x="5200" y="661"/>
                  <a:pt x="5193" y="669"/>
                </a:cubicBezTo>
                <a:cubicBezTo>
                  <a:pt x="5186" y="676"/>
                  <a:pt x="5178" y="682"/>
                  <a:pt x="5169" y="688"/>
                </a:cubicBezTo>
                <a:cubicBezTo>
                  <a:pt x="5160" y="694"/>
                  <a:pt x="5151" y="699"/>
                  <a:pt x="5142" y="703"/>
                </a:cubicBezTo>
                <a:cubicBezTo>
                  <a:pt x="5132" y="707"/>
                  <a:pt x="5122" y="710"/>
                  <a:pt x="5112" y="712"/>
                </a:cubicBezTo>
                <a:cubicBezTo>
                  <a:pt x="5102" y="714"/>
                  <a:pt x="5091" y="715"/>
                  <a:pt x="5081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8"/>
                </a:cubicBezTo>
                <a:cubicBezTo>
                  <a:pt x="62" y="682"/>
                  <a:pt x="54" y="676"/>
                  <a:pt x="46" y="669"/>
                </a:cubicBezTo>
                <a:cubicBezTo>
                  <a:pt x="39" y="661"/>
                  <a:pt x="32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238176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2501280" y="4138200"/>
            <a:ext cx="17517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./.agents/workflows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431964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4371840" y="40672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0" name=""/>
          <p:cNvSpPr/>
          <p:nvPr/>
        </p:nvSpPr>
        <p:spPr>
          <a:xfrm>
            <a:off x="4619520" y="4076640"/>
            <a:ext cx="1972080" cy="257400"/>
          </a:xfrm>
          <a:custGeom>
            <a:avLst/>
            <a:gdLst/>
            <a:ahLst/>
            <a:rect l="0" t="0" r="r" b="b"/>
            <a:pathLst>
              <a:path w="5478" h="715">
                <a:moveTo>
                  <a:pt x="0" y="556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319" y="0"/>
                </a:lnTo>
                <a:cubicBezTo>
                  <a:pt x="5329" y="0"/>
                  <a:pt x="5340" y="1"/>
                  <a:pt x="5350" y="3"/>
                </a:cubicBezTo>
                <a:cubicBezTo>
                  <a:pt x="5360" y="5"/>
                  <a:pt x="5370" y="8"/>
                  <a:pt x="5380" y="12"/>
                </a:cubicBezTo>
                <a:cubicBezTo>
                  <a:pt x="5389" y="16"/>
                  <a:pt x="5398" y="21"/>
                  <a:pt x="5407" y="26"/>
                </a:cubicBezTo>
                <a:cubicBezTo>
                  <a:pt x="5416" y="32"/>
                  <a:pt x="5424" y="39"/>
                  <a:pt x="5431" y="46"/>
                </a:cubicBezTo>
                <a:cubicBezTo>
                  <a:pt x="5439" y="54"/>
                  <a:pt x="5445" y="62"/>
                  <a:pt x="5451" y="70"/>
                </a:cubicBezTo>
                <a:cubicBezTo>
                  <a:pt x="5457" y="79"/>
                  <a:pt x="5462" y="88"/>
                  <a:pt x="5466" y="98"/>
                </a:cubicBezTo>
                <a:cubicBezTo>
                  <a:pt x="5470" y="107"/>
                  <a:pt x="5473" y="117"/>
                  <a:pt x="5475" y="127"/>
                </a:cubicBezTo>
                <a:cubicBezTo>
                  <a:pt x="5477" y="138"/>
                  <a:pt x="5478" y="148"/>
                  <a:pt x="5478" y="158"/>
                </a:cubicBezTo>
                <a:lnTo>
                  <a:pt x="5478" y="556"/>
                </a:lnTo>
                <a:cubicBezTo>
                  <a:pt x="5478" y="567"/>
                  <a:pt x="5477" y="577"/>
                  <a:pt x="5475" y="587"/>
                </a:cubicBezTo>
                <a:cubicBezTo>
                  <a:pt x="5473" y="597"/>
                  <a:pt x="5470" y="607"/>
                  <a:pt x="5466" y="617"/>
                </a:cubicBezTo>
                <a:cubicBezTo>
                  <a:pt x="5462" y="627"/>
                  <a:pt x="5457" y="636"/>
                  <a:pt x="5451" y="644"/>
                </a:cubicBezTo>
                <a:cubicBezTo>
                  <a:pt x="5445" y="653"/>
                  <a:pt x="5439" y="661"/>
                  <a:pt x="5431" y="669"/>
                </a:cubicBezTo>
                <a:cubicBezTo>
                  <a:pt x="5424" y="676"/>
                  <a:pt x="5416" y="682"/>
                  <a:pt x="5407" y="688"/>
                </a:cubicBezTo>
                <a:cubicBezTo>
                  <a:pt x="5398" y="694"/>
                  <a:pt x="5389" y="699"/>
                  <a:pt x="5380" y="703"/>
                </a:cubicBezTo>
                <a:cubicBezTo>
                  <a:pt x="5370" y="707"/>
                  <a:pt x="5360" y="710"/>
                  <a:pt x="5350" y="712"/>
                </a:cubicBezTo>
                <a:cubicBezTo>
                  <a:pt x="5340" y="714"/>
                  <a:pt x="5329" y="715"/>
                  <a:pt x="5319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8"/>
                </a:cubicBezTo>
                <a:cubicBezTo>
                  <a:pt x="62" y="682"/>
                  <a:pt x="54" y="676"/>
                  <a:pt x="46" y="669"/>
                </a:cubicBezTo>
                <a:cubicBezTo>
                  <a:pt x="39" y="661"/>
                  <a:pt x="32" y="653"/>
                  <a:pt x="27" y="644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7"/>
                  <a:pt x="5" y="597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456228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4681800" y="4138200"/>
            <a:ext cx="184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./.agents/references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659232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6644520" y="406728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を使う運⽤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7597080" y="405216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7649280" y="40672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747720" y="4362480"/>
            <a:ext cx="11437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推奨します。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2" name=""/>
          <p:cNvSpPr/>
          <p:nvPr/>
        </p:nvSpPr>
        <p:spPr>
          <a:xfrm>
            <a:off x="933120" y="242856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7"/>
                  <a:pt x="19" y="37"/>
                  <a:pt x="28" y="28"/>
                </a:cubicBezTo>
                <a:cubicBezTo>
                  <a:pt x="36" y="20"/>
                  <a:pt x="46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3"/>
                  <a:pt x="151" y="20"/>
                  <a:pt x="160" y="28"/>
                </a:cubicBezTo>
                <a:cubicBezTo>
                  <a:pt x="168" y="37"/>
                  <a:pt x="175" y="47"/>
                  <a:pt x="180" y="59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747720" y="1762200"/>
            <a:ext cx="1739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95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補⾜と⼀次情報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128600" y="2333520"/>
            <a:ext cx="2096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確認した⼀次情報では、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3224160" y="2318400"/>
            <a:ext cx="963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4187160" y="23335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4377600" y="2318400"/>
            <a:ext cx="1281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customization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5658120" y="23335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9" name=""/>
          <p:cNvSpPr/>
          <p:nvPr/>
        </p:nvSpPr>
        <p:spPr>
          <a:xfrm>
            <a:off x="5905440" y="2333520"/>
            <a:ext cx="590760" cy="257400"/>
          </a:xfrm>
          <a:custGeom>
            <a:avLst/>
            <a:gdLst/>
            <a:ahLst/>
            <a:rect l="0" t="0" r="r" b="b"/>
            <a:pathLst>
              <a:path w="1641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482" y="0"/>
                </a:lnTo>
                <a:cubicBezTo>
                  <a:pt x="1493" y="0"/>
                  <a:pt x="1503" y="1"/>
                  <a:pt x="1513" y="3"/>
                </a:cubicBezTo>
                <a:cubicBezTo>
                  <a:pt x="1524" y="5"/>
                  <a:pt x="1533" y="8"/>
                  <a:pt x="1543" y="12"/>
                </a:cubicBezTo>
                <a:cubicBezTo>
                  <a:pt x="1553" y="16"/>
                  <a:pt x="1562" y="21"/>
                  <a:pt x="1571" y="27"/>
                </a:cubicBezTo>
                <a:cubicBezTo>
                  <a:pt x="1579" y="32"/>
                  <a:pt x="1587" y="39"/>
                  <a:pt x="1595" y="46"/>
                </a:cubicBezTo>
                <a:cubicBezTo>
                  <a:pt x="1602" y="54"/>
                  <a:pt x="1609" y="62"/>
                  <a:pt x="1614" y="70"/>
                </a:cubicBezTo>
                <a:cubicBezTo>
                  <a:pt x="1620" y="79"/>
                  <a:pt x="1625" y="88"/>
                  <a:pt x="1629" y="98"/>
                </a:cubicBezTo>
                <a:cubicBezTo>
                  <a:pt x="1633" y="107"/>
                  <a:pt x="1636" y="117"/>
                  <a:pt x="1638" y="128"/>
                </a:cubicBezTo>
                <a:cubicBezTo>
                  <a:pt x="1640" y="138"/>
                  <a:pt x="1641" y="148"/>
                  <a:pt x="1641" y="159"/>
                </a:cubicBezTo>
                <a:lnTo>
                  <a:pt x="1641" y="556"/>
                </a:lnTo>
                <a:cubicBezTo>
                  <a:pt x="1641" y="567"/>
                  <a:pt x="1640" y="577"/>
                  <a:pt x="1638" y="587"/>
                </a:cubicBezTo>
                <a:cubicBezTo>
                  <a:pt x="1636" y="598"/>
                  <a:pt x="1633" y="608"/>
                  <a:pt x="1629" y="617"/>
                </a:cubicBezTo>
                <a:cubicBezTo>
                  <a:pt x="1625" y="627"/>
                  <a:pt x="1620" y="636"/>
                  <a:pt x="1614" y="645"/>
                </a:cubicBezTo>
                <a:cubicBezTo>
                  <a:pt x="1609" y="653"/>
                  <a:pt x="1602" y="661"/>
                  <a:pt x="1595" y="669"/>
                </a:cubicBezTo>
                <a:cubicBezTo>
                  <a:pt x="1587" y="676"/>
                  <a:pt x="1579" y="683"/>
                  <a:pt x="1571" y="688"/>
                </a:cubicBezTo>
                <a:cubicBezTo>
                  <a:pt x="1562" y="694"/>
                  <a:pt x="1553" y="699"/>
                  <a:pt x="1543" y="703"/>
                </a:cubicBezTo>
                <a:cubicBezTo>
                  <a:pt x="1533" y="707"/>
                  <a:pt x="1524" y="710"/>
                  <a:pt x="1513" y="712"/>
                </a:cubicBezTo>
                <a:cubicBezTo>
                  <a:pt x="1503" y="714"/>
                  <a:pt x="1493" y="715"/>
                  <a:pt x="1482" y="715"/>
                </a:cubicBezTo>
                <a:lnTo>
                  <a:pt x="158" y="715"/>
                </a:lnTo>
                <a:cubicBezTo>
                  <a:pt x="148" y="715"/>
                  <a:pt x="138" y="714"/>
                  <a:pt x="127" y="712"/>
                </a:cubicBezTo>
                <a:cubicBezTo>
                  <a:pt x="117" y="710"/>
                  <a:pt x="107" y="707"/>
                  <a:pt x="98" y="703"/>
                </a:cubicBezTo>
                <a:cubicBezTo>
                  <a:pt x="88" y="699"/>
                  <a:pt x="79" y="694"/>
                  <a:pt x="70" y="688"/>
                </a:cubicBezTo>
                <a:cubicBezTo>
                  <a:pt x="62" y="683"/>
                  <a:pt x="54" y="676"/>
                  <a:pt x="46" y="669"/>
                </a:cubicBezTo>
                <a:cubicBezTo>
                  <a:pt x="39" y="661"/>
                  <a:pt x="32" y="653"/>
                  <a:pt x="26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5848920" y="23184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5968080" y="2395080"/>
            <a:ext cx="4615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Rules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6495840" y="23184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6548040" y="23335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4" name=""/>
          <p:cNvSpPr/>
          <p:nvPr/>
        </p:nvSpPr>
        <p:spPr>
          <a:xfrm>
            <a:off x="6791040" y="2333520"/>
            <a:ext cx="962640" cy="257400"/>
          </a:xfrm>
          <a:custGeom>
            <a:avLst/>
            <a:gdLst/>
            <a:ahLst/>
            <a:rect l="0" t="0" r="r" b="b"/>
            <a:pathLst>
              <a:path w="2674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515" y="0"/>
                </a:lnTo>
                <a:cubicBezTo>
                  <a:pt x="2525" y="0"/>
                  <a:pt x="2536" y="1"/>
                  <a:pt x="2546" y="3"/>
                </a:cubicBezTo>
                <a:cubicBezTo>
                  <a:pt x="2556" y="5"/>
                  <a:pt x="2566" y="8"/>
                  <a:pt x="2576" y="12"/>
                </a:cubicBezTo>
                <a:cubicBezTo>
                  <a:pt x="2585" y="16"/>
                  <a:pt x="2594" y="21"/>
                  <a:pt x="2603" y="27"/>
                </a:cubicBezTo>
                <a:cubicBezTo>
                  <a:pt x="2612" y="32"/>
                  <a:pt x="2620" y="39"/>
                  <a:pt x="2627" y="46"/>
                </a:cubicBezTo>
                <a:cubicBezTo>
                  <a:pt x="2634" y="54"/>
                  <a:pt x="2641" y="62"/>
                  <a:pt x="2647" y="70"/>
                </a:cubicBezTo>
                <a:cubicBezTo>
                  <a:pt x="2653" y="79"/>
                  <a:pt x="2658" y="88"/>
                  <a:pt x="2661" y="98"/>
                </a:cubicBezTo>
                <a:cubicBezTo>
                  <a:pt x="2665" y="107"/>
                  <a:pt x="2668" y="117"/>
                  <a:pt x="2671" y="128"/>
                </a:cubicBezTo>
                <a:cubicBezTo>
                  <a:pt x="2673" y="138"/>
                  <a:pt x="2674" y="148"/>
                  <a:pt x="2674" y="159"/>
                </a:cubicBezTo>
                <a:lnTo>
                  <a:pt x="2674" y="556"/>
                </a:lnTo>
                <a:cubicBezTo>
                  <a:pt x="2674" y="567"/>
                  <a:pt x="2673" y="577"/>
                  <a:pt x="2671" y="587"/>
                </a:cubicBezTo>
                <a:cubicBezTo>
                  <a:pt x="2668" y="598"/>
                  <a:pt x="2665" y="608"/>
                  <a:pt x="2661" y="617"/>
                </a:cubicBezTo>
                <a:cubicBezTo>
                  <a:pt x="2658" y="627"/>
                  <a:pt x="2653" y="636"/>
                  <a:pt x="2647" y="645"/>
                </a:cubicBezTo>
                <a:cubicBezTo>
                  <a:pt x="2641" y="653"/>
                  <a:pt x="2634" y="661"/>
                  <a:pt x="2627" y="669"/>
                </a:cubicBezTo>
                <a:cubicBezTo>
                  <a:pt x="2620" y="676"/>
                  <a:pt x="2612" y="683"/>
                  <a:pt x="2603" y="688"/>
                </a:cubicBezTo>
                <a:cubicBezTo>
                  <a:pt x="2594" y="694"/>
                  <a:pt x="2585" y="699"/>
                  <a:pt x="2576" y="703"/>
                </a:cubicBezTo>
                <a:cubicBezTo>
                  <a:pt x="2566" y="707"/>
                  <a:pt x="2556" y="710"/>
                  <a:pt x="2546" y="712"/>
                </a:cubicBezTo>
                <a:cubicBezTo>
                  <a:pt x="2536" y="714"/>
                  <a:pt x="2525" y="715"/>
                  <a:pt x="2515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6738480" y="23184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6858000" y="2395080"/>
            <a:ext cx="83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Workflows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7754400" y="23184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8" name=""/>
          <p:cNvSpPr/>
          <p:nvPr/>
        </p:nvSpPr>
        <p:spPr>
          <a:xfrm>
            <a:off x="933120" y="276192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60"/>
                </a:cubicBezTo>
                <a:cubicBezTo>
                  <a:pt x="151" y="168"/>
                  <a:pt x="141" y="175"/>
                  <a:pt x="129" y="180"/>
                </a:cubicBezTo>
                <a:cubicBezTo>
                  <a:pt x="118" y="184"/>
                  <a:pt x="106" y="187"/>
                  <a:pt x="94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7"/>
                  <a:pt x="19" y="37"/>
                  <a:pt x="28" y="29"/>
                </a:cubicBezTo>
                <a:cubicBezTo>
                  <a:pt x="36" y="20"/>
                  <a:pt x="46" y="13"/>
                  <a:pt x="58" y="8"/>
                </a:cubicBezTo>
                <a:cubicBezTo>
                  <a:pt x="69" y="3"/>
                  <a:pt x="81" y="0"/>
                  <a:pt x="94" y="0"/>
                </a:cubicBezTo>
                <a:cubicBezTo>
                  <a:pt x="106" y="0"/>
                  <a:pt x="118" y="3"/>
                  <a:pt x="129" y="8"/>
                </a:cubicBezTo>
                <a:cubicBezTo>
                  <a:pt x="141" y="13"/>
                  <a:pt x="151" y="20"/>
                  <a:pt x="160" y="29"/>
                </a:cubicBezTo>
                <a:cubicBezTo>
                  <a:pt x="168" y="37"/>
                  <a:pt x="175" y="47"/>
                  <a:pt x="180" y="59"/>
                </a:cubicBezTo>
                <a:cubicBezTo>
                  <a:pt x="184" y="70"/>
                  <a:pt x="187" y="82"/>
                  <a:pt x="187" y="9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7806600" y="233352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1128600" y="2652120"/>
            <a:ext cx="9403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workspace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068560" y="266688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配置先は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2" name=""/>
          <p:cNvSpPr/>
          <p:nvPr/>
        </p:nvSpPr>
        <p:spPr>
          <a:xfrm>
            <a:off x="2885760" y="2676240"/>
            <a:ext cx="1419840" cy="257760"/>
          </a:xfrm>
          <a:custGeom>
            <a:avLst/>
            <a:gdLst/>
            <a:ahLst/>
            <a:rect l="0" t="0" r="r" b="b"/>
            <a:pathLst>
              <a:path w="3944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785" y="0"/>
                </a:lnTo>
                <a:cubicBezTo>
                  <a:pt x="3795" y="0"/>
                  <a:pt x="3806" y="1"/>
                  <a:pt x="3816" y="3"/>
                </a:cubicBezTo>
                <a:cubicBezTo>
                  <a:pt x="3826" y="5"/>
                  <a:pt x="3836" y="8"/>
                  <a:pt x="3846" y="12"/>
                </a:cubicBezTo>
                <a:cubicBezTo>
                  <a:pt x="3855" y="16"/>
                  <a:pt x="3864" y="21"/>
                  <a:pt x="3873" y="27"/>
                </a:cubicBezTo>
                <a:cubicBezTo>
                  <a:pt x="3882" y="33"/>
                  <a:pt x="3890" y="39"/>
                  <a:pt x="3897" y="47"/>
                </a:cubicBezTo>
                <a:cubicBezTo>
                  <a:pt x="3905" y="54"/>
                  <a:pt x="3911" y="62"/>
                  <a:pt x="3917" y="72"/>
                </a:cubicBezTo>
                <a:cubicBezTo>
                  <a:pt x="3923" y="81"/>
                  <a:pt x="3928" y="90"/>
                  <a:pt x="3932" y="99"/>
                </a:cubicBezTo>
                <a:cubicBezTo>
                  <a:pt x="3936" y="109"/>
                  <a:pt x="3939" y="119"/>
                  <a:pt x="3941" y="129"/>
                </a:cubicBezTo>
                <a:cubicBezTo>
                  <a:pt x="3943" y="139"/>
                  <a:pt x="3944" y="150"/>
                  <a:pt x="3944" y="160"/>
                </a:cubicBezTo>
                <a:lnTo>
                  <a:pt x="3944" y="557"/>
                </a:lnTo>
                <a:cubicBezTo>
                  <a:pt x="3944" y="567"/>
                  <a:pt x="3943" y="578"/>
                  <a:pt x="3941" y="588"/>
                </a:cubicBezTo>
                <a:cubicBezTo>
                  <a:pt x="3939" y="598"/>
                  <a:pt x="3936" y="608"/>
                  <a:pt x="3932" y="618"/>
                </a:cubicBezTo>
                <a:cubicBezTo>
                  <a:pt x="3928" y="627"/>
                  <a:pt x="3923" y="636"/>
                  <a:pt x="3917" y="645"/>
                </a:cubicBezTo>
                <a:cubicBezTo>
                  <a:pt x="3911" y="654"/>
                  <a:pt x="3905" y="662"/>
                  <a:pt x="3897" y="669"/>
                </a:cubicBezTo>
                <a:cubicBezTo>
                  <a:pt x="3890" y="677"/>
                  <a:pt x="3882" y="683"/>
                  <a:pt x="3873" y="689"/>
                </a:cubicBezTo>
                <a:cubicBezTo>
                  <a:pt x="3864" y="695"/>
                  <a:pt x="3855" y="700"/>
                  <a:pt x="3846" y="704"/>
                </a:cubicBezTo>
                <a:cubicBezTo>
                  <a:pt x="3836" y="708"/>
                  <a:pt x="3826" y="711"/>
                  <a:pt x="3816" y="713"/>
                </a:cubicBezTo>
                <a:cubicBezTo>
                  <a:pt x="3806" y="715"/>
                  <a:pt x="3795" y="716"/>
                  <a:pt x="3785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2830320" y="26521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2949480" y="2737800"/>
            <a:ext cx="1290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.agents/rules/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4307040" y="26521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4359240" y="266688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7" name=""/>
          <p:cNvSpPr/>
          <p:nvPr/>
        </p:nvSpPr>
        <p:spPr>
          <a:xfrm>
            <a:off x="4600440" y="2676240"/>
            <a:ext cx="1791000" cy="257760"/>
          </a:xfrm>
          <a:custGeom>
            <a:avLst/>
            <a:gdLst/>
            <a:ahLst/>
            <a:rect l="0" t="0" r="r" b="b"/>
            <a:pathLst>
              <a:path w="4975" h="716">
                <a:moveTo>
                  <a:pt x="0" y="557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816" y="0"/>
                </a:lnTo>
                <a:cubicBezTo>
                  <a:pt x="4827" y="0"/>
                  <a:pt x="4837" y="1"/>
                  <a:pt x="4847" y="3"/>
                </a:cubicBezTo>
                <a:cubicBezTo>
                  <a:pt x="4857" y="5"/>
                  <a:pt x="4867" y="8"/>
                  <a:pt x="4877" y="12"/>
                </a:cubicBezTo>
                <a:cubicBezTo>
                  <a:pt x="4887" y="16"/>
                  <a:pt x="4896" y="21"/>
                  <a:pt x="4904" y="27"/>
                </a:cubicBezTo>
                <a:cubicBezTo>
                  <a:pt x="4913" y="33"/>
                  <a:pt x="4921" y="39"/>
                  <a:pt x="4929" y="47"/>
                </a:cubicBezTo>
                <a:cubicBezTo>
                  <a:pt x="4936" y="54"/>
                  <a:pt x="4942" y="62"/>
                  <a:pt x="4948" y="72"/>
                </a:cubicBezTo>
                <a:cubicBezTo>
                  <a:pt x="4954" y="81"/>
                  <a:pt x="4959" y="90"/>
                  <a:pt x="4963" y="99"/>
                </a:cubicBezTo>
                <a:cubicBezTo>
                  <a:pt x="4967" y="109"/>
                  <a:pt x="4970" y="119"/>
                  <a:pt x="4972" y="129"/>
                </a:cubicBezTo>
                <a:cubicBezTo>
                  <a:pt x="4974" y="139"/>
                  <a:pt x="4975" y="150"/>
                  <a:pt x="4975" y="160"/>
                </a:cubicBezTo>
                <a:lnTo>
                  <a:pt x="4975" y="557"/>
                </a:lnTo>
                <a:cubicBezTo>
                  <a:pt x="4975" y="567"/>
                  <a:pt x="4974" y="578"/>
                  <a:pt x="4972" y="588"/>
                </a:cubicBezTo>
                <a:cubicBezTo>
                  <a:pt x="4970" y="598"/>
                  <a:pt x="4967" y="608"/>
                  <a:pt x="4963" y="618"/>
                </a:cubicBezTo>
                <a:cubicBezTo>
                  <a:pt x="4959" y="627"/>
                  <a:pt x="4954" y="636"/>
                  <a:pt x="4948" y="645"/>
                </a:cubicBezTo>
                <a:cubicBezTo>
                  <a:pt x="4942" y="654"/>
                  <a:pt x="4936" y="662"/>
                  <a:pt x="4929" y="669"/>
                </a:cubicBezTo>
                <a:cubicBezTo>
                  <a:pt x="4921" y="677"/>
                  <a:pt x="4913" y="683"/>
                  <a:pt x="4904" y="689"/>
                </a:cubicBezTo>
                <a:cubicBezTo>
                  <a:pt x="4896" y="695"/>
                  <a:pt x="4887" y="700"/>
                  <a:pt x="4877" y="704"/>
                </a:cubicBezTo>
                <a:cubicBezTo>
                  <a:pt x="4867" y="708"/>
                  <a:pt x="4857" y="711"/>
                  <a:pt x="4847" y="713"/>
                </a:cubicBezTo>
                <a:cubicBezTo>
                  <a:pt x="4837" y="715"/>
                  <a:pt x="4827" y="716"/>
                  <a:pt x="4816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7" y="711"/>
                  <a:pt x="108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2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4549680" y="26521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4669200" y="2737800"/>
            <a:ext cx="16596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.agents/workflows/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6395040" y="265212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1" name=""/>
          <p:cNvSpPr/>
          <p:nvPr/>
        </p:nvSpPr>
        <p:spPr>
          <a:xfrm>
            <a:off x="933120" y="31050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447240" y="266688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128600" y="2994840"/>
            <a:ext cx="8182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workflow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946160" y="300996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5" name=""/>
          <p:cNvSpPr/>
          <p:nvPr/>
        </p:nvSpPr>
        <p:spPr>
          <a:xfrm>
            <a:off x="2190600" y="3009600"/>
            <a:ext cx="228960" cy="257760"/>
          </a:xfrm>
          <a:custGeom>
            <a:avLst/>
            <a:gdLst/>
            <a:ahLst/>
            <a:rect l="0" t="0" r="r" b="b"/>
            <a:pathLst>
              <a:path w="636" h="716">
                <a:moveTo>
                  <a:pt x="0" y="55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76" y="0"/>
                </a:lnTo>
                <a:cubicBezTo>
                  <a:pt x="487" y="0"/>
                  <a:pt x="497" y="1"/>
                  <a:pt x="507" y="3"/>
                </a:cubicBezTo>
                <a:cubicBezTo>
                  <a:pt x="517" y="5"/>
                  <a:pt x="527" y="8"/>
                  <a:pt x="537" y="12"/>
                </a:cubicBezTo>
                <a:cubicBezTo>
                  <a:pt x="547" y="16"/>
                  <a:pt x="556" y="21"/>
                  <a:pt x="564" y="27"/>
                </a:cubicBezTo>
                <a:cubicBezTo>
                  <a:pt x="574" y="33"/>
                  <a:pt x="582" y="39"/>
                  <a:pt x="589" y="47"/>
                </a:cubicBezTo>
                <a:cubicBezTo>
                  <a:pt x="597" y="54"/>
                  <a:pt x="603" y="62"/>
                  <a:pt x="609" y="71"/>
                </a:cubicBezTo>
                <a:cubicBezTo>
                  <a:pt x="615" y="80"/>
                  <a:pt x="620" y="89"/>
                  <a:pt x="624" y="98"/>
                </a:cubicBezTo>
                <a:cubicBezTo>
                  <a:pt x="628" y="108"/>
                  <a:pt x="631" y="118"/>
                  <a:pt x="633" y="128"/>
                </a:cubicBezTo>
                <a:cubicBezTo>
                  <a:pt x="635" y="138"/>
                  <a:pt x="636" y="149"/>
                  <a:pt x="636" y="159"/>
                </a:cubicBezTo>
                <a:lnTo>
                  <a:pt x="636" y="556"/>
                </a:lnTo>
                <a:cubicBezTo>
                  <a:pt x="636" y="567"/>
                  <a:pt x="635" y="578"/>
                  <a:pt x="633" y="588"/>
                </a:cubicBezTo>
                <a:cubicBezTo>
                  <a:pt x="631" y="598"/>
                  <a:pt x="628" y="608"/>
                  <a:pt x="624" y="618"/>
                </a:cubicBezTo>
                <a:cubicBezTo>
                  <a:pt x="620" y="627"/>
                  <a:pt x="615" y="636"/>
                  <a:pt x="609" y="645"/>
                </a:cubicBezTo>
                <a:cubicBezTo>
                  <a:pt x="603" y="654"/>
                  <a:pt x="597" y="662"/>
                  <a:pt x="589" y="669"/>
                </a:cubicBezTo>
                <a:cubicBezTo>
                  <a:pt x="582" y="677"/>
                  <a:pt x="574" y="683"/>
                  <a:pt x="564" y="689"/>
                </a:cubicBezTo>
                <a:cubicBezTo>
                  <a:pt x="556" y="695"/>
                  <a:pt x="547" y="700"/>
                  <a:pt x="537" y="704"/>
                </a:cubicBezTo>
                <a:cubicBezTo>
                  <a:pt x="527" y="708"/>
                  <a:pt x="517" y="711"/>
                  <a:pt x="507" y="713"/>
                </a:cubicBezTo>
                <a:cubicBezTo>
                  <a:pt x="497" y="715"/>
                  <a:pt x="487" y="716"/>
                  <a:pt x="476" y="716"/>
                </a:cubicBezTo>
                <a:lnTo>
                  <a:pt x="159" y="716"/>
                </a:lnTo>
                <a:cubicBezTo>
                  <a:pt x="148" y="716"/>
                  <a:pt x="138" y="715"/>
                  <a:pt x="128" y="713"/>
                </a:cubicBezTo>
                <a:cubicBezTo>
                  <a:pt x="117" y="711"/>
                  <a:pt x="108" y="708"/>
                  <a:pt x="98" y="704"/>
                </a:cubicBezTo>
                <a:cubicBezTo>
                  <a:pt x="88" y="700"/>
                  <a:pt x="79" y="695"/>
                  <a:pt x="70" y="689"/>
                </a:cubicBezTo>
                <a:cubicBezTo>
                  <a:pt x="62" y="683"/>
                  <a:pt x="54" y="677"/>
                  <a:pt x="46" y="669"/>
                </a:cubicBezTo>
                <a:cubicBezTo>
                  <a:pt x="39" y="662"/>
                  <a:pt x="32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2136600" y="29948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2255760" y="3071160"/>
            <a:ext cx="167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2415240" y="29948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2467440" y="3009960"/>
            <a:ext cx="95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で呼び出す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3420000" y="2994840"/>
            <a:ext cx="1268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saved prompt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1" name=""/>
          <p:cNvSpPr/>
          <p:nvPr/>
        </p:nvSpPr>
        <p:spPr>
          <a:xfrm>
            <a:off x="933120" y="343836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39"/>
                  <a:pt x="168" y="149"/>
                  <a:pt x="160" y="158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4687560" y="3009960"/>
            <a:ext cx="381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1128600" y="3328200"/>
            <a:ext cx="10609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Antigravity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2135520" y="33433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5" name=""/>
          <p:cNvSpPr/>
          <p:nvPr/>
        </p:nvSpPr>
        <p:spPr>
          <a:xfrm>
            <a:off x="2381040" y="3352680"/>
            <a:ext cx="867240" cy="257400"/>
          </a:xfrm>
          <a:custGeom>
            <a:avLst/>
            <a:gdLst/>
            <a:ahLst/>
            <a:rect l="0" t="0" r="r" b="b"/>
            <a:pathLst>
              <a:path w="2409" h="715">
                <a:moveTo>
                  <a:pt x="0" y="55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250" y="0"/>
                </a:lnTo>
                <a:cubicBezTo>
                  <a:pt x="2260" y="0"/>
                  <a:pt x="2271" y="1"/>
                  <a:pt x="2281" y="3"/>
                </a:cubicBezTo>
                <a:cubicBezTo>
                  <a:pt x="2291" y="5"/>
                  <a:pt x="2301" y="8"/>
                  <a:pt x="2311" y="12"/>
                </a:cubicBezTo>
                <a:cubicBezTo>
                  <a:pt x="2320" y="16"/>
                  <a:pt x="2330" y="21"/>
                  <a:pt x="2338" y="27"/>
                </a:cubicBezTo>
                <a:cubicBezTo>
                  <a:pt x="2347" y="32"/>
                  <a:pt x="2355" y="39"/>
                  <a:pt x="2362" y="46"/>
                </a:cubicBezTo>
                <a:cubicBezTo>
                  <a:pt x="2370" y="54"/>
                  <a:pt x="2376" y="62"/>
                  <a:pt x="2382" y="70"/>
                </a:cubicBezTo>
                <a:cubicBezTo>
                  <a:pt x="2388" y="79"/>
                  <a:pt x="2393" y="88"/>
                  <a:pt x="2397" y="98"/>
                </a:cubicBezTo>
                <a:cubicBezTo>
                  <a:pt x="2401" y="107"/>
                  <a:pt x="2404" y="117"/>
                  <a:pt x="2406" y="128"/>
                </a:cubicBezTo>
                <a:cubicBezTo>
                  <a:pt x="2408" y="138"/>
                  <a:pt x="2409" y="148"/>
                  <a:pt x="2409" y="159"/>
                </a:cubicBezTo>
                <a:lnTo>
                  <a:pt x="2409" y="556"/>
                </a:lnTo>
                <a:cubicBezTo>
                  <a:pt x="2409" y="567"/>
                  <a:pt x="2408" y="577"/>
                  <a:pt x="2406" y="587"/>
                </a:cubicBezTo>
                <a:cubicBezTo>
                  <a:pt x="2404" y="598"/>
                  <a:pt x="2401" y="608"/>
                  <a:pt x="2397" y="617"/>
                </a:cubicBezTo>
                <a:cubicBezTo>
                  <a:pt x="2393" y="627"/>
                  <a:pt x="2388" y="636"/>
                  <a:pt x="2382" y="645"/>
                </a:cubicBezTo>
                <a:cubicBezTo>
                  <a:pt x="2376" y="653"/>
                  <a:pt x="2370" y="661"/>
                  <a:pt x="2362" y="669"/>
                </a:cubicBezTo>
                <a:cubicBezTo>
                  <a:pt x="2355" y="676"/>
                  <a:pt x="2347" y="683"/>
                  <a:pt x="2338" y="688"/>
                </a:cubicBezTo>
                <a:cubicBezTo>
                  <a:pt x="2330" y="694"/>
                  <a:pt x="2320" y="699"/>
                  <a:pt x="2311" y="703"/>
                </a:cubicBezTo>
                <a:cubicBezTo>
                  <a:pt x="2301" y="707"/>
                  <a:pt x="2291" y="710"/>
                  <a:pt x="2281" y="712"/>
                </a:cubicBezTo>
                <a:cubicBezTo>
                  <a:pt x="2271" y="714"/>
                  <a:pt x="2260" y="715"/>
                  <a:pt x="2250" y="715"/>
                </a:cubicBezTo>
                <a:lnTo>
                  <a:pt x="159" y="715"/>
                </a:lnTo>
                <a:cubicBezTo>
                  <a:pt x="148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8" y="699"/>
                  <a:pt x="79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39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2325960" y="33282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2445480" y="341424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3249720" y="332820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3302280" y="3343320"/>
            <a:ext cx="5525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専⽤ディレクトリは、確認した⼀次情報では⾒つかっていません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747720" y="3790800"/>
            <a:ext cx="762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⼀次情報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1" name=""/>
          <p:cNvSpPr/>
          <p:nvPr/>
        </p:nvSpPr>
        <p:spPr>
          <a:xfrm>
            <a:off x="933120" y="43146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1" y="175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509840" y="3776040"/>
            <a:ext cx="1900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3" name=""/>
          <p:cNvSpPr/>
          <p:nvPr/>
        </p:nvSpPr>
        <p:spPr>
          <a:xfrm>
            <a:off x="1314360" y="45907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39" y="175"/>
                  <a:pt x="128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4" name=""/>
          <p:cNvSpPr/>
          <p:nvPr/>
        </p:nvSpPr>
        <p:spPr>
          <a:xfrm>
            <a:off x="1514160" y="4495680"/>
            <a:ext cx="3724920" cy="257400"/>
          </a:xfrm>
          <a:custGeom>
            <a:avLst/>
            <a:gdLst/>
            <a:ahLst/>
            <a:rect l="0" t="0" r="r" b="b"/>
            <a:pathLst>
              <a:path w="10347" h="715">
                <a:moveTo>
                  <a:pt x="0" y="556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4" y="40"/>
                  <a:pt x="62" y="33"/>
                  <a:pt x="71" y="28"/>
                </a:cubicBezTo>
                <a:cubicBezTo>
                  <a:pt x="80" y="22"/>
                  <a:pt x="89" y="17"/>
                  <a:pt x="98" y="13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0188" y="0"/>
                </a:lnTo>
                <a:cubicBezTo>
                  <a:pt x="10198" y="0"/>
                  <a:pt x="10209" y="1"/>
                  <a:pt x="10219" y="3"/>
                </a:cubicBezTo>
                <a:cubicBezTo>
                  <a:pt x="10229" y="5"/>
                  <a:pt x="10239" y="9"/>
                  <a:pt x="10249" y="13"/>
                </a:cubicBezTo>
                <a:cubicBezTo>
                  <a:pt x="10258" y="17"/>
                  <a:pt x="10267" y="22"/>
                  <a:pt x="10276" y="28"/>
                </a:cubicBezTo>
                <a:cubicBezTo>
                  <a:pt x="10285" y="33"/>
                  <a:pt x="10293" y="40"/>
                  <a:pt x="10300" y="47"/>
                </a:cubicBezTo>
                <a:cubicBezTo>
                  <a:pt x="10307" y="55"/>
                  <a:pt x="10314" y="63"/>
                  <a:pt x="10320" y="71"/>
                </a:cubicBezTo>
                <a:cubicBezTo>
                  <a:pt x="10326" y="80"/>
                  <a:pt x="10331" y="89"/>
                  <a:pt x="10334" y="99"/>
                </a:cubicBezTo>
                <a:cubicBezTo>
                  <a:pt x="10338" y="108"/>
                  <a:pt x="10341" y="118"/>
                  <a:pt x="10344" y="129"/>
                </a:cubicBezTo>
                <a:cubicBezTo>
                  <a:pt x="10346" y="139"/>
                  <a:pt x="10347" y="149"/>
                  <a:pt x="10347" y="160"/>
                </a:cubicBezTo>
                <a:lnTo>
                  <a:pt x="10347" y="556"/>
                </a:lnTo>
                <a:cubicBezTo>
                  <a:pt x="10347" y="567"/>
                  <a:pt x="10346" y="577"/>
                  <a:pt x="10344" y="587"/>
                </a:cubicBezTo>
                <a:cubicBezTo>
                  <a:pt x="10341" y="598"/>
                  <a:pt x="10338" y="608"/>
                  <a:pt x="10334" y="617"/>
                </a:cubicBezTo>
                <a:cubicBezTo>
                  <a:pt x="10331" y="627"/>
                  <a:pt x="10326" y="636"/>
                  <a:pt x="10320" y="645"/>
                </a:cubicBezTo>
                <a:cubicBezTo>
                  <a:pt x="10314" y="653"/>
                  <a:pt x="10307" y="661"/>
                  <a:pt x="10300" y="669"/>
                </a:cubicBezTo>
                <a:cubicBezTo>
                  <a:pt x="10293" y="676"/>
                  <a:pt x="10285" y="683"/>
                  <a:pt x="10276" y="688"/>
                </a:cubicBezTo>
                <a:cubicBezTo>
                  <a:pt x="10267" y="694"/>
                  <a:pt x="10258" y="699"/>
                  <a:pt x="10249" y="703"/>
                </a:cubicBezTo>
                <a:cubicBezTo>
                  <a:pt x="10239" y="707"/>
                  <a:pt x="10229" y="710"/>
                  <a:pt x="10219" y="712"/>
                </a:cubicBezTo>
                <a:cubicBezTo>
                  <a:pt x="10209" y="714"/>
                  <a:pt x="10198" y="715"/>
                  <a:pt x="10188" y="715"/>
                </a:cubicBezTo>
                <a:lnTo>
                  <a:pt x="159" y="715"/>
                </a:lnTo>
                <a:cubicBezTo>
                  <a:pt x="149" y="715"/>
                  <a:pt x="138" y="714"/>
                  <a:pt x="128" y="712"/>
                </a:cubicBezTo>
                <a:cubicBezTo>
                  <a:pt x="118" y="710"/>
                  <a:pt x="108" y="707"/>
                  <a:pt x="98" y="703"/>
                </a:cubicBezTo>
                <a:cubicBezTo>
                  <a:pt x="89" y="699"/>
                  <a:pt x="80" y="694"/>
                  <a:pt x="71" y="688"/>
                </a:cubicBezTo>
                <a:cubicBezTo>
                  <a:pt x="62" y="683"/>
                  <a:pt x="54" y="676"/>
                  <a:pt x="47" y="669"/>
                </a:cubicBezTo>
                <a:cubicBezTo>
                  <a:pt x="40" y="661"/>
                  <a:pt x="33" y="653"/>
                  <a:pt x="27" y="645"/>
                </a:cubicBezTo>
                <a:cubicBezTo>
                  <a:pt x="21" y="636"/>
                  <a:pt x="16" y="627"/>
                  <a:pt x="12" y="617"/>
                </a:cubicBezTo>
                <a:cubicBezTo>
                  <a:pt x="8" y="608"/>
                  <a:pt x="5" y="598"/>
                  <a:pt x="3" y="587"/>
                </a:cubicBezTo>
                <a:cubicBezTo>
                  <a:pt x="1" y="577"/>
                  <a:pt x="0" y="567"/>
                  <a:pt x="0" y="55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1128600" y="4204440"/>
            <a:ext cx="14421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Google Codelabs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6" name=""/>
          <p:cNvSpPr/>
          <p:nvPr/>
        </p:nvSpPr>
        <p:spPr>
          <a:xfrm>
            <a:off x="1314360" y="49240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39" y="175"/>
                  <a:pt x="128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8"/>
                </a:cubicBezTo>
                <a:cubicBezTo>
                  <a:pt x="139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7" name=""/>
          <p:cNvSpPr/>
          <p:nvPr/>
        </p:nvSpPr>
        <p:spPr>
          <a:xfrm>
            <a:off x="1514160" y="4838400"/>
            <a:ext cx="6858360" cy="257760"/>
          </a:xfrm>
          <a:custGeom>
            <a:avLst/>
            <a:gdLst/>
            <a:ahLst/>
            <a:rect l="0" t="0" r="r" b="b"/>
            <a:pathLst>
              <a:path w="19051" h="716">
                <a:moveTo>
                  <a:pt x="0" y="557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8893" y="0"/>
                </a:lnTo>
                <a:cubicBezTo>
                  <a:pt x="18903" y="0"/>
                  <a:pt x="18913" y="1"/>
                  <a:pt x="18924" y="3"/>
                </a:cubicBezTo>
                <a:cubicBezTo>
                  <a:pt x="18934" y="5"/>
                  <a:pt x="18944" y="8"/>
                  <a:pt x="18953" y="12"/>
                </a:cubicBezTo>
                <a:cubicBezTo>
                  <a:pt x="18963" y="16"/>
                  <a:pt x="18972" y="21"/>
                  <a:pt x="18981" y="27"/>
                </a:cubicBezTo>
                <a:cubicBezTo>
                  <a:pt x="18989" y="33"/>
                  <a:pt x="18998" y="39"/>
                  <a:pt x="19005" y="47"/>
                </a:cubicBezTo>
                <a:cubicBezTo>
                  <a:pt x="19012" y="54"/>
                  <a:pt x="19019" y="62"/>
                  <a:pt x="19025" y="71"/>
                </a:cubicBezTo>
                <a:cubicBezTo>
                  <a:pt x="19030" y="80"/>
                  <a:pt x="19035" y="89"/>
                  <a:pt x="19039" y="98"/>
                </a:cubicBezTo>
                <a:cubicBezTo>
                  <a:pt x="19043" y="108"/>
                  <a:pt x="19046" y="118"/>
                  <a:pt x="19048" y="128"/>
                </a:cubicBezTo>
                <a:cubicBezTo>
                  <a:pt x="19050" y="138"/>
                  <a:pt x="19051" y="149"/>
                  <a:pt x="19051" y="159"/>
                </a:cubicBezTo>
                <a:lnTo>
                  <a:pt x="19051" y="557"/>
                </a:lnTo>
                <a:cubicBezTo>
                  <a:pt x="19051" y="567"/>
                  <a:pt x="19050" y="578"/>
                  <a:pt x="19048" y="588"/>
                </a:cubicBezTo>
                <a:cubicBezTo>
                  <a:pt x="19046" y="598"/>
                  <a:pt x="19043" y="608"/>
                  <a:pt x="19039" y="618"/>
                </a:cubicBezTo>
                <a:cubicBezTo>
                  <a:pt x="19035" y="627"/>
                  <a:pt x="19030" y="636"/>
                  <a:pt x="19025" y="645"/>
                </a:cubicBezTo>
                <a:cubicBezTo>
                  <a:pt x="19019" y="654"/>
                  <a:pt x="19012" y="662"/>
                  <a:pt x="19005" y="669"/>
                </a:cubicBezTo>
                <a:cubicBezTo>
                  <a:pt x="18998" y="677"/>
                  <a:pt x="18989" y="683"/>
                  <a:pt x="18981" y="689"/>
                </a:cubicBezTo>
                <a:cubicBezTo>
                  <a:pt x="18972" y="695"/>
                  <a:pt x="18963" y="700"/>
                  <a:pt x="18953" y="704"/>
                </a:cubicBezTo>
                <a:cubicBezTo>
                  <a:pt x="18944" y="708"/>
                  <a:pt x="18934" y="711"/>
                  <a:pt x="18924" y="713"/>
                </a:cubicBezTo>
                <a:cubicBezTo>
                  <a:pt x="18913" y="715"/>
                  <a:pt x="18903" y="716"/>
                  <a:pt x="18893" y="716"/>
                </a:cubicBezTo>
                <a:lnTo>
                  <a:pt x="159" y="716"/>
                </a:lnTo>
                <a:cubicBezTo>
                  <a:pt x="149" y="716"/>
                  <a:pt x="138" y="715"/>
                  <a:pt x="128" y="713"/>
                </a:cubicBezTo>
                <a:cubicBezTo>
                  <a:pt x="118" y="711"/>
                  <a:pt x="108" y="708"/>
                  <a:pt x="98" y="704"/>
                </a:cubicBezTo>
                <a:cubicBezTo>
                  <a:pt x="89" y="700"/>
                  <a:pt x="80" y="695"/>
                  <a:pt x="71" y="689"/>
                </a:cubicBezTo>
                <a:cubicBezTo>
                  <a:pt x="62" y="683"/>
                  <a:pt x="54" y="677"/>
                  <a:pt x="47" y="669"/>
                </a:cubicBezTo>
                <a:cubicBezTo>
                  <a:pt x="40" y="662"/>
                  <a:pt x="33" y="654"/>
                  <a:pt x="27" y="645"/>
                </a:cubicBezTo>
                <a:cubicBezTo>
                  <a:pt x="21" y="636"/>
                  <a:pt x="16" y="627"/>
                  <a:pt x="12" y="618"/>
                </a:cubicBezTo>
                <a:cubicBezTo>
                  <a:pt x="8" y="608"/>
                  <a:pt x="5" y="598"/>
                  <a:pt x="3" y="588"/>
                </a:cubicBezTo>
                <a:cubicBezTo>
                  <a:pt x="1" y="578"/>
                  <a:pt x="0" y="567"/>
                  <a:pt x="0" y="55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1576800" y="4557240"/>
            <a:ext cx="3595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Getting Started with Google Antigravity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1576800" y="4899960"/>
            <a:ext cx="6729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https://codelabs.developers.google.com/getting-started-google-antigravity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