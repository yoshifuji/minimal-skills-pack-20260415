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138040"/>
            <a:ext cx="69912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skills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409400" y="2162160"/>
            <a:ext cx="30564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40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と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714320" y="2138040"/>
            <a:ext cx="76896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specs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466000" y="2162160"/>
            <a:ext cx="396324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40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を使って開発を進める⼿順書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47720" y="28098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初学者向け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700280" y="2794680"/>
            <a:ext cx="7081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/ Codex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407680" y="28098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598120" y="2794680"/>
            <a:ext cx="1127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Claude Code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" name=""/>
          <p:cNvSpPr/>
          <p:nvPr/>
        </p:nvSpPr>
        <p:spPr>
          <a:xfrm>
            <a:off x="933120" y="33336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724560" y="280980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両対応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"/>
          <p:cNvSpPr/>
          <p:nvPr/>
        </p:nvSpPr>
        <p:spPr>
          <a:xfrm>
            <a:off x="1314360" y="3609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"/>
          <p:cNvSpPr/>
          <p:nvPr/>
        </p:nvSpPr>
        <p:spPr>
          <a:xfrm>
            <a:off x="1514160" y="3504960"/>
            <a:ext cx="790920" cy="276480"/>
          </a:xfrm>
          <a:custGeom>
            <a:avLst/>
            <a:gdLst/>
            <a:ahLst/>
            <a:rect l="0" t="0" r="r" b="b"/>
            <a:pathLst>
              <a:path w="2197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039" y="0"/>
                </a:lnTo>
                <a:cubicBezTo>
                  <a:pt x="2049" y="0"/>
                  <a:pt x="2059" y="1"/>
                  <a:pt x="2070" y="3"/>
                </a:cubicBezTo>
                <a:cubicBezTo>
                  <a:pt x="2080" y="5"/>
                  <a:pt x="2090" y="8"/>
                  <a:pt x="2099" y="12"/>
                </a:cubicBezTo>
                <a:cubicBezTo>
                  <a:pt x="2109" y="16"/>
                  <a:pt x="2118" y="21"/>
                  <a:pt x="2127" y="27"/>
                </a:cubicBezTo>
                <a:cubicBezTo>
                  <a:pt x="2136" y="33"/>
                  <a:pt x="2144" y="39"/>
                  <a:pt x="2151" y="47"/>
                </a:cubicBezTo>
                <a:cubicBezTo>
                  <a:pt x="2158" y="54"/>
                  <a:pt x="2165" y="62"/>
                  <a:pt x="2171" y="71"/>
                </a:cubicBezTo>
                <a:cubicBezTo>
                  <a:pt x="2176" y="79"/>
                  <a:pt x="2181" y="89"/>
                  <a:pt x="2185" y="98"/>
                </a:cubicBezTo>
                <a:cubicBezTo>
                  <a:pt x="2189" y="108"/>
                  <a:pt x="2192" y="118"/>
                  <a:pt x="2194" y="128"/>
                </a:cubicBezTo>
                <a:cubicBezTo>
                  <a:pt x="2196" y="138"/>
                  <a:pt x="2197" y="148"/>
                  <a:pt x="2197" y="159"/>
                </a:cubicBezTo>
                <a:lnTo>
                  <a:pt x="2197" y="609"/>
                </a:lnTo>
                <a:cubicBezTo>
                  <a:pt x="2197" y="620"/>
                  <a:pt x="2196" y="630"/>
                  <a:pt x="2194" y="641"/>
                </a:cubicBezTo>
                <a:cubicBezTo>
                  <a:pt x="2192" y="651"/>
                  <a:pt x="2189" y="661"/>
                  <a:pt x="2185" y="670"/>
                </a:cubicBezTo>
                <a:cubicBezTo>
                  <a:pt x="2181" y="680"/>
                  <a:pt x="2176" y="689"/>
                  <a:pt x="2171" y="698"/>
                </a:cubicBezTo>
                <a:cubicBezTo>
                  <a:pt x="2165" y="707"/>
                  <a:pt x="2158" y="715"/>
                  <a:pt x="2151" y="722"/>
                </a:cubicBezTo>
                <a:cubicBezTo>
                  <a:pt x="2144" y="729"/>
                  <a:pt x="2136" y="736"/>
                  <a:pt x="2127" y="742"/>
                </a:cubicBezTo>
                <a:cubicBezTo>
                  <a:pt x="2118" y="747"/>
                  <a:pt x="2109" y="752"/>
                  <a:pt x="2099" y="756"/>
                </a:cubicBezTo>
                <a:cubicBezTo>
                  <a:pt x="2090" y="760"/>
                  <a:pt x="2080" y="763"/>
                  <a:pt x="2070" y="765"/>
                </a:cubicBezTo>
                <a:cubicBezTo>
                  <a:pt x="2059" y="767"/>
                  <a:pt x="2049" y="768"/>
                  <a:pt x="2039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5"/>
                  <a:pt x="33" y="707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128600" y="323856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⼊⼒として使うもの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" name=""/>
          <p:cNvSpPr/>
          <p:nvPr/>
        </p:nvSpPr>
        <p:spPr>
          <a:xfrm>
            <a:off x="1314360" y="3943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" name=""/>
          <p:cNvSpPr/>
          <p:nvPr/>
        </p:nvSpPr>
        <p:spPr>
          <a:xfrm>
            <a:off x="1514160" y="3838320"/>
            <a:ext cx="4658040" cy="276480"/>
          </a:xfrm>
          <a:custGeom>
            <a:avLst/>
            <a:gdLst/>
            <a:ahLst/>
            <a:rect l="0" t="0" r="r" b="b"/>
            <a:pathLst>
              <a:path w="12939" h="768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781" y="0"/>
                </a:lnTo>
                <a:cubicBezTo>
                  <a:pt x="12791" y="0"/>
                  <a:pt x="12801" y="1"/>
                  <a:pt x="12812" y="3"/>
                </a:cubicBezTo>
                <a:cubicBezTo>
                  <a:pt x="12822" y="5"/>
                  <a:pt x="12832" y="8"/>
                  <a:pt x="12841" y="12"/>
                </a:cubicBezTo>
                <a:cubicBezTo>
                  <a:pt x="12851" y="16"/>
                  <a:pt x="12860" y="21"/>
                  <a:pt x="12869" y="27"/>
                </a:cubicBezTo>
                <a:cubicBezTo>
                  <a:pt x="12878" y="33"/>
                  <a:pt x="12886" y="39"/>
                  <a:pt x="12893" y="47"/>
                </a:cubicBezTo>
                <a:cubicBezTo>
                  <a:pt x="12900" y="54"/>
                  <a:pt x="12907" y="62"/>
                  <a:pt x="12913" y="71"/>
                </a:cubicBezTo>
                <a:cubicBezTo>
                  <a:pt x="12919" y="79"/>
                  <a:pt x="12923" y="89"/>
                  <a:pt x="12927" y="98"/>
                </a:cubicBezTo>
                <a:cubicBezTo>
                  <a:pt x="12931" y="108"/>
                  <a:pt x="12934" y="118"/>
                  <a:pt x="12936" y="128"/>
                </a:cubicBezTo>
                <a:cubicBezTo>
                  <a:pt x="12938" y="138"/>
                  <a:pt x="12939" y="149"/>
                  <a:pt x="12939" y="159"/>
                </a:cubicBezTo>
                <a:lnTo>
                  <a:pt x="12939" y="610"/>
                </a:lnTo>
                <a:cubicBezTo>
                  <a:pt x="12939" y="620"/>
                  <a:pt x="12938" y="630"/>
                  <a:pt x="12936" y="641"/>
                </a:cubicBezTo>
                <a:cubicBezTo>
                  <a:pt x="12934" y="651"/>
                  <a:pt x="12931" y="661"/>
                  <a:pt x="12927" y="670"/>
                </a:cubicBezTo>
                <a:cubicBezTo>
                  <a:pt x="12923" y="680"/>
                  <a:pt x="12919" y="689"/>
                  <a:pt x="12913" y="698"/>
                </a:cubicBezTo>
                <a:cubicBezTo>
                  <a:pt x="12907" y="707"/>
                  <a:pt x="12900" y="715"/>
                  <a:pt x="12893" y="722"/>
                </a:cubicBezTo>
                <a:cubicBezTo>
                  <a:pt x="12886" y="729"/>
                  <a:pt x="12878" y="736"/>
                  <a:pt x="12869" y="742"/>
                </a:cubicBezTo>
                <a:cubicBezTo>
                  <a:pt x="12860" y="748"/>
                  <a:pt x="12851" y="752"/>
                  <a:pt x="12841" y="756"/>
                </a:cubicBezTo>
                <a:cubicBezTo>
                  <a:pt x="12832" y="760"/>
                  <a:pt x="12822" y="763"/>
                  <a:pt x="12812" y="765"/>
                </a:cubicBezTo>
                <a:cubicBezTo>
                  <a:pt x="12801" y="767"/>
                  <a:pt x="12791" y="768"/>
                  <a:pt x="12781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5"/>
                  <a:pt x="33" y="707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578240" y="357408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"/>
          <p:cNvSpPr/>
          <p:nvPr/>
        </p:nvSpPr>
        <p:spPr>
          <a:xfrm>
            <a:off x="933120" y="42764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578240" y="3907440"/>
            <a:ext cx="4505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C:\Users\username\work\minimal-skills-pack\specs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" name=""/>
          <p:cNvSpPr/>
          <p:nvPr/>
        </p:nvSpPr>
        <p:spPr>
          <a:xfrm>
            <a:off x="1314360" y="4552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28600" y="418140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⽬的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509840" y="445752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仕様を整理してから、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408840" y="44427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564000" y="4457520"/>
            <a:ext cx="2667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タスクずつ安全に開発を進める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47720" y="170496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この資料でやること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932400" y="225180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128600" y="22669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作業⽤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700280" y="225180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392560" y="22669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" name=""/>
          <p:cNvSpPr/>
          <p:nvPr/>
        </p:nvSpPr>
        <p:spPr>
          <a:xfrm>
            <a:off x="1133280" y="2581200"/>
            <a:ext cx="600480" cy="285840"/>
          </a:xfrm>
          <a:custGeom>
            <a:avLst/>
            <a:gdLst/>
            <a:ahLst/>
            <a:rect l="0" t="0" r="r" b="b"/>
            <a:pathLst>
              <a:path w="1668" h="794">
                <a:moveTo>
                  <a:pt x="0" y="63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09" y="0"/>
                </a:lnTo>
                <a:cubicBezTo>
                  <a:pt x="1520" y="0"/>
                  <a:pt x="1530" y="1"/>
                  <a:pt x="1540" y="3"/>
                </a:cubicBezTo>
                <a:cubicBezTo>
                  <a:pt x="1550" y="5"/>
                  <a:pt x="1560" y="8"/>
                  <a:pt x="1570" y="12"/>
                </a:cubicBezTo>
                <a:cubicBezTo>
                  <a:pt x="1580" y="16"/>
                  <a:pt x="1589" y="21"/>
                  <a:pt x="1597" y="26"/>
                </a:cubicBezTo>
                <a:cubicBezTo>
                  <a:pt x="1606" y="32"/>
                  <a:pt x="1614" y="39"/>
                  <a:pt x="1621" y="46"/>
                </a:cubicBezTo>
                <a:cubicBezTo>
                  <a:pt x="1629" y="54"/>
                  <a:pt x="1635" y="62"/>
                  <a:pt x="1641" y="70"/>
                </a:cubicBezTo>
                <a:cubicBezTo>
                  <a:pt x="1647" y="79"/>
                  <a:pt x="1652" y="88"/>
                  <a:pt x="1656" y="98"/>
                </a:cubicBezTo>
                <a:cubicBezTo>
                  <a:pt x="1660" y="107"/>
                  <a:pt x="1663" y="117"/>
                  <a:pt x="1665" y="127"/>
                </a:cubicBezTo>
                <a:cubicBezTo>
                  <a:pt x="1667" y="138"/>
                  <a:pt x="1668" y="148"/>
                  <a:pt x="1668" y="158"/>
                </a:cubicBezTo>
                <a:lnTo>
                  <a:pt x="1668" y="636"/>
                </a:lnTo>
                <a:cubicBezTo>
                  <a:pt x="1668" y="646"/>
                  <a:pt x="1667" y="656"/>
                  <a:pt x="1665" y="667"/>
                </a:cubicBezTo>
                <a:cubicBezTo>
                  <a:pt x="1663" y="677"/>
                  <a:pt x="1660" y="687"/>
                  <a:pt x="1656" y="696"/>
                </a:cubicBezTo>
                <a:cubicBezTo>
                  <a:pt x="1652" y="706"/>
                  <a:pt x="1647" y="715"/>
                  <a:pt x="1641" y="724"/>
                </a:cubicBezTo>
                <a:cubicBezTo>
                  <a:pt x="1635" y="733"/>
                  <a:pt x="1629" y="741"/>
                  <a:pt x="1621" y="748"/>
                </a:cubicBezTo>
                <a:cubicBezTo>
                  <a:pt x="1614" y="755"/>
                  <a:pt x="1606" y="762"/>
                  <a:pt x="1597" y="768"/>
                </a:cubicBezTo>
                <a:cubicBezTo>
                  <a:pt x="1589" y="773"/>
                  <a:pt x="1580" y="778"/>
                  <a:pt x="1570" y="782"/>
                </a:cubicBezTo>
                <a:cubicBezTo>
                  <a:pt x="1560" y="786"/>
                  <a:pt x="1550" y="789"/>
                  <a:pt x="1540" y="791"/>
                </a:cubicBezTo>
                <a:cubicBezTo>
                  <a:pt x="1530" y="793"/>
                  <a:pt x="1520" y="794"/>
                  <a:pt x="1509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3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6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32400" y="257580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97000" y="2649960"/>
            <a:ext cx="46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37000" y="25758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789200" y="259092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から使う仕様書をコピーする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" name=""/>
          <p:cNvSpPr/>
          <p:nvPr/>
        </p:nvSpPr>
        <p:spPr>
          <a:xfrm>
            <a:off x="1133280" y="2914560"/>
            <a:ext cx="695520" cy="285840"/>
          </a:xfrm>
          <a:custGeom>
            <a:avLst/>
            <a:gdLst/>
            <a:ahLst/>
            <a:rect l="0" t="0" r="r" b="b"/>
            <a:pathLst>
              <a:path w="1932" h="794">
                <a:moveTo>
                  <a:pt x="0" y="636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774" y="0"/>
                </a:lnTo>
                <a:cubicBezTo>
                  <a:pt x="1784" y="0"/>
                  <a:pt x="1794" y="1"/>
                  <a:pt x="1805" y="3"/>
                </a:cubicBezTo>
                <a:cubicBezTo>
                  <a:pt x="1815" y="5"/>
                  <a:pt x="1825" y="8"/>
                  <a:pt x="1835" y="12"/>
                </a:cubicBezTo>
                <a:cubicBezTo>
                  <a:pt x="1844" y="16"/>
                  <a:pt x="1853" y="21"/>
                  <a:pt x="1862" y="27"/>
                </a:cubicBezTo>
                <a:cubicBezTo>
                  <a:pt x="1871" y="32"/>
                  <a:pt x="1879" y="39"/>
                  <a:pt x="1886" y="46"/>
                </a:cubicBezTo>
                <a:cubicBezTo>
                  <a:pt x="1893" y="54"/>
                  <a:pt x="1900" y="62"/>
                  <a:pt x="1906" y="70"/>
                </a:cubicBezTo>
                <a:cubicBezTo>
                  <a:pt x="1912" y="79"/>
                  <a:pt x="1916" y="88"/>
                  <a:pt x="1920" y="98"/>
                </a:cubicBezTo>
                <a:cubicBezTo>
                  <a:pt x="1924" y="107"/>
                  <a:pt x="1927" y="117"/>
                  <a:pt x="1929" y="128"/>
                </a:cubicBezTo>
                <a:cubicBezTo>
                  <a:pt x="1931" y="138"/>
                  <a:pt x="1932" y="148"/>
                  <a:pt x="1932" y="158"/>
                </a:cubicBezTo>
                <a:lnTo>
                  <a:pt x="1932" y="636"/>
                </a:lnTo>
                <a:cubicBezTo>
                  <a:pt x="1932" y="646"/>
                  <a:pt x="1931" y="656"/>
                  <a:pt x="1929" y="667"/>
                </a:cubicBezTo>
                <a:cubicBezTo>
                  <a:pt x="1927" y="677"/>
                  <a:pt x="1924" y="687"/>
                  <a:pt x="1920" y="696"/>
                </a:cubicBezTo>
                <a:cubicBezTo>
                  <a:pt x="1916" y="706"/>
                  <a:pt x="1912" y="715"/>
                  <a:pt x="1906" y="724"/>
                </a:cubicBezTo>
                <a:cubicBezTo>
                  <a:pt x="1900" y="733"/>
                  <a:pt x="1893" y="741"/>
                  <a:pt x="1886" y="748"/>
                </a:cubicBezTo>
                <a:cubicBezTo>
                  <a:pt x="1879" y="755"/>
                  <a:pt x="1871" y="762"/>
                  <a:pt x="1862" y="768"/>
                </a:cubicBezTo>
                <a:cubicBezTo>
                  <a:pt x="1853" y="774"/>
                  <a:pt x="1844" y="778"/>
                  <a:pt x="1835" y="782"/>
                </a:cubicBezTo>
                <a:cubicBezTo>
                  <a:pt x="1825" y="786"/>
                  <a:pt x="1815" y="789"/>
                  <a:pt x="1805" y="791"/>
                </a:cubicBezTo>
                <a:cubicBezTo>
                  <a:pt x="1794" y="793"/>
                  <a:pt x="1784" y="794"/>
                  <a:pt x="1774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6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932400" y="290916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97000" y="2983320"/>
            <a:ext cx="563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831320" y="2909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883520" y="292428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をその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454840" y="290916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147480" y="292428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で使えるようにする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32400" y="3242520"/>
            <a:ext cx="422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AI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354320" y="325764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を起動する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" name=""/>
          <p:cNvSpPr/>
          <p:nvPr/>
        </p:nvSpPr>
        <p:spPr>
          <a:xfrm>
            <a:off x="1133280" y="3581280"/>
            <a:ext cx="4591440" cy="276480"/>
          </a:xfrm>
          <a:custGeom>
            <a:avLst/>
            <a:gdLst/>
            <a:ahLst/>
            <a:rect l="0" t="0" r="r" b="b"/>
            <a:pathLst>
              <a:path w="12754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595" y="0"/>
                </a:lnTo>
                <a:cubicBezTo>
                  <a:pt x="12606" y="0"/>
                  <a:pt x="12616" y="1"/>
                  <a:pt x="12626" y="3"/>
                </a:cubicBezTo>
                <a:cubicBezTo>
                  <a:pt x="12636" y="5"/>
                  <a:pt x="12646" y="8"/>
                  <a:pt x="12656" y="12"/>
                </a:cubicBezTo>
                <a:cubicBezTo>
                  <a:pt x="12666" y="16"/>
                  <a:pt x="12675" y="21"/>
                  <a:pt x="12683" y="27"/>
                </a:cubicBezTo>
                <a:cubicBezTo>
                  <a:pt x="12692" y="32"/>
                  <a:pt x="12700" y="39"/>
                  <a:pt x="12707" y="46"/>
                </a:cubicBezTo>
                <a:cubicBezTo>
                  <a:pt x="12715" y="54"/>
                  <a:pt x="12721" y="62"/>
                  <a:pt x="12727" y="70"/>
                </a:cubicBezTo>
                <a:cubicBezTo>
                  <a:pt x="12733" y="79"/>
                  <a:pt x="12738" y="88"/>
                  <a:pt x="12742" y="98"/>
                </a:cubicBezTo>
                <a:cubicBezTo>
                  <a:pt x="12746" y="107"/>
                  <a:pt x="12749" y="117"/>
                  <a:pt x="12751" y="128"/>
                </a:cubicBezTo>
                <a:cubicBezTo>
                  <a:pt x="12753" y="138"/>
                  <a:pt x="12754" y="148"/>
                  <a:pt x="12754" y="159"/>
                </a:cubicBezTo>
                <a:lnTo>
                  <a:pt x="12754" y="609"/>
                </a:lnTo>
                <a:cubicBezTo>
                  <a:pt x="12754" y="620"/>
                  <a:pt x="12753" y="630"/>
                  <a:pt x="12751" y="640"/>
                </a:cubicBezTo>
                <a:cubicBezTo>
                  <a:pt x="12749" y="651"/>
                  <a:pt x="12746" y="660"/>
                  <a:pt x="12742" y="670"/>
                </a:cubicBezTo>
                <a:cubicBezTo>
                  <a:pt x="12738" y="680"/>
                  <a:pt x="12733" y="689"/>
                  <a:pt x="12727" y="698"/>
                </a:cubicBezTo>
                <a:cubicBezTo>
                  <a:pt x="12721" y="706"/>
                  <a:pt x="12715" y="714"/>
                  <a:pt x="12707" y="722"/>
                </a:cubicBezTo>
                <a:cubicBezTo>
                  <a:pt x="12700" y="729"/>
                  <a:pt x="12692" y="736"/>
                  <a:pt x="12683" y="741"/>
                </a:cubicBezTo>
                <a:cubicBezTo>
                  <a:pt x="12675" y="747"/>
                  <a:pt x="12666" y="752"/>
                  <a:pt x="12656" y="756"/>
                </a:cubicBezTo>
                <a:cubicBezTo>
                  <a:pt x="12646" y="760"/>
                  <a:pt x="12636" y="763"/>
                  <a:pt x="12626" y="765"/>
                </a:cubicBezTo>
                <a:cubicBezTo>
                  <a:pt x="12616" y="767"/>
                  <a:pt x="12606" y="768"/>
                  <a:pt x="12595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32400" y="356652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97000" y="365004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799720" y="362232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371560" y="365004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722560" y="3566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774760" y="358128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を参考に開発要件を決める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" name=""/>
          <p:cNvSpPr/>
          <p:nvPr/>
        </p:nvSpPr>
        <p:spPr>
          <a:xfrm>
            <a:off x="1133280" y="3914640"/>
            <a:ext cx="4591440" cy="276480"/>
          </a:xfrm>
          <a:custGeom>
            <a:avLst/>
            <a:gdLst/>
            <a:ahLst/>
            <a:rect l="0" t="0" r="r" b="b"/>
            <a:pathLst>
              <a:path w="12754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595" y="0"/>
                </a:lnTo>
                <a:cubicBezTo>
                  <a:pt x="12606" y="0"/>
                  <a:pt x="12616" y="1"/>
                  <a:pt x="12626" y="3"/>
                </a:cubicBezTo>
                <a:cubicBezTo>
                  <a:pt x="12636" y="5"/>
                  <a:pt x="12646" y="8"/>
                  <a:pt x="12656" y="12"/>
                </a:cubicBezTo>
                <a:cubicBezTo>
                  <a:pt x="12666" y="16"/>
                  <a:pt x="12675" y="21"/>
                  <a:pt x="12683" y="27"/>
                </a:cubicBezTo>
                <a:cubicBezTo>
                  <a:pt x="12692" y="32"/>
                  <a:pt x="12700" y="39"/>
                  <a:pt x="12707" y="46"/>
                </a:cubicBezTo>
                <a:cubicBezTo>
                  <a:pt x="12715" y="54"/>
                  <a:pt x="12721" y="62"/>
                  <a:pt x="12727" y="70"/>
                </a:cubicBezTo>
                <a:cubicBezTo>
                  <a:pt x="12733" y="79"/>
                  <a:pt x="12738" y="88"/>
                  <a:pt x="12742" y="98"/>
                </a:cubicBezTo>
                <a:cubicBezTo>
                  <a:pt x="12746" y="108"/>
                  <a:pt x="12749" y="117"/>
                  <a:pt x="12751" y="128"/>
                </a:cubicBezTo>
                <a:cubicBezTo>
                  <a:pt x="12753" y="138"/>
                  <a:pt x="12754" y="148"/>
                  <a:pt x="12754" y="159"/>
                </a:cubicBezTo>
                <a:lnTo>
                  <a:pt x="12754" y="609"/>
                </a:lnTo>
                <a:cubicBezTo>
                  <a:pt x="12754" y="620"/>
                  <a:pt x="12753" y="630"/>
                  <a:pt x="12751" y="640"/>
                </a:cubicBezTo>
                <a:cubicBezTo>
                  <a:pt x="12749" y="651"/>
                  <a:pt x="12746" y="661"/>
                  <a:pt x="12742" y="670"/>
                </a:cubicBezTo>
                <a:cubicBezTo>
                  <a:pt x="12738" y="680"/>
                  <a:pt x="12733" y="689"/>
                  <a:pt x="12727" y="698"/>
                </a:cubicBezTo>
                <a:cubicBezTo>
                  <a:pt x="12721" y="706"/>
                  <a:pt x="12715" y="714"/>
                  <a:pt x="12707" y="722"/>
                </a:cubicBezTo>
                <a:cubicBezTo>
                  <a:pt x="12700" y="729"/>
                  <a:pt x="12692" y="736"/>
                  <a:pt x="12683" y="741"/>
                </a:cubicBezTo>
                <a:cubicBezTo>
                  <a:pt x="12675" y="747"/>
                  <a:pt x="12666" y="752"/>
                  <a:pt x="12656" y="756"/>
                </a:cubicBezTo>
                <a:cubicBezTo>
                  <a:pt x="12646" y="760"/>
                  <a:pt x="12636" y="763"/>
                  <a:pt x="12626" y="765"/>
                </a:cubicBezTo>
                <a:cubicBezTo>
                  <a:pt x="12616" y="767"/>
                  <a:pt x="12606" y="768"/>
                  <a:pt x="12595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32400" y="389988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6.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97000" y="398340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799720" y="395568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371560" y="398340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722560" y="38998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774760" y="39146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を修正させる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932400" y="423324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7.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" name=""/>
          <p:cNvSpPr/>
          <p:nvPr/>
        </p:nvSpPr>
        <p:spPr>
          <a:xfrm>
            <a:off x="2828880" y="4248000"/>
            <a:ext cx="800280" cy="276480"/>
          </a:xfrm>
          <a:custGeom>
            <a:avLst/>
            <a:gdLst/>
            <a:ahLst/>
            <a:rect l="0" t="0" r="r" b="b"/>
            <a:pathLst>
              <a:path w="2223" h="768">
                <a:moveTo>
                  <a:pt x="0" y="609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063" y="0"/>
                </a:lnTo>
                <a:cubicBezTo>
                  <a:pt x="2074" y="0"/>
                  <a:pt x="2084" y="1"/>
                  <a:pt x="2094" y="3"/>
                </a:cubicBezTo>
                <a:cubicBezTo>
                  <a:pt x="2105" y="5"/>
                  <a:pt x="2114" y="8"/>
                  <a:pt x="2124" y="12"/>
                </a:cubicBezTo>
                <a:cubicBezTo>
                  <a:pt x="2134" y="16"/>
                  <a:pt x="2144" y="21"/>
                  <a:pt x="2153" y="27"/>
                </a:cubicBezTo>
                <a:cubicBezTo>
                  <a:pt x="2161" y="32"/>
                  <a:pt x="2169" y="39"/>
                  <a:pt x="2177" y="46"/>
                </a:cubicBezTo>
                <a:cubicBezTo>
                  <a:pt x="2184" y="54"/>
                  <a:pt x="2191" y="62"/>
                  <a:pt x="2196" y="70"/>
                </a:cubicBezTo>
                <a:cubicBezTo>
                  <a:pt x="2202" y="79"/>
                  <a:pt x="2207" y="88"/>
                  <a:pt x="2211" y="99"/>
                </a:cubicBezTo>
                <a:cubicBezTo>
                  <a:pt x="2215" y="109"/>
                  <a:pt x="2218" y="118"/>
                  <a:pt x="2220" y="129"/>
                </a:cubicBezTo>
                <a:cubicBezTo>
                  <a:pt x="2222" y="139"/>
                  <a:pt x="2223" y="149"/>
                  <a:pt x="2223" y="160"/>
                </a:cubicBezTo>
                <a:lnTo>
                  <a:pt x="2223" y="609"/>
                </a:lnTo>
                <a:cubicBezTo>
                  <a:pt x="2223" y="620"/>
                  <a:pt x="2222" y="630"/>
                  <a:pt x="2220" y="640"/>
                </a:cubicBezTo>
                <a:cubicBezTo>
                  <a:pt x="2218" y="651"/>
                  <a:pt x="2215" y="661"/>
                  <a:pt x="2211" y="670"/>
                </a:cubicBezTo>
                <a:cubicBezTo>
                  <a:pt x="2207" y="680"/>
                  <a:pt x="2202" y="689"/>
                  <a:pt x="2196" y="698"/>
                </a:cubicBezTo>
                <a:cubicBezTo>
                  <a:pt x="2191" y="706"/>
                  <a:pt x="2184" y="714"/>
                  <a:pt x="2177" y="722"/>
                </a:cubicBezTo>
                <a:cubicBezTo>
                  <a:pt x="2169" y="729"/>
                  <a:pt x="2161" y="736"/>
                  <a:pt x="2153" y="741"/>
                </a:cubicBezTo>
                <a:cubicBezTo>
                  <a:pt x="2144" y="747"/>
                  <a:pt x="2134" y="752"/>
                  <a:pt x="2124" y="756"/>
                </a:cubicBezTo>
                <a:cubicBezTo>
                  <a:pt x="2114" y="760"/>
                  <a:pt x="2105" y="763"/>
                  <a:pt x="2094" y="765"/>
                </a:cubicBezTo>
                <a:cubicBezTo>
                  <a:pt x="2084" y="767"/>
                  <a:pt x="2074" y="768"/>
                  <a:pt x="2063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6"/>
                  <a:pt x="53" y="729"/>
                  <a:pt x="46" y="722"/>
                </a:cubicBezTo>
                <a:cubicBezTo>
                  <a:pt x="39" y="714"/>
                  <a:pt x="32" y="706"/>
                  <a:pt x="26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28600" y="424800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最初は実装させず、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898360" y="431676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626640" y="42332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678840" y="424800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とタスク分解だけ作らせる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932400" y="4566600"/>
            <a:ext cx="351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8. 1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83760" y="458136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タスクずつ実装させる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932400" y="489024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9.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28600" y="490536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ずれたときに⽴て直す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" name=""/>
          <p:cNvSpPr/>
          <p:nvPr/>
        </p:nvSpPr>
        <p:spPr>
          <a:xfrm>
            <a:off x="933120" y="30286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20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20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4" name=""/>
          <p:cNvSpPr/>
          <p:nvPr/>
        </p:nvSpPr>
        <p:spPr>
          <a:xfrm>
            <a:off x="1133280" y="2923920"/>
            <a:ext cx="695520" cy="276480"/>
          </a:xfrm>
          <a:custGeom>
            <a:avLst/>
            <a:gdLst/>
            <a:ahLst/>
            <a:rect l="0" t="0" r="r" b="b"/>
            <a:pathLst>
              <a:path w="1932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774" y="0"/>
                </a:lnTo>
                <a:cubicBezTo>
                  <a:pt x="1784" y="0"/>
                  <a:pt x="1794" y="1"/>
                  <a:pt x="1805" y="3"/>
                </a:cubicBezTo>
                <a:cubicBezTo>
                  <a:pt x="1815" y="5"/>
                  <a:pt x="1825" y="8"/>
                  <a:pt x="1835" y="12"/>
                </a:cubicBezTo>
                <a:cubicBezTo>
                  <a:pt x="1844" y="16"/>
                  <a:pt x="1853" y="21"/>
                  <a:pt x="1862" y="27"/>
                </a:cubicBezTo>
                <a:cubicBezTo>
                  <a:pt x="1871" y="33"/>
                  <a:pt x="1879" y="39"/>
                  <a:pt x="1886" y="47"/>
                </a:cubicBezTo>
                <a:cubicBezTo>
                  <a:pt x="1893" y="54"/>
                  <a:pt x="1900" y="62"/>
                  <a:pt x="1906" y="71"/>
                </a:cubicBezTo>
                <a:cubicBezTo>
                  <a:pt x="1912" y="79"/>
                  <a:pt x="1916" y="89"/>
                  <a:pt x="1920" y="98"/>
                </a:cubicBezTo>
                <a:cubicBezTo>
                  <a:pt x="1924" y="108"/>
                  <a:pt x="1927" y="118"/>
                  <a:pt x="1929" y="128"/>
                </a:cubicBezTo>
                <a:cubicBezTo>
                  <a:pt x="1931" y="138"/>
                  <a:pt x="1932" y="149"/>
                  <a:pt x="1932" y="159"/>
                </a:cubicBezTo>
                <a:lnTo>
                  <a:pt x="1932" y="609"/>
                </a:lnTo>
                <a:cubicBezTo>
                  <a:pt x="1932" y="619"/>
                  <a:pt x="1931" y="629"/>
                  <a:pt x="1929" y="640"/>
                </a:cubicBezTo>
                <a:cubicBezTo>
                  <a:pt x="1927" y="650"/>
                  <a:pt x="1924" y="660"/>
                  <a:pt x="1920" y="669"/>
                </a:cubicBezTo>
                <a:cubicBezTo>
                  <a:pt x="1916" y="679"/>
                  <a:pt x="1912" y="688"/>
                  <a:pt x="1906" y="697"/>
                </a:cubicBezTo>
                <a:cubicBezTo>
                  <a:pt x="1900" y="707"/>
                  <a:pt x="1893" y="715"/>
                  <a:pt x="1886" y="722"/>
                </a:cubicBezTo>
                <a:cubicBezTo>
                  <a:pt x="1879" y="729"/>
                  <a:pt x="1871" y="736"/>
                  <a:pt x="1862" y="742"/>
                </a:cubicBezTo>
                <a:cubicBezTo>
                  <a:pt x="1853" y="748"/>
                  <a:pt x="1844" y="752"/>
                  <a:pt x="1835" y="756"/>
                </a:cubicBezTo>
                <a:cubicBezTo>
                  <a:pt x="1825" y="760"/>
                  <a:pt x="1815" y="763"/>
                  <a:pt x="1805" y="765"/>
                </a:cubicBezTo>
                <a:cubicBezTo>
                  <a:pt x="1794" y="767"/>
                  <a:pt x="1784" y="768"/>
                  <a:pt x="1774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7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7720" y="236232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先に知っておくこと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97000" y="2993040"/>
            <a:ext cx="563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831320" y="2918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" name=""/>
          <p:cNvSpPr/>
          <p:nvPr/>
        </p:nvSpPr>
        <p:spPr>
          <a:xfrm>
            <a:off x="933120" y="33620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20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20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9" name=""/>
          <p:cNvSpPr/>
          <p:nvPr/>
        </p:nvSpPr>
        <p:spPr>
          <a:xfrm>
            <a:off x="1133280" y="3257280"/>
            <a:ext cx="600480" cy="276840"/>
          </a:xfrm>
          <a:custGeom>
            <a:avLst/>
            <a:gdLst/>
            <a:ahLst/>
            <a:rect l="0" t="0" r="r" b="b"/>
            <a:pathLst>
              <a:path w="1668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09" y="0"/>
                </a:lnTo>
                <a:cubicBezTo>
                  <a:pt x="1520" y="0"/>
                  <a:pt x="1530" y="1"/>
                  <a:pt x="1540" y="3"/>
                </a:cubicBezTo>
                <a:cubicBezTo>
                  <a:pt x="1550" y="5"/>
                  <a:pt x="1560" y="8"/>
                  <a:pt x="1570" y="12"/>
                </a:cubicBezTo>
                <a:cubicBezTo>
                  <a:pt x="1580" y="16"/>
                  <a:pt x="1589" y="21"/>
                  <a:pt x="1597" y="27"/>
                </a:cubicBezTo>
                <a:cubicBezTo>
                  <a:pt x="1606" y="33"/>
                  <a:pt x="1614" y="39"/>
                  <a:pt x="1621" y="47"/>
                </a:cubicBezTo>
                <a:cubicBezTo>
                  <a:pt x="1629" y="54"/>
                  <a:pt x="1635" y="62"/>
                  <a:pt x="1641" y="71"/>
                </a:cubicBezTo>
                <a:cubicBezTo>
                  <a:pt x="1647" y="79"/>
                  <a:pt x="1652" y="89"/>
                  <a:pt x="1656" y="98"/>
                </a:cubicBezTo>
                <a:cubicBezTo>
                  <a:pt x="1660" y="108"/>
                  <a:pt x="1663" y="118"/>
                  <a:pt x="1665" y="128"/>
                </a:cubicBezTo>
                <a:cubicBezTo>
                  <a:pt x="1667" y="138"/>
                  <a:pt x="1668" y="149"/>
                  <a:pt x="1668" y="159"/>
                </a:cubicBezTo>
                <a:lnTo>
                  <a:pt x="1668" y="610"/>
                </a:lnTo>
                <a:cubicBezTo>
                  <a:pt x="1668" y="620"/>
                  <a:pt x="1667" y="631"/>
                  <a:pt x="1665" y="641"/>
                </a:cubicBezTo>
                <a:cubicBezTo>
                  <a:pt x="1663" y="651"/>
                  <a:pt x="1660" y="661"/>
                  <a:pt x="1656" y="671"/>
                </a:cubicBezTo>
                <a:cubicBezTo>
                  <a:pt x="1652" y="680"/>
                  <a:pt x="1647" y="689"/>
                  <a:pt x="1641" y="698"/>
                </a:cubicBezTo>
                <a:cubicBezTo>
                  <a:pt x="1635" y="707"/>
                  <a:pt x="1629" y="715"/>
                  <a:pt x="1621" y="722"/>
                </a:cubicBezTo>
                <a:cubicBezTo>
                  <a:pt x="1614" y="729"/>
                  <a:pt x="1606" y="736"/>
                  <a:pt x="1597" y="742"/>
                </a:cubicBezTo>
                <a:cubicBezTo>
                  <a:pt x="1589" y="748"/>
                  <a:pt x="1580" y="752"/>
                  <a:pt x="1570" y="756"/>
                </a:cubicBezTo>
                <a:cubicBezTo>
                  <a:pt x="1560" y="760"/>
                  <a:pt x="1550" y="763"/>
                  <a:pt x="1540" y="765"/>
                </a:cubicBezTo>
                <a:cubicBezTo>
                  <a:pt x="1530" y="768"/>
                  <a:pt x="1520" y="769"/>
                  <a:pt x="1509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883520" y="293364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は作業のやり⽅の指⽰書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97000" y="3326400"/>
            <a:ext cx="46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737000" y="32518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3" name=""/>
          <p:cNvSpPr/>
          <p:nvPr/>
        </p:nvSpPr>
        <p:spPr>
          <a:xfrm>
            <a:off x="933120" y="369540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20"/>
                  <a:pt x="46" y="13"/>
                  <a:pt x="58" y="8"/>
                </a:cubicBezTo>
                <a:cubicBezTo>
                  <a:pt x="69" y="4"/>
                  <a:pt x="81" y="0"/>
                  <a:pt x="94" y="0"/>
                </a:cubicBezTo>
                <a:cubicBezTo>
                  <a:pt x="106" y="0"/>
                  <a:pt x="118" y="4"/>
                  <a:pt x="129" y="8"/>
                </a:cubicBezTo>
                <a:cubicBezTo>
                  <a:pt x="141" y="13"/>
                  <a:pt x="151" y="20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789200" y="326700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は今回作るアプリの要求仕様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5" name=""/>
          <p:cNvSpPr/>
          <p:nvPr/>
        </p:nvSpPr>
        <p:spPr>
          <a:xfrm>
            <a:off x="933120" y="40194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28600" y="3600360"/>
            <a:ext cx="4001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最初から「全部作って」と頼むと失敗しやすい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28600" y="392436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先に計画、あとで実装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027960" y="39092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9" name=""/>
          <p:cNvSpPr/>
          <p:nvPr/>
        </p:nvSpPr>
        <p:spPr>
          <a:xfrm>
            <a:off x="933120" y="434304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30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6"/>
                  <a:pt x="175" y="46"/>
                  <a:pt x="180" y="59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080160" y="392436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の順が安全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128600" y="42332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257840" y="424800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タスクずつ進める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781720" y="42332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833920" y="424800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と壊れた場所を追いやすい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9" name=""/>
          <p:cNvSpPr/>
          <p:nvPr/>
        </p:nvSpPr>
        <p:spPr>
          <a:xfrm>
            <a:off x="933120" y="288576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7"/>
                  <a:pt x="175" y="47"/>
                  <a:pt x="180" y="59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47720" y="2219400"/>
            <a:ext cx="1739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おすすめの構成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128600" y="2775600"/>
            <a:ext cx="447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575720" y="279072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集の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3" name=""/>
          <p:cNvSpPr/>
          <p:nvPr/>
        </p:nvSpPr>
        <p:spPr>
          <a:xfrm>
            <a:off x="1314360" y="31622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8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4" name=""/>
          <p:cNvSpPr/>
          <p:nvPr/>
        </p:nvSpPr>
        <p:spPr>
          <a:xfrm>
            <a:off x="1514160" y="3057480"/>
            <a:ext cx="4096080" cy="276480"/>
          </a:xfrm>
          <a:custGeom>
            <a:avLst/>
            <a:gdLst/>
            <a:ahLst/>
            <a:rect l="0" t="0" r="r" b="b"/>
            <a:pathLst>
              <a:path w="11378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220" y="0"/>
                </a:lnTo>
                <a:cubicBezTo>
                  <a:pt x="11230" y="0"/>
                  <a:pt x="11240" y="1"/>
                  <a:pt x="11251" y="3"/>
                </a:cubicBezTo>
                <a:cubicBezTo>
                  <a:pt x="11261" y="5"/>
                  <a:pt x="11271" y="8"/>
                  <a:pt x="11280" y="12"/>
                </a:cubicBezTo>
                <a:cubicBezTo>
                  <a:pt x="11290" y="16"/>
                  <a:pt x="11299" y="21"/>
                  <a:pt x="11308" y="26"/>
                </a:cubicBezTo>
                <a:cubicBezTo>
                  <a:pt x="11317" y="32"/>
                  <a:pt x="11325" y="39"/>
                  <a:pt x="11332" y="46"/>
                </a:cubicBezTo>
                <a:cubicBezTo>
                  <a:pt x="11339" y="53"/>
                  <a:pt x="11346" y="62"/>
                  <a:pt x="11352" y="70"/>
                </a:cubicBezTo>
                <a:cubicBezTo>
                  <a:pt x="11357" y="79"/>
                  <a:pt x="11362" y="88"/>
                  <a:pt x="11366" y="98"/>
                </a:cubicBezTo>
                <a:cubicBezTo>
                  <a:pt x="11370" y="107"/>
                  <a:pt x="11373" y="117"/>
                  <a:pt x="11375" y="127"/>
                </a:cubicBezTo>
                <a:cubicBezTo>
                  <a:pt x="11377" y="138"/>
                  <a:pt x="11378" y="148"/>
                  <a:pt x="11378" y="158"/>
                </a:cubicBezTo>
                <a:lnTo>
                  <a:pt x="11378" y="609"/>
                </a:lnTo>
                <a:cubicBezTo>
                  <a:pt x="11378" y="620"/>
                  <a:pt x="11377" y="630"/>
                  <a:pt x="11375" y="640"/>
                </a:cubicBezTo>
                <a:cubicBezTo>
                  <a:pt x="11373" y="650"/>
                  <a:pt x="11370" y="660"/>
                  <a:pt x="11366" y="670"/>
                </a:cubicBezTo>
                <a:cubicBezTo>
                  <a:pt x="11362" y="680"/>
                  <a:pt x="11357" y="689"/>
                  <a:pt x="11352" y="697"/>
                </a:cubicBezTo>
                <a:cubicBezTo>
                  <a:pt x="11346" y="706"/>
                  <a:pt x="11339" y="714"/>
                  <a:pt x="11332" y="721"/>
                </a:cubicBezTo>
                <a:cubicBezTo>
                  <a:pt x="11325" y="729"/>
                  <a:pt x="11317" y="735"/>
                  <a:pt x="11308" y="741"/>
                </a:cubicBezTo>
                <a:cubicBezTo>
                  <a:pt x="11299" y="747"/>
                  <a:pt x="11290" y="752"/>
                  <a:pt x="11280" y="756"/>
                </a:cubicBezTo>
                <a:cubicBezTo>
                  <a:pt x="11271" y="760"/>
                  <a:pt x="11261" y="763"/>
                  <a:pt x="11251" y="765"/>
                </a:cubicBezTo>
                <a:cubicBezTo>
                  <a:pt x="11240" y="767"/>
                  <a:pt x="11230" y="768"/>
                  <a:pt x="11220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7" y="721"/>
                </a:cubicBezTo>
                <a:cubicBezTo>
                  <a:pt x="40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956600" y="2775600"/>
            <a:ext cx="903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6" name=""/>
          <p:cNvSpPr/>
          <p:nvPr/>
        </p:nvSpPr>
        <p:spPr>
          <a:xfrm>
            <a:off x="933120" y="34956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8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578240" y="3126240"/>
            <a:ext cx="3942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128600" y="340056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実際にアプリを作る作業⽤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9" name=""/>
          <p:cNvSpPr/>
          <p:nvPr/>
        </p:nvSpPr>
        <p:spPr>
          <a:xfrm>
            <a:off x="131436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414600" y="3385440"/>
            <a:ext cx="641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509840" y="36766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2" name=""/>
          <p:cNvSpPr/>
          <p:nvPr/>
        </p:nvSpPr>
        <p:spPr>
          <a:xfrm>
            <a:off x="1790640" y="3666960"/>
            <a:ext cx="3438720" cy="276480"/>
          </a:xfrm>
          <a:custGeom>
            <a:avLst/>
            <a:gdLst/>
            <a:ahLst/>
            <a:rect l="0" t="0" r="r" b="b"/>
            <a:pathLst>
              <a:path w="9552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9393" y="0"/>
                </a:lnTo>
                <a:cubicBezTo>
                  <a:pt x="9404" y="0"/>
                  <a:pt x="9414" y="1"/>
                  <a:pt x="9424" y="3"/>
                </a:cubicBezTo>
                <a:cubicBezTo>
                  <a:pt x="9435" y="5"/>
                  <a:pt x="9444" y="8"/>
                  <a:pt x="9454" y="12"/>
                </a:cubicBezTo>
                <a:cubicBezTo>
                  <a:pt x="9464" y="16"/>
                  <a:pt x="9473" y="21"/>
                  <a:pt x="9482" y="27"/>
                </a:cubicBezTo>
                <a:cubicBezTo>
                  <a:pt x="9490" y="33"/>
                  <a:pt x="9498" y="39"/>
                  <a:pt x="9506" y="46"/>
                </a:cubicBezTo>
                <a:cubicBezTo>
                  <a:pt x="9513" y="54"/>
                  <a:pt x="9520" y="62"/>
                  <a:pt x="9525" y="71"/>
                </a:cubicBezTo>
                <a:cubicBezTo>
                  <a:pt x="9531" y="79"/>
                  <a:pt x="9536" y="88"/>
                  <a:pt x="9540" y="98"/>
                </a:cubicBezTo>
                <a:cubicBezTo>
                  <a:pt x="9544" y="108"/>
                  <a:pt x="9547" y="118"/>
                  <a:pt x="9549" y="128"/>
                </a:cubicBezTo>
                <a:cubicBezTo>
                  <a:pt x="9551" y="138"/>
                  <a:pt x="9552" y="148"/>
                  <a:pt x="9552" y="159"/>
                </a:cubicBezTo>
                <a:lnTo>
                  <a:pt x="9552" y="609"/>
                </a:lnTo>
                <a:cubicBezTo>
                  <a:pt x="9552" y="620"/>
                  <a:pt x="9551" y="630"/>
                  <a:pt x="9549" y="640"/>
                </a:cubicBezTo>
                <a:cubicBezTo>
                  <a:pt x="9547" y="651"/>
                  <a:pt x="9544" y="661"/>
                  <a:pt x="9540" y="670"/>
                </a:cubicBezTo>
                <a:cubicBezTo>
                  <a:pt x="9536" y="680"/>
                  <a:pt x="9531" y="689"/>
                  <a:pt x="9525" y="698"/>
                </a:cubicBezTo>
                <a:cubicBezTo>
                  <a:pt x="9520" y="706"/>
                  <a:pt x="9513" y="714"/>
                  <a:pt x="9506" y="722"/>
                </a:cubicBezTo>
                <a:cubicBezTo>
                  <a:pt x="9498" y="729"/>
                  <a:pt x="9490" y="736"/>
                  <a:pt x="9482" y="741"/>
                </a:cubicBezTo>
                <a:cubicBezTo>
                  <a:pt x="9473" y="747"/>
                  <a:pt x="9464" y="752"/>
                  <a:pt x="9454" y="756"/>
                </a:cubicBezTo>
                <a:cubicBezTo>
                  <a:pt x="9444" y="760"/>
                  <a:pt x="9435" y="763"/>
                  <a:pt x="9424" y="765"/>
                </a:cubicBezTo>
                <a:cubicBezTo>
                  <a:pt x="9414" y="767"/>
                  <a:pt x="9404" y="768"/>
                  <a:pt x="9393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4"/>
                  <a:pt x="32" y="706"/>
                  <a:pt x="26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700280" y="36615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862280" y="3735720"/>
            <a:ext cx="3285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C:\Users\username\work\my-first-app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47720" y="4099680"/>
            <a:ext cx="447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94840" y="4114800"/>
            <a:ext cx="4191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集そのものと、実際の開発先は分けてください。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47720" y="439092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このほうが誤って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2262240" y="4375800"/>
            <a:ext cx="499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761200" y="439092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集を壊しにくくなります。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4" name=""/>
          <p:cNvSpPr/>
          <p:nvPr/>
        </p:nvSpPr>
        <p:spPr>
          <a:xfrm>
            <a:off x="757080" y="255744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6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4"/>
                  <a:pt x="29680" y="1833"/>
                  <a:pt x="29676" y="1842"/>
                </a:cubicBezTo>
                <a:cubicBezTo>
                  <a:pt x="29672" y="1851"/>
                  <a:pt x="29668" y="1859"/>
                  <a:pt x="29663" y="1867"/>
                </a:cubicBezTo>
                <a:cubicBezTo>
                  <a:pt x="29657" y="1875"/>
                  <a:pt x="29651" y="1883"/>
                  <a:pt x="29645" y="1889"/>
                </a:cubicBezTo>
                <a:cubicBezTo>
                  <a:pt x="29638" y="1896"/>
                  <a:pt x="29630" y="1902"/>
                  <a:pt x="29623" y="1907"/>
                </a:cubicBezTo>
                <a:cubicBezTo>
                  <a:pt x="29615" y="1913"/>
                  <a:pt x="29606" y="1917"/>
                  <a:pt x="29597" y="1921"/>
                </a:cubicBezTo>
                <a:cubicBezTo>
                  <a:pt x="29589" y="1925"/>
                  <a:pt x="29579" y="1927"/>
                  <a:pt x="29570" y="1929"/>
                </a:cubicBezTo>
                <a:cubicBezTo>
                  <a:pt x="29561" y="1931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1"/>
                  <a:pt x="117" y="1929"/>
                </a:cubicBezTo>
                <a:cubicBezTo>
                  <a:pt x="108" y="1927"/>
                  <a:pt x="99" y="1925"/>
                  <a:pt x="90" y="1921"/>
                </a:cubicBezTo>
                <a:cubicBezTo>
                  <a:pt x="81" y="1917"/>
                  <a:pt x="73" y="1913"/>
                  <a:pt x="65" y="1907"/>
                </a:cubicBezTo>
                <a:cubicBezTo>
                  <a:pt x="57" y="1902"/>
                  <a:pt x="49" y="1896"/>
                  <a:pt x="43" y="1889"/>
                </a:cubicBezTo>
                <a:cubicBezTo>
                  <a:pt x="36" y="1883"/>
                  <a:pt x="30" y="1875"/>
                  <a:pt x="24" y="1867"/>
                </a:cubicBezTo>
                <a:cubicBezTo>
                  <a:pt x="19" y="1859"/>
                  <a:pt x="15" y="1851"/>
                  <a:pt x="11" y="1842"/>
                </a:cubicBezTo>
                <a:cubicBezTo>
                  <a:pt x="7" y="1833"/>
                  <a:pt x="5" y="1824"/>
                  <a:pt x="3" y="1815"/>
                </a:cubicBezTo>
                <a:cubicBezTo>
                  <a:pt x="1" y="1806"/>
                  <a:pt x="0" y="1796"/>
                  <a:pt x="0" y="17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5" name=""/>
          <p:cNvSpPr/>
          <p:nvPr/>
        </p:nvSpPr>
        <p:spPr>
          <a:xfrm>
            <a:off x="757080" y="255744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6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4"/>
                  <a:pt x="29680" y="1833"/>
                  <a:pt x="29676" y="1842"/>
                </a:cubicBezTo>
                <a:cubicBezTo>
                  <a:pt x="29672" y="1851"/>
                  <a:pt x="29668" y="1859"/>
                  <a:pt x="29663" y="1867"/>
                </a:cubicBezTo>
                <a:cubicBezTo>
                  <a:pt x="29657" y="1875"/>
                  <a:pt x="29651" y="1883"/>
                  <a:pt x="29645" y="1889"/>
                </a:cubicBezTo>
                <a:cubicBezTo>
                  <a:pt x="29638" y="1896"/>
                  <a:pt x="29630" y="1902"/>
                  <a:pt x="29623" y="1907"/>
                </a:cubicBezTo>
                <a:cubicBezTo>
                  <a:pt x="29615" y="1913"/>
                  <a:pt x="29606" y="1917"/>
                  <a:pt x="29597" y="1921"/>
                </a:cubicBezTo>
                <a:cubicBezTo>
                  <a:pt x="29589" y="1925"/>
                  <a:pt x="29579" y="1927"/>
                  <a:pt x="29570" y="1929"/>
                </a:cubicBezTo>
                <a:cubicBezTo>
                  <a:pt x="29561" y="1931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1"/>
                  <a:pt x="117" y="1929"/>
                </a:cubicBezTo>
                <a:cubicBezTo>
                  <a:pt x="108" y="1927"/>
                  <a:pt x="99" y="1925"/>
                  <a:pt x="90" y="1921"/>
                </a:cubicBezTo>
                <a:cubicBezTo>
                  <a:pt x="81" y="1917"/>
                  <a:pt x="73" y="1913"/>
                  <a:pt x="65" y="1907"/>
                </a:cubicBezTo>
                <a:cubicBezTo>
                  <a:pt x="57" y="1902"/>
                  <a:pt x="49" y="1896"/>
                  <a:pt x="43" y="1889"/>
                </a:cubicBezTo>
                <a:cubicBezTo>
                  <a:pt x="36" y="1883"/>
                  <a:pt x="30" y="1875"/>
                  <a:pt x="24" y="1867"/>
                </a:cubicBezTo>
                <a:cubicBezTo>
                  <a:pt x="19" y="1859"/>
                  <a:pt x="15" y="1851"/>
                  <a:pt x="11" y="1842"/>
                </a:cubicBezTo>
                <a:cubicBezTo>
                  <a:pt x="7" y="1833"/>
                  <a:pt x="5" y="1824"/>
                  <a:pt x="3" y="1815"/>
                </a:cubicBezTo>
                <a:cubicBezTo>
                  <a:pt x="1" y="1806"/>
                  <a:pt x="0" y="1796"/>
                  <a:pt x="0" y="17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6" name=""/>
          <p:cNvSpPr/>
          <p:nvPr/>
        </p:nvSpPr>
        <p:spPr>
          <a:xfrm>
            <a:off x="757080" y="390996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7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4"/>
                  <a:pt x="29680" y="1833"/>
                  <a:pt x="29676" y="1842"/>
                </a:cubicBezTo>
                <a:cubicBezTo>
                  <a:pt x="29672" y="1851"/>
                  <a:pt x="29668" y="1859"/>
                  <a:pt x="29663" y="1867"/>
                </a:cubicBezTo>
                <a:cubicBezTo>
                  <a:pt x="29657" y="1875"/>
                  <a:pt x="29651" y="1883"/>
                  <a:pt x="29645" y="1889"/>
                </a:cubicBezTo>
                <a:cubicBezTo>
                  <a:pt x="29638" y="1896"/>
                  <a:pt x="29630" y="1902"/>
                  <a:pt x="29623" y="1908"/>
                </a:cubicBezTo>
                <a:cubicBezTo>
                  <a:pt x="29615" y="1913"/>
                  <a:pt x="29606" y="1917"/>
                  <a:pt x="29597" y="1921"/>
                </a:cubicBezTo>
                <a:cubicBezTo>
                  <a:pt x="29589" y="1925"/>
                  <a:pt x="29579" y="1927"/>
                  <a:pt x="29570" y="1929"/>
                </a:cubicBezTo>
                <a:cubicBezTo>
                  <a:pt x="29561" y="1931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1"/>
                  <a:pt x="117" y="1929"/>
                </a:cubicBezTo>
                <a:cubicBezTo>
                  <a:pt x="108" y="1927"/>
                  <a:pt x="99" y="1925"/>
                  <a:pt x="90" y="1921"/>
                </a:cubicBezTo>
                <a:cubicBezTo>
                  <a:pt x="81" y="1917"/>
                  <a:pt x="73" y="1913"/>
                  <a:pt x="65" y="1908"/>
                </a:cubicBezTo>
                <a:cubicBezTo>
                  <a:pt x="57" y="1902"/>
                  <a:pt x="49" y="1896"/>
                  <a:pt x="43" y="1889"/>
                </a:cubicBezTo>
                <a:cubicBezTo>
                  <a:pt x="36" y="1883"/>
                  <a:pt x="30" y="1875"/>
                  <a:pt x="24" y="1867"/>
                </a:cubicBezTo>
                <a:cubicBezTo>
                  <a:pt x="19" y="1859"/>
                  <a:pt x="15" y="1851"/>
                  <a:pt x="11" y="1842"/>
                </a:cubicBezTo>
                <a:cubicBezTo>
                  <a:pt x="7" y="1833"/>
                  <a:pt x="5" y="1824"/>
                  <a:pt x="3" y="1815"/>
                </a:cubicBezTo>
                <a:cubicBezTo>
                  <a:pt x="1" y="1806"/>
                  <a:pt x="0" y="1796"/>
                  <a:pt x="0" y="178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7" name=""/>
          <p:cNvSpPr/>
          <p:nvPr/>
        </p:nvSpPr>
        <p:spPr>
          <a:xfrm>
            <a:off x="757080" y="390996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7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4"/>
                  <a:pt x="29680" y="1833"/>
                  <a:pt x="29676" y="1842"/>
                </a:cubicBezTo>
                <a:cubicBezTo>
                  <a:pt x="29672" y="1851"/>
                  <a:pt x="29668" y="1859"/>
                  <a:pt x="29663" y="1867"/>
                </a:cubicBezTo>
                <a:cubicBezTo>
                  <a:pt x="29657" y="1875"/>
                  <a:pt x="29651" y="1883"/>
                  <a:pt x="29645" y="1889"/>
                </a:cubicBezTo>
                <a:cubicBezTo>
                  <a:pt x="29638" y="1896"/>
                  <a:pt x="29630" y="1902"/>
                  <a:pt x="29623" y="1908"/>
                </a:cubicBezTo>
                <a:cubicBezTo>
                  <a:pt x="29615" y="1913"/>
                  <a:pt x="29606" y="1917"/>
                  <a:pt x="29597" y="1921"/>
                </a:cubicBezTo>
                <a:cubicBezTo>
                  <a:pt x="29589" y="1925"/>
                  <a:pt x="29579" y="1927"/>
                  <a:pt x="29570" y="1929"/>
                </a:cubicBezTo>
                <a:cubicBezTo>
                  <a:pt x="29561" y="1931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1"/>
                  <a:pt x="117" y="1929"/>
                </a:cubicBezTo>
                <a:cubicBezTo>
                  <a:pt x="108" y="1927"/>
                  <a:pt x="99" y="1925"/>
                  <a:pt x="90" y="1921"/>
                </a:cubicBezTo>
                <a:cubicBezTo>
                  <a:pt x="81" y="1917"/>
                  <a:pt x="73" y="1913"/>
                  <a:pt x="65" y="1908"/>
                </a:cubicBezTo>
                <a:cubicBezTo>
                  <a:pt x="57" y="1902"/>
                  <a:pt x="49" y="1896"/>
                  <a:pt x="43" y="1889"/>
                </a:cubicBezTo>
                <a:cubicBezTo>
                  <a:pt x="36" y="1883"/>
                  <a:pt x="30" y="1875"/>
                  <a:pt x="24" y="1867"/>
                </a:cubicBezTo>
                <a:cubicBezTo>
                  <a:pt x="19" y="1859"/>
                  <a:pt x="15" y="1851"/>
                  <a:pt x="11" y="1842"/>
                </a:cubicBezTo>
                <a:cubicBezTo>
                  <a:pt x="7" y="1833"/>
                  <a:pt x="5" y="1824"/>
                  <a:pt x="3" y="1815"/>
                </a:cubicBezTo>
                <a:cubicBezTo>
                  <a:pt x="1" y="1806"/>
                  <a:pt x="0" y="1796"/>
                  <a:pt x="0" y="17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47720" y="150444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1.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539720" y="1523880"/>
            <a:ext cx="745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作業⽤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282760" y="1504440"/>
            <a:ext cx="963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207600" y="1523880"/>
            <a:ext cx="745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を作る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47720" y="2126520"/>
            <a:ext cx="10933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PowerShell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914400" y="2737080"/>
            <a:ext cx="7817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C:\Users\username\work\my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-first-app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| </a:t>
            </a:r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914400" y="2927520"/>
            <a:ext cx="4264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C:\Users\username\work\my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47720" y="3469680"/>
            <a:ext cx="46008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bash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914400" y="4089600"/>
            <a:ext cx="3908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mkdir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-p /c/Users/username/work/my-first-app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7" name=""/>
          <p:cNvSpPr/>
          <p:nvPr/>
        </p:nvSpPr>
        <p:spPr>
          <a:xfrm>
            <a:off x="752400" y="4781520"/>
            <a:ext cx="505080" cy="276480"/>
          </a:xfrm>
          <a:custGeom>
            <a:avLst/>
            <a:gdLst/>
            <a:ahLst/>
            <a:rect l="0" t="0" r="r" b="b"/>
            <a:pathLst>
              <a:path w="1403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7" y="88"/>
                  <a:pt x="22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5" y="39"/>
                  <a:pt x="63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244" y="0"/>
                </a:lnTo>
                <a:cubicBezTo>
                  <a:pt x="1255" y="0"/>
                  <a:pt x="1265" y="1"/>
                  <a:pt x="1275" y="3"/>
                </a:cubicBezTo>
                <a:cubicBezTo>
                  <a:pt x="1285" y="5"/>
                  <a:pt x="1295" y="8"/>
                  <a:pt x="1305" y="12"/>
                </a:cubicBezTo>
                <a:cubicBezTo>
                  <a:pt x="1315" y="16"/>
                  <a:pt x="1324" y="21"/>
                  <a:pt x="1332" y="26"/>
                </a:cubicBezTo>
                <a:cubicBezTo>
                  <a:pt x="1341" y="32"/>
                  <a:pt x="1349" y="39"/>
                  <a:pt x="1357" y="46"/>
                </a:cubicBezTo>
                <a:cubicBezTo>
                  <a:pt x="1364" y="53"/>
                  <a:pt x="1370" y="61"/>
                  <a:pt x="1376" y="70"/>
                </a:cubicBezTo>
                <a:cubicBezTo>
                  <a:pt x="1382" y="79"/>
                  <a:pt x="1387" y="88"/>
                  <a:pt x="1391" y="98"/>
                </a:cubicBezTo>
                <a:cubicBezTo>
                  <a:pt x="1395" y="107"/>
                  <a:pt x="1398" y="117"/>
                  <a:pt x="1400" y="127"/>
                </a:cubicBezTo>
                <a:cubicBezTo>
                  <a:pt x="1402" y="138"/>
                  <a:pt x="1403" y="149"/>
                  <a:pt x="1403" y="159"/>
                </a:cubicBezTo>
                <a:lnTo>
                  <a:pt x="1403" y="609"/>
                </a:lnTo>
                <a:cubicBezTo>
                  <a:pt x="1403" y="620"/>
                  <a:pt x="1402" y="630"/>
                  <a:pt x="1400" y="640"/>
                </a:cubicBezTo>
                <a:cubicBezTo>
                  <a:pt x="1398" y="650"/>
                  <a:pt x="1395" y="660"/>
                  <a:pt x="1391" y="670"/>
                </a:cubicBezTo>
                <a:cubicBezTo>
                  <a:pt x="1387" y="680"/>
                  <a:pt x="1382" y="689"/>
                  <a:pt x="1376" y="697"/>
                </a:cubicBezTo>
                <a:cubicBezTo>
                  <a:pt x="1370" y="706"/>
                  <a:pt x="1364" y="714"/>
                  <a:pt x="1357" y="721"/>
                </a:cubicBezTo>
                <a:cubicBezTo>
                  <a:pt x="1349" y="729"/>
                  <a:pt x="1341" y="735"/>
                  <a:pt x="1332" y="741"/>
                </a:cubicBezTo>
                <a:cubicBezTo>
                  <a:pt x="1324" y="747"/>
                  <a:pt x="1315" y="752"/>
                  <a:pt x="1305" y="756"/>
                </a:cubicBezTo>
                <a:cubicBezTo>
                  <a:pt x="1295" y="760"/>
                  <a:pt x="1285" y="763"/>
                  <a:pt x="1275" y="765"/>
                </a:cubicBezTo>
                <a:cubicBezTo>
                  <a:pt x="1265" y="767"/>
                  <a:pt x="1255" y="768"/>
                  <a:pt x="1244" y="768"/>
                </a:cubicBezTo>
                <a:lnTo>
                  <a:pt x="159" y="768"/>
                </a:lnTo>
                <a:cubicBezTo>
                  <a:pt x="149" y="768"/>
                  <a:pt x="139" y="767"/>
                  <a:pt x="128" y="765"/>
                </a:cubicBezTo>
                <a:cubicBezTo>
                  <a:pt x="118" y="763"/>
                  <a:pt x="108" y="760"/>
                  <a:pt x="99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3" y="735"/>
                  <a:pt x="55" y="729"/>
                  <a:pt x="47" y="721"/>
                </a:cubicBezTo>
                <a:cubicBezTo>
                  <a:pt x="40" y="714"/>
                  <a:pt x="33" y="706"/>
                  <a:pt x="27" y="697"/>
                </a:cubicBezTo>
                <a:cubicBezTo>
                  <a:pt x="22" y="689"/>
                  <a:pt x="17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914400" y="4280400"/>
            <a:ext cx="3375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/c/Users/username/work/my-first-app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16120" y="4850280"/>
            <a:ext cx="376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bash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261800" y="4776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314000" y="47912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504440" y="4776120"/>
            <a:ext cx="7934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Git Bash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297160" y="479124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前提です。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47720" y="5061600"/>
            <a:ext cx="421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WSL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168560" y="507672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の場合は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6" name=""/>
          <p:cNvSpPr/>
          <p:nvPr/>
        </p:nvSpPr>
        <p:spPr>
          <a:xfrm>
            <a:off x="1981080" y="5067000"/>
            <a:ext cx="1648080" cy="276840"/>
          </a:xfrm>
          <a:custGeom>
            <a:avLst/>
            <a:gdLst/>
            <a:ahLst/>
            <a:rect l="0" t="0" r="r" b="b"/>
            <a:pathLst>
              <a:path w="4578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19" y="0"/>
                </a:lnTo>
                <a:cubicBezTo>
                  <a:pt x="4430" y="0"/>
                  <a:pt x="4440" y="1"/>
                  <a:pt x="4450" y="3"/>
                </a:cubicBezTo>
                <a:cubicBezTo>
                  <a:pt x="4461" y="5"/>
                  <a:pt x="4470" y="8"/>
                  <a:pt x="4480" y="12"/>
                </a:cubicBezTo>
                <a:cubicBezTo>
                  <a:pt x="4490" y="16"/>
                  <a:pt x="4499" y="21"/>
                  <a:pt x="4508" y="27"/>
                </a:cubicBezTo>
                <a:cubicBezTo>
                  <a:pt x="4516" y="33"/>
                  <a:pt x="4524" y="39"/>
                  <a:pt x="4532" y="47"/>
                </a:cubicBezTo>
                <a:cubicBezTo>
                  <a:pt x="4539" y="54"/>
                  <a:pt x="4546" y="62"/>
                  <a:pt x="4551" y="71"/>
                </a:cubicBezTo>
                <a:cubicBezTo>
                  <a:pt x="4557" y="80"/>
                  <a:pt x="4562" y="89"/>
                  <a:pt x="4566" y="98"/>
                </a:cubicBezTo>
                <a:cubicBezTo>
                  <a:pt x="4570" y="108"/>
                  <a:pt x="4573" y="119"/>
                  <a:pt x="4575" y="129"/>
                </a:cubicBezTo>
                <a:cubicBezTo>
                  <a:pt x="4577" y="139"/>
                  <a:pt x="4578" y="150"/>
                  <a:pt x="4578" y="160"/>
                </a:cubicBezTo>
                <a:lnTo>
                  <a:pt x="4578" y="610"/>
                </a:lnTo>
                <a:cubicBezTo>
                  <a:pt x="4578" y="620"/>
                  <a:pt x="4577" y="631"/>
                  <a:pt x="4575" y="641"/>
                </a:cubicBezTo>
                <a:cubicBezTo>
                  <a:pt x="4573" y="651"/>
                  <a:pt x="4570" y="661"/>
                  <a:pt x="4566" y="671"/>
                </a:cubicBezTo>
                <a:cubicBezTo>
                  <a:pt x="4562" y="680"/>
                  <a:pt x="4557" y="689"/>
                  <a:pt x="4551" y="698"/>
                </a:cubicBezTo>
                <a:cubicBezTo>
                  <a:pt x="4546" y="707"/>
                  <a:pt x="4539" y="715"/>
                  <a:pt x="4532" y="722"/>
                </a:cubicBezTo>
                <a:cubicBezTo>
                  <a:pt x="4524" y="729"/>
                  <a:pt x="4516" y="736"/>
                  <a:pt x="4508" y="742"/>
                </a:cubicBezTo>
                <a:cubicBezTo>
                  <a:pt x="4499" y="748"/>
                  <a:pt x="4490" y="753"/>
                  <a:pt x="4480" y="757"/>
                </a:cubicBezTo>
                <a:cubicBezTo>
                  <a:pt x="4470" y="761"/>
                  <a:pt x="4461" y="764"/>
                  <a:pt x="4450" y="766"/>
                </a:cubicBezTo>
                <a:cubicBezTo>
                  <a:pt x="4440" y="768"/>
                  <a:pt x="4430" y="769"/>
                  <a:pt x="4419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930680" y="50616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2051280" y="5136120"/>
            <a:ext cx="1502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/mnt/c/Users/...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628080" y="50616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3680280" y="507672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に読み替えてください。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47720" y="2028240"/>
            <a:ext cx="1458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2. spec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149560" y="2048040"/>
            <a:ext cx="24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397240" y="2028240"/>
            <a:ext cx="963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3322440" y="2048040"/>
            <a:ext cx="1491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にコピーする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9" name=""/>
          <p:cNvSpPr/>
          <p:nvPr/>
        </p:nvSpPr>
        <p:spPr>
          <a:xfrm>
            <a:off x="1704960" y="2600280"/>
            <a:ext cx="600120" cy="285840"/>
          </a:xfrm>
          <a:custGeom>
            <a:avLst/>
            <a:gdLst/>
            <a:ahLst/>
            <a:rect l="0" t="0" r="r" b="b"/>
            <a:pathLst>
              <a:path w="1667" h="794">
                <a:moveTo>
                  <a:pt x="0" y="63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3" y="39"/>
                  <a:pt x="61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509" y="0"/>
                </a:lnTo>
                <a:cubicBezTo>
                  <a:pt x="1519" y="0"/>
                  <a:pt x="1529" y="1"/>
                  <a:pt x="1540" y="3"/>
                </a:cubicBezTo>
                <a:cubicBezTo>
                  <a:pt x="1550" y="5"/>
                  <a:pt x="1560" y="8"/>
                  <a:pt x="1569" y="12"/>
                </a:cubicBezTo>
                <a:cubicBezTo>
                  <a:pt x="1579" y="16"/>
                  <a:pt x="1588" y="21"/>
                  <a:pt x="1597" y="26"/>
                </a:cubicBezTo>
                <a:cubicBezTo>
                  <a:pt x="1606" y="32"/>
                  <a:pt x="1614" y="39"/>
                  <a:pt x="1621" y="46"/>
                </a:cubicBezTo>
                <a:cubicBezTo>
                  <a:pt x="1628" y="53"/>
                  <a:pt x="1635" y="62"/>
                  <a:pt x="1641" y="70"/>
                </a:cubicBezTo>
                <a:cubicBezTo>
                  <a:pt x="1646" y="79"/>
                  <a:pt x="1651" y="88"/>
                  <a:pt x="1655" y="98"/>
                </a:cubicBezTo>
                <a:cubicBezTo>
                  <a:pt x="1659" y="107"/>
                  <a:pt x="1662" y="117"/>
                  <a:pt x="1664" y="127"/>
                </a:cubicBezTo>
                <a:cubicBezTo>
                  <a:pt x="1666" y="138"/>
                  <a:pt x="1667" y="148"/>
                  <a:pt x="1667" y="158"/>
                </a:cubicBezTo>
                <a:lnTo>
                  <a:pt x="1667" y="636"/>
                </a:lnTo>
                <a:cubicBezTo>
                  <a:pt x="1667" y="646"/>
                  <a:pt x="1666" y="656"/>
                  <a:pt x="1664" y="667"/>
                </a:cubicBezTo>
                <a:cubicBezTo>
                  <a:pt x="1662" y="677"/>
                  <a:pt x="1659" y="687"/>
                  <a:pt x="1655" y="696"/>
                </a:cubicBezTo>
                <a:cubicBezTo>
                  <a:pt x="1651" y="706"/>
                  <a:pt x="1646" y="715"/>
                  <a:pt x="1641" y="724"/>
                </a:cubicBezTo>
                <a:cubicBezTo>
                  <a:pt x="1635" y="732"/>
                  <a:pt x="1628" y="741"/>
                  <a:pt x="1621" y="748"/>
                </a:cubicBezTo>
                <a:cubicBezTo>
                  <a:pt x="1614" y="755"/>
                  <a:pt x="1606" y="762"/>
                  <a:pt x="1597" y="768"/>
                </a:cubicBezTo>
                <a:cubicBezTo>
                  <a:pt x="1588" y="773"/>
                  <a:pt x="1579" y="778"/>
                  <a:pt x="1569" y="782"/>
                </a:cubicBezTo>
                <a:cubicBezTo>
                  <a:pt x="1560" y="786"/>
                  <a:pt x="1550" y="789"/>
                  <a:pt x="1540" y="791"/>
                </a:cubicBezTo>
                <a:cubicBezTo>
                  <a:pt x="1529" y="793"/>
                  <a:pt x="1519" y="794"/>
                  <a:pt x="1509" y="794"/>
                </a:cubicBezTo>
                <a:lnTo>
                  <a:pt x="158" y="794"/>
                </a:lnTo>
                <a:cubicBezTo>
                  <a:pt x="148" y="794"/>
                  <a:pt x="138" y="793"/>
                  <a:pt x="127" y="791"/>
                </a:cubicBezTo>
                <a:cubicBezTo>
                  <a:pt x="117" y="789"/>
                  <a:pt x="107" y="786"/>
                  <a:pt x="98" y="782"/>
                </a:cubicBezTo>
                <a:cubicBezTo>
                  <a:pt x="88" y="778"/>
                  <a:pt x="79" y="773"/>
                  <a:pt x="70" y="768"/>
                </a:cubicBezTo>
                <a:cubicBezTo>
                  <a:pt x="61" y="762"/>
                  <a:pt x="53" y="755"/>
                  <a:pt x="46" y="748"/>
                </a:cubicBezTo>
                <a:cubicBezTo>
                  <a:pt x="39" y="741"/>
                  <a:pt x="32" y="732"/>
                  <a:pt x="26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6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47720" y="26100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初学者は、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768680" y="2669040"/>
            <a:ext cx="46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308320" y="25948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2360520" y="261000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を直接参照するより、</a:t>
            </a:r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使う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635360" y="2594880"/>
            <a:ext cx="502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spec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127840" y="26100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318280" y="2594880"/>
            <a:ext cx="739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029640" y="26100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にコピー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791760" y="25948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9" name=""/>
          <p:cNvSpPr/>
          <p:nvPr/>
        </p:nvSpPr>
        <p:spPr>
          <a:xfrm>
            <a:off x="933120" y="31431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843960" y="261000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したほうが安全です。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128600" y="3033000"/>
            <a:ext cx="2264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AI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2" name=""/>
          <p:cNvSpPr/>
          <p:nvPr/>
        </p:nvSpPr>
        <p:spPr>
          <a:xfrm>
            <a:off x="933120" y="346680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354320" y="3048120"/>
            <a:ext cx="3239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に読ませるファイルを明確にしやすい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128600" y="3356640"/>
            <a:ext cx="641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5" name=""/>
          <p:cNvSpPr/>
          <p:nvPr/>
        </p:nvSpPr>
        <p:spPr>
          <a:xfrm>
            <a:off x="933120" y="37908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769040" y="3371760"/>
            <a:ext cx="2858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の中だけ⾒れば必要情報がそろう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128600" y="36957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後で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509840" y="3680640"/>
            <a:ext cx="485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spec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994400" y="36957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2185200" y="368064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877480" y="369576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側で調整しやすい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47720" y="412416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使う例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3" name=""/>
          <p:cNvSpPr/>
          <p:nvPr/>
        </p:nvSpPr>
        <p:spPr>
          <a:xfrm>
            <a:off x="933120" y="46479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4" name=""/>
          <p:cNvSpPr/>
          <p:nvPr/>
        </p:nvSpPr>
        <p:spPr>
          <a:xfrm>
            <a:off x="1133280" y="4552920"/>
            <a:ext cx="7610760" cy="276480"/>
          </a:xfrm>
          <a:custGeom>
            <a:avLst/>
            <a:gdLst/>
            <a:ahLst/>
            <a:rect l="0" t="0" r="r" b="b"/>
            <a:pathLst>
              <a:path w="21141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0982" y="0"/>
                </a:lnTo>
                <a:cubicBezTo>
                  <a:pt x="20993" y="0"/>
                  <a:pt x="21003" y="1"/>
                  <a:pt x="21013" y="3"/>
                </a:cubicBezTo>
                <a:cubicBezTo>
                  <a:pt x="21024" y="5"/>
                  <a:pt x="21034" y="8"/>
                  <a:pt x="21043" y="13"/>
                </a:cubicBezTo>
                <a:cubicBezTo>
                  <a:pt x="21053" y="17"/>
                  <a:pt x="21062" y="22"/>
                  <a:pt x="21071" y="27"/>
                </a:cubicBezTo>
                <a:cubicBezTo>
                  <a:pt x="21079" y="33"/>
                  <a:pt x="21087" y="40"/>
                  <a:pt x="21095" y="47"/>
                </a:cubicBezTo>
                <a:cubicBezTo>
                  <a:pt x="21102" y="54"/>
                  <a:pt x="21109" y="62"/>
                  <a:pt x="21114" y="71"/>
                </a:cubicBezTo>
                <a:cubicBezTo>
                  <a:pt x="21120" y="80"/>
                  <a:pt x="21125" y="89"/>
                  <a:pt x="21129" y="99"/>
                </a:cubicBezTo>
                <a:cubicBezTo>
                  <a:pt x="21133" y="108"/>
                  <a:pt x="21136" y="118"/>
                  <a:pt x="21138" y="128"/>
                </a:cubicBezTo>
                <a:cubicBezTo>
                  <a:pt x="21140" y="139"/>
                  <a:pt x="21141" y="149"/>
                  <a:pt x="21141" y="159"/>
                </a:cubicBezTo>
                <a:lnTo>
                  <a:pt x="21141" y="609"/>
                </a:lnTo>
                <a:cubicBezTo>
                  <a:pt x="21141" y="620"/>
                  <a:pt x="21140" y="630"/>
                  <a:pt x="21138" y="640"/>
                </a:cubicBezTo>
                <a:cubicBezTo>
                  <a:pt x="21136" y="650"/>
                  <a:pt x="21133" y="660"/>
                  <a:pt x="21129" y="670"/>
                </a:cubicBezTo>
                <a:cubicBezTo>
                  <a:pt x="21125" y="680"/>
                  <a:pt x="21120" y="689"/>
                  <a:pt x="21114" y="697"/>
                </a:cubicBezTo>
                <a:cubicBezTo>
                  <a:pt x="21109" y="706"/>
                  <a:pt x="21102" y="714"/>
                  <a:pt x="21095" y="721"/>
                </a:cubicBezTo>
                <a:cubicBezTo>
                  <a:pt x="21087" y="729"/>
                  <a:pt x="21079" y="735"/>
                  <a:pt x="21071" y="741"/>
                </a:cubicBezTo>
                <a:cubicBezTo>
                  <a:pt x="21062" y="747"/>
                  <a:pt x="21053" y="752"/>
                  <a:pt x="21043" y="756"/>
                </a:cubicBezTo>
                <a:cubicBezTo>
                  <a:pt x="21034" y="760"/>
                  <a:pt x="21024" y="763"/>
                  <a:pt x="21013" y="765"/>
                </a:cubicBezTo>
                <a:cubicBezTo>
                  <a:pt x="21003" y="767"/>
                  <a:pt x="20993" y="768"/>
                  <a:pt x="20982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7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319040" y="41094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197000" y="4621680"/>
            <a:ext cx="4599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C:\Users\username\work\minimal-skills-pack\specs\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816160" y="459396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388000" y="462168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3" name=""/>
          <p:cNvSpPr/>
          <p:nvPr/>
        </p:nvSpPr>
        <p:spPr>
          <a:xfrm>
            <a:off x="757080" y="2557440"/>
            <a:ext cx="10687320" cy="1248120"/>
          </a:xfrm>
          <a:custGeom>
            <a:avLst/>
            <a:gdLst/>
            <a:ahLst/>
            <a:rect l="0" t="0" r="r" b="b"/>
            <a:pathLst>
              <a:path w="29687" h="3467">
                <a:moveTo>
                  <a:pt x="0" y="332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321"/>
                </a:lnTo>
                <a:cubicBezTo>
                  <a:pt x="29687" y="3331"/>
                  <a:pt x="29686" y="3340"/>
                  <a:pt x="29684" y="3349"/>
                </a:cubicBezTo>
                <a:cubicBezTo>
                  <a:pt x="29683" y="3359"/>
                  <a:pt x="29680" y="3368"/>
                  <a:pt x="29676" y="3377"/>
                </a:cubicBezTo>
                <a:cubicBezTo>
                  <a:pt x="29672" y="3386"/>
                  <a:pt x="29668" y="3394"/>
                  <a:pt x="29663" y="3402"/>
                </a:cubicBezTo>
                <a:cubicBezTo>
                  <a:pt x="29657" y="3410"/>
                  <a:pt x="29651" y="3417"/>
                  <a:pt x="29645" y="3424"/>
                </a:cubicBezTo>
                <a:cubicBezTo>
                  <a:pt x="29638" y="3431"/>
                  <a:pt x="29630" y="3437"/>
                  <a:pt x="29623" y="3442"/>
                </a:cubicBezTo>
                <a:cubicBezTo>
                  <a:pt x="29615" y="3447"/>
                  <a:pt x="29606" y="3452"/>
                  <a:pt x="29597" y="3456"/>
                </a:cubicBezTo>
                <a:cubicBezTo>
                  <a:pt x="29589" y="3459"/>
                  <a:pt x="29579" y="3462"/>
                  <a:pt x="29570" y="3464"/>
                </a:cubicBezTo>
                <a:cubicBezTo>
                  <a:pt x="29561" y="3466"/>
                  <a:pt x="29551" y="3467"/>
                  <a:pt x="29542" y="3467"/>
                </a:cubicBezTo>
                <a:lnTo>
                  <a:pt x="145" y="3467"/>
                </a:lnTo>
                <a:cubicBezTo>
                  <a:pt x="136" y="3467"/>
                  <a:pt x="126" y="3466"/>
                  <a:pt x="117" y="3464"/>
                </a:cubicBezTo>
                <a:cubicBezTo>
                  <a:pt x="108" y="3462"/>
                  <a:pt x="99" y="3459"/>
                  <a:pt x="90" y="3456"/>
                </a:cubicBezTo>
                <a:cubicBezTo>
                  <a:pt x="81" y="3452"/>
                  <a:pt x="73" y="3447"/>
                  <a:pt x="65" y="3442"/>
                </a:cubicBezTo>
                <a:cubicBezTo>
                  <a:pt x="57" y="3437"/>
                  <a:pt x="49" y="3431"/>
                  <a:pt x="43" y="3424"/>
                </a:cubicBezTo>
                <a:cubicBezTo>
                  <a:pt x="36" y="3417"/>
                  <a:pt x="30" y="3410"/>
                  <a:pt x="24" y="3402"/>
                </a:cubicBezTo>
                <a:cubicBezTo>
                  <a:pt x="19" y="3394"/>
                  <a:pt x="15" y="3386"/>
                  <a:pt x="11" y="3377"/>
                </a:cubicBezTo>
                <a:cubicBezTo>
                  <a:pt x="7" y="3368"/>
                  <a:pt x="5" y="3359"/>
                  <a:pt x="3" y="3349"/>
                </a:cubicBezTo>
                <a:cubicBezTo>
                  <a:pt x="1" y="3340"/>
                  <a:pt x="0" y="3331"/>
                  <a:pt x="0" y="332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4" name=""/>
          <p:cNvSpPr/>
          <p:nvPr/>
        </p:nvSpPr>
        <p:spPr>
          <a:xfrm>
            <a:off x="757080" y="2557440"/>
            <a:ext cx="10687320" cy="1248120"/>
          </a:xfrm>
          <a:custGeom>
            <a:avLst/>
            <a:gdLst/>
            <a:ahLst/>
            <a:rect l="0" t="0" r="r" b="b"/>
            <a:pathLst>
              <a:path w="29687" h="3467">
                <a:moveTo>
                  <a:pt x="0" y="332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321"/>
                </a:lnTo>
                <a:cubicBezTo>
                  <a:pt x="29687" y="3331"/>
                  <a:pt x="29686" y="3340"/>
                  <a:pt x="29684" y="3349"/>
                </a:cubicBezTo>
                <a:cubicBezTo>
                  <a:pt x="29683" y="3359"/>
                  <a:pt x="29680" y="3368"/>
                  <a:pt x="29676" y="3377"/>
                </a:cubicBezTo>
                <a:cubicBezTo>
                  <a:pt x="29672" y="3386"/>
                  <a:pt x="29668" y="3394"/>
                  <a:pt x="29663" y="3402"/>
                </a:cubicBezTo>
                <a:cubicBezTo>
                  <a:pt x="29657" y="3410"/>
                  <a:pt x="29651" y="3417"/>
                  <a:pt x="29645" y="3424"/>
                </a:cubicBezTo>
                <a:cubicBezTo>
                  <a:pt x="29638" y="3431"/>
                  <a:pt x="29630" y="3437"/>
                  <a:pt x="29623" y="3442"/>
                </a:cubicBezTo>
                <a:cubicBezTo>
                  <a:pt x="29615" y="3447"/>
                  <a:pt x="29606" y="3452"/>
                  <a:pt x="29597" y="3456"/>
                </a:cubicBezTo>
                <a:cubicBezTo>
                  <a:pt x="29589" y="3459"/>
                  <a:pt x="29579" y="3462"/>
                  <a:pt x="29570" y="3464"/>
                </a:cubicBezTo>
                <a:cubicBezTo>
                  <a:pt x="29561" y="3466"/>
                  <a:pt x="29551" y="3467"/>
                  <a:pt x="29542" y="3467"/>
                </a:cubicBezTo>
                <a:lnTo>
                  <a:pt x="145" y="3467"/>
                </a:lnTo>
                <a:cubicBezTo>
                  <a:pt x="136" y="3467"/>
                  <a:pt x="126" y="3466"/>
                  <a:pt x="117" y="3464"/>
                </a:cubicBezTo>
                <a:cubicBezTo>
                  <a:pt x="108" y="3462"/>
                  <a:pt x="99" y="3459"/>
                  <a:pt x="90" y="3456"/>
                </a:cubicBezTo>
                <a:cubicBezTo>
                  <a:pt x="81" y="3452"/>
                  <a:pt x="73" y="3447"/>
                  <a:pt x="65" y="3442"/>
                </a:cubicBezTo>
                <a:cubicBezTo>
                  <a:pt x="57" y="3437"/>
                  <a:pt x="49" y="3431"/>
                  <a:pt x="43" y="3424"/>
                </a:cubicBezTo>
                <a:cubicBezTo>
                  <a:pt x="36" y="3417"/>
                  <a:pt x="30" y="3410"/>
                  <a:pt x="24" y="3402"/>
                </a:cubicBezTo>
                <a:cubicBezTo>
                  <a:pt x="19" y="3394"/>
                  <a:pt x="15" y="3386"/>
                  <a:pt x="11" y="3377"/>
                </a:cubicBezTo>
                <a:cubicBezTo>
                  <a:pt x="7" y="3368"/>
                  <a:pt x="5" y="3359"/>
                  <a:pt x="3" y="3349"/>
                </a:cubicBezTo>
                <a:cubicBezTo>
                  <a:pt x="1" y="3340"/>
                  <a:pt x="0" y="3331"/>
                  <a:pt x="0" y="332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5" name=""/>
          <p:cNvSpPr/>
          <p:nvPr/>
        </p:nvSpPr>
        <p:spPr>
          <a:xfrm>
            <a:off x="757080" y="4452840"/>
            <a:ext cx="10687320" cy="876600"/>
          </a:xfrm>
          <a:custGeom>
            <a:avLst/>
            <a:gdLst/>
            <a:ahLst/>
            <a:rect l="0" t="0" r="r" b="b"/>
            <a:pathLst>
              <a:path w="29687" h="2435">
                <a:moveTo>
                  <a:pt x="0" y="228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289"/>
                </a:lnTo>
                <a:cubicBezTo>
                  <a:pt x="29687" y="2299"/>
                  <a:pt x="29686" y="2308"/>
                  <a:pt x="29684" y="2318"/>
                </a:cubicBezTo>
                <a:cubicBezTo>
                  <a:pt x="29683" y="2327"/>
                  <a:pt x="29680" y="2336"/>
                  <a:pt x="29676" y="2345"/>
                </a:cubicBezTo>
                <a:cubicBezTo>
                  <a:pt x="29672" y="2354"/>
                  <a:pt x="29668" y="2362"/>
                  <a:pt x="29663" y="2370"/>
                </a:cubicBezTo>
                <a:cubicBezTo>
                  <a:pt x="29657" y="2378"/>
                  <a:pt x="29651" y="2386"/>
                  <a:pt x="29645" y="2392"/>
                </a:cubicBezTo>
                <a:cubicBezTo>
                  <a:pt x="29638" y="2399"/>
                  <a:pt x="29630" y="2405"/>
                  <a:pt x="29623" y="2410"/>
                </a:cubicBezTo>
                <a:cubicBezTo>
                  <a:pt x="29615" y="2416"/>
                  <a:pt x="29606" y="2420"/>
                  <a:pt x="29597" y="2424"/>
                </a:cubicBezTo>
                <a:cubicBezTo>
                  <a:pt x="29589" y="2428"/>
                  <a:pt x="29579" y="2430"/>
                  <a:pt x="29570" y="2432"/>
                </a:cubicBezTo>
                <a:cubicBezTo>
                  <a:pt x="29561" y="2434"/>
                  <a:pt x="29551" y="2435"/>
                  <a:pt x="29542" y="2435"/>
                </a:cubicBezTo>
                <a:lnTo>
                  <a:pt x="145" y="2435"/>
                </a:lnTo>
                <a:cubicBezTo>
                  <a:pt x="136" y="2435"/>
                  <a:pt x="126" y="2434"/>
                  <a:pt x="117" y="2432"/>
                </a:cubicBezTo>
                <a:cubicBezTo>
                  <a:pt x="108" y="2430"/>
                  <a:pt x="99" y="2428"/>
                  <a:pt x="90" y="2424"/>
                </a:cubicBezTo>
                <a:cubicBezTo>
                  <a:pt x="81" y="2420"/>
                  <a:pt x="73" y="2416"/>
                  <a:pt x="65" y="2410"/>
                </a:cubicBezTo>
                <a:cubicBezTo>
                  <a:pt x="57" y="2405"/>
                  <a:pt x="49" y="2399"/>
                  <a:pt x="43" y="2392"/>
                </a:cubicBezTo>
                <a:cubicBezTo>
                  <a:pt x="36" y="2386"/>
                  <a:pt x="30" y="2378"/>
                  <a:pt x="24" y="2370"/>
                </a:cubicBezTo>
                <a:cubicBezTo>
                  <a:pt x="19" y="2362"/>
                  <a:pt x="15" y="2354"/>
                  <a:pt x="11" y="2345"/>
                </a:cubicBezTo>
                <a:cubicBezTo>
                  <a:pt x="7" y="2336"/>
                  <a:pt x="5" y="2327"/>
                  <a:pt x="3" y="2318"/>
                </a:cubicBezTo>
                <a:cubicBezTo>
                  <a:pt x="1" y="2308"/>
                  <a:pt x="0" y="2299"/>
                  <a:pt x="0" y="228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6" name=""/>
          <p:cNvSpPr/>
          <p:nvPr/>
        </p:nvSpPr>
        <p:spPr>
          <a:xfrm>
            <a:off x="757080" y="4452840"/>
            <a:ext cx="10687320" cy="876600"/>
          </a:xfrm>
          <a:custGeom>
            <a:avLst/>
            <a:gdLst/>
            <a:ahLst/>
            <a:rect l="0" t="0" r="r" b="b"/>
            <a:pathLst>
              <a:path w="29687" h="2435">
                <a:moveTo>
                  <a:pt x="0" y="228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289"/>
                </a:lnTo>
                <a:cubicBezTo>
                  <a:pt x="29687" y="2299"/>
                  <a:pt x="29686" y="2308"/>
                  <a:pt x="29684" y="2318"/>
                </a:cubicBezTo>
                <a:cubicBezTo>
                  <a:pt x="29683" y="2327"/>
                  <a:pt x="29680" y="2336"/>
                  <a:pt x="29676" y="2345"/>
                </a:cubicBezTo>
                <a:cubicBezTo>
                  <a:pt x="29672" y="2354"/>
                  <a:pt x="29668" y="2362"/>
                  <a:pt x="29663" y="2370"/>
                </a:cubicBezTo>
                <a:cubicBezTo>
                  <a:pt x="29657" y="2378"/>
                  <a:pt x="29651" y="2386"/>
                  <a:pt x="29645" y="2392"/>
                </a:cubicBezTo>
                <a:cubicBezTo>
                  <a:pt x="29638" y="2399"/>
                  <a:pt x="29630" y="2405"/>
                  <a:pt x="29623" y="2410"/>
                </a:cubicBezTo>
                <a:cubicBezTo>
                  <a:pt x="29615" y="2416"/>
                  <a:pt x="29606" y="2420"/>
                  <a:pt x="29597" y="2424"/>
                </a:cubicBezTo>
                <a:cubicBezTo>
                  <a:pt x="29589" y="2428"/>
                  <a:pt x="29579" y="2430"/>
                  <a:pt x="29570" y="2432"/>
                </a:cubicBezTo>
                <a:cubicBezTo>
                  <a:pt x="29561" y="2434"/>
                  <a:pt x="29551" y="2435"/>
                  <a:pt x="29542" y="2435"/>
                </a:cubicBezTo>
                <a:lnTo>
                  <a:pt x="145" y="2435"/>
                </a:lnTo>
                <a:cubicBezTo>
                  <a:pt x="136" y="2435"/>
                  <a:pt x="126" y="2434"/>
                  <a:pt x="117" y="2432"/>
                </a:cubicBezTo>
                <a:cubicBezTo>
                  <a:pt x="108" y="2430"/>
                  <a:pt x="99" y="2428"/>
                  <a:pt x="90" y="2424"/>
                </a:cubicBezTo>
                <a:cubicBezTo>
                  <a:pt x="81" y="2420"/>
                  <a:pt x="73" y="2416"/>
                  <a:pt x="65" y="2410"/>
                </a:cubicBezTo>
                <a:cubicBezTo>
                  <a:pt x="57" y="2405"/>
                  <a:pt x="49" y="2399"/>
                  <a:pt x="43" y="2392"/>
                </a:cubicBezTo>
                <a:cubicBezTo>
                  <a:pt x="36" y="2386"/>
                  <a:pt x="30" y="2378"/>
                  <a:pt x="24" y="2370"/>
                </a:cubicBezTo>
                <a:cubicBezTo>
                  <a:pt x="19" y="2362"/>
                  <a:pt x="15" y="2354"/>
                  <a:pt x="11" y="2345"/>
                </a:cubicBezTo>
                <a:cubicBezTo>
                  <a:pt x="7" y="2336"/>
                  <a:pt x="5" y="2327"/>
                  <a:pt x="3" y="2318"/>
                </a:cubicBezTo>
                <a:cubicBezTo>
                  <a:pt x="1" y="2308"/>
                  <a:pt x="0" y="2299"/>
                  <a:pt x="0" y="228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47720" y="1504440"/>
            <a:ext cx="1458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2. spec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149560" y="1523880"/>
            <a:ext cx="2484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をコピーするコマンド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47720" y="2117160"/>
            <a:ext cx="10933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PowerShell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914400" y="2737080"/>
            <a:ext cx="4264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C:\Users\username\work\my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914400" y="2927520"/>
            <a:ext cx="6306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.\docs\input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-specs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| </a:t>
            </a:r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14400" y="3108600"/>
            <a:ext cx="977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`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914400" y="3299040"/>
            <a:ext cx="5152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"C:\Users\username\work\minimal-skills-pack\specs\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078240" y="327276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8507160" y="3299040"/>
            <a:ext cx="533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.md"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`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914400" y="3480120"/>
            <a:ext cx="3020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.\docs\input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-specs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47720" y="4021920"/>
            <a:ext cx="46008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bash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914400" y="4632840"/>
            <a:ext cx="3375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/c/Users/username/work/my-first-app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914400" y="4823280"/>
            <a:ext cx="2399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mkdir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-p ./docs/input-specs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14400" y="5004000"/>
            <a:ext cx="4708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"/c/Users/username/work/minimal-skills-pack/specs/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632920" y="497808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061840" y="5004000"/>
            <a:ext cx="2132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.md"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./docs/input-specs/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47720" y="257112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2.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577520" y="2590920"/>
            <a:ext cx="27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コピー後に確認すること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47720" y="3137760"/>
            <a:ext cx="641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0" name=""/>
          <p:cNvSpPr/>
          <p:nvPr/>
        </p:nvSpPr>
        <p:spPr>
          <a:xfrm>
            <a:off x="933120" y="367632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6"/>
                  <a:pt x="175" y="46"/>
                  <a:pt x="180" y="59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1" name=""/>
          <p:cNvSpPr/>
          <p:nvPr/>
        </p:nvSpPr>
        <p:spPr>
          <a:xfrm>
            <a:off x="1133280" y="3581280"/>
            <a:ext cx="4591440" cy="276480"/>
          </a:xfrm>
          <a:custGeom>
            <a:avLst/>
            <a:gdLst/>
            <a:ahLst/>
            <a:rect l="0" t="0" r="r" b="b"/>
            <a:pathLst>
              <a:path w="12754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595" y="0"/>
                </a:lnTo>
                <a:cubicBezTo>
                  <a:pt x="12606" y="0"/>
                  <a:pt x="12616" y="1"/>
                  <a:pt x="12626" y="3"/>
                </a:cubicBezTo>
                <a:cubicBezTo>
                  <a:pt x="12636" y="5"/>
                  <a:pt x="12646" y="8"/>
                  <a:pt x="12656" y="12"/>
                </a:cubicBezTo>
                <a:cubicBezTo>
                  <a:pt x="12666" y="16"/>
                  <a:pt x="12675" y="21"/>
                  <a:pt x="12683" y="27"/>
                </a:cubicBezTo>
                <a:cubicBezTo>
                  <a:pt x="12692" y="32"/>
                  <a:pt x="12700" y="39"/>
                  <a:pt x="12707" y="46"/>
                </a:cubicBezTo>
                <a:cubicBezTo>
                  <a:pt x="12715" y="54"/>
                  <a:pt x="12721" y="62"/>
                  <a:pt x="12727" y="70"/>
                </a:cubicBezTo>
                <a:cubicBezTo>
                  <a:pt x="12733" y="79"/>
                  <a:pt x="12738" y="88"/>
                  <a:pt x="12742" y="98"/>
                </a:cubicBezTo>
                <a:cubicBezTo>
                  <a:pt x="12746" y="107"/>
                  <a:pt x="12749" y="117"/>
                  <a:pt x="12751" y="128"/>
                </a:cubicBezTo>
                <a:cubicBezTo>
                  <a:pt x="12753" y="138"/>
                  <a:pt x="12754" y="148"/>
                  <a:pt x="12754" y="159"/>
                </a:cubicBezTo>
                <a:lnTo>
                  <a:pt x="12754" y="609"/>
                </a:lnTo>
                <a:cubicBezTo>
                  <a:pt x="12754" y="620"/>
                  <a:pt x="12753" y="630"/>
                  <a:pt x="12751" y="640"/>
                </a:cubicBezTo>
                <a:cubicBezTo>
                  <a:pt x="12749" y="651"/>
                  <a:pt x="12746" y="660"/>
                  <a:pt x="12742" y="670"/>
                </a:cubicBezTo>
                <a:cubicBezTo>
                  <a:pt x="12738" y="680"/>
                  <a:pt x="12733" y="689"/>
                  <a:pt x="12727" y="698"/>
                </a:cubicBezTo>
                <a:cubicBezTo>
                  <a:pt x="12721" y="706"/>
                  <a:pt x="12715" y="714"/>
                  <a:pt x="12707" y="722"/>
                </a:cubicBezTo>
                <a:cubicBezTo>
                  <a:pt x="12700" y="729"/>
                  <a:pt x="12692" y="736"/>
                  <a:pt x="12683" y="741"/>
                </a:cubicBezTo>
                <a:cubicBezTo>
                  <a:pt x="12675" y="747"/>
                  <a:pt x="12666" y="752"/>
                  <a:pt x="12656" y="756"/>
                </a:cubicBezTo>
                <a:cubicBezTo>
                  <a:pt x="12646" y="760"/>
                  <a:pt x="12636" y="763"/>
                  <a:pt x="12626" y="765"/>
                </a:cubicBezTo>
                <a:cubicBezTo>
                  <a:pt x="12616" y="767"/>
                  <a:pt x="12606" y="768"/>
                  <a:pt x="12595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388160" y="3152880"/>
            <a:ext cx="4001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側に次のファイルがある状態にしてください。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197000" y="365004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2799720" y="362232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371560" y="365004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47720" y="40194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このあと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509840" y="4004640"/>
            <a:ext cx="278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AI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787760" y="401940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には、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359080" y="4004640"/>
            <a:ext cx="686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018240" y="401940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内のこのファイル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542480" y="40046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4594680" y="401940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を読ませます。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747720" y="1418760"/>
            <a:ext cx="1510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3. skills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183400" y="1438200"/>
            <a:ext cx="24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431080" y="1418760"/>
            <a:ext cx="963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3355920" y="143820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で使えるようにする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47720" y="20001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使う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128600" y="1985040"/>
            <a:ext cx="278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AI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406520" y="200016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に応じて、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349720" y="1985040"/>
            <a:ext cx="447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5" name=""/>
          <p:cNvSpPr/>
          <p:nvPr/>
        </p:nvSpPr>
        <p:spPr>
          <a:xfrm>
            <a:off x="933120" y="25239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796480" y="200016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の置き場所が変わります。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7" name=""/>
          <p:cNvSpPr/>
          <p:nvPr/>
        </p:nvSpPr>
        <p:spPr>
          <a:xfrm>
            <a:off x="1314360" y="2800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8" name=""/>
          <p:cNvSpPr/>
          <p:nvPr/>
        </p:nvSpPr>
        <p:spPr>
          <a:xfrm>
            <a:off x="1514160" y="2695320"/>
            <a:ext cx="1638720" cy="286200"/>
          </a:xfrm>
          <a:custGeom>
            <a:avLst/>
            <a:gdLst/>
            <a:ahLst/>
            <a:rect l="0" t="0" r="r" b="b"/>
            <a:pathLst>
              <a:path w="4552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393" y="0"/>
                </a:lnTo>
                <a:cubicBezTo>
                  <a:pt x="4404" y="0"/>
                  <a:pt x="4414" y="1"/>
                  <a:pt x="4424" y="3"/>
                </a:cubicBezTo>
                <a:cubicBezTo>
                  <a:pt x="4435" y="5"/>
                  <a:pt x="4445" y="8"/>
                  <a:pt x="4454" y="12"/>
                </a:cubicBezTo>
                <a:cubicBezTo>
                  <a:pt x="4464" y="16"/>
                  <a:pt x="4473" y="21"/>
                  <a:pt x="4482" y="27"/>
                </a:cubicBezTo>
                <a:cubicBezTo>
                  <a:pt x="4490" y="33"/>
                  <a:pt x="4498" y="39"/>
                  <a:pt x="4506" y="48"/>
                </a:cubicBezTo>
                <a:cubicBezTo>
                  <a:pt x="4513" y="55"/>
                  <a:pt x="4520" y="63"/>
                  <a:pt x="4525" y="72"/>
                </a:cubicBezTo>
                <a:cubicBezTo>
                  <a:pt x="4531" y="80"/>
                  <a:pt x="4536" y="90"/>
                  <a:pt x="4540" y="99"/>
                </a:cubicBezTo>
                <a:cubicBezTo>
                  <a:pt x="4544" y="109"/>
                  <a:pt x="4547" y="119"/>
                  <a:pt x="4549" y="129"/>
                </a:cubicBezTo>
                <a:cubicBezTo>
                  <a:pt x="4551" y="139"/>
                  <a:pt x="4552" y="150"/>
                  <a:pt x="4552" y="160"/>
                </a:cubicBezTo>
                <a:lnTo>
                  <a:pt x="4552" y="636"/>
                </a:lnTo>
                <a:cubicBezTo>
                  <a:pt x="4552" y="647"/>
                  <a:pt x="4551" y="657"/>
                  <a:pt x="4549" y="667"/>
                </a:cubicBezTo>
                <a:cubicBezTo>
                  <a:pt x="4547" y="677"/>
                  <a:pt x="4544" y="687"/>
                  <a:pt x="4540" y="697"/>
                </a:cubicBezTo>
                <a:cubicBezTo>
                  <a:pt x="4536" y="707"/>
                  <a:pt x="4531" y="716"/>
                  <a:pt x="4525" y="724"/>
                </a:cubicBezTo>
                <a:cubicBezTo>
                  <a:pt x="4520" y="733"/>
                  <a:pt x="4513" y="741"/>
                  <a:pt x="4506" y="748"/>
                </a:cubicBezTo>
                <a:cubicBezTo>
                  <a:pt x="4498" y="756"/>
                  <a:pt x="4490" y="762"/>
                  <a:pt x="4482" y="768"/>
                </a:cubicBezTo>
                <a:cubicBezTo>
                  <a:pt x="4473" y="774"/>
                  <a:pt x="4464" y="779"/>
                  <a:pt x="4454" y="783"/>
                </a:cubicBezTo>
                <a:cubicBezTo>
                  <a:pt x="4445" y="787"/>
                  <a:pt x="4435" y="790"/>
                  <a:pt x="4424" y="792"/>
                </a:cubicBezTo>
                <a:cubicBezTo>
                  <a:pt x="4414" y="794"/>
                  <a:pt x="4404" y="795"/>
                  <a:pt x="4393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128600" y="2413800"/>
            <a:ext cx="529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Codex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0" name=""/>
          <p:cNvSpPr/>
          <p:nvPr/>
        </p:nvSpPr>
        <p:spPr>
          <a:xfrm>
            <a:off x="1314360" y="3133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1" name=""/>
          <p:cNvSpPr/>
          <p:nvPr/>
        </p:nvSpPr>
        <p:spPr>
          <a:xfrm>
            <a:off x="1514160" y="3028680"/>
            <a:ext cx="2019960" cy="286200"/>
          </a:xfrm>
          <a:custGeom>
            <a:avLst/>
            <a:gdLst/>
            <a:ahLst/>
            <a:rect l="0" t="0" r="r" b="b"/>
            <a:pathLst>
              <a:path w="5611" h="795">
                <a:moveTo>
                  <a:pt x="0" y="63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452" y="0"/>
                </a:lnTo>
                <a:cubicBezTo>
                  <a:pt x="5462" y="0"/>
                  <a:pt x="5473" y="1"/>
                  <a:pt x="5483" y="3"/>
                </a:cubicBezTo>
                <a:cubicBezTo>
                  <a:pt x="5493" y="5"/>
                  <a:pt x="5503" y="8"/>
                  <a:pt x="5513" y="12"/>
                </a:cubicBezTo>
                <a:cubicBezTo>
                  <a:pt x="5522" y="16"/>
                  <a:pt x="5531" y="21"/>
                  <a:pt x="5540" y="27"/>
                </a:cubicBezTo>
                <a:cubicBezTo>
                  <a:pt x="5549" y="33"/>
                  <a:pt x="5557" y="39"/>
                  <a:pt x="5564" y="47"/>
                </a:cubicBezTo>
                <a:cubicBezTo>
                  <a:pt x="5571" y="54"/>
                  <a:pt x="5578" y="62"/>
                  <a:pt x="5584" y="71"/>
                </a:cubicBezTo>
                <a:cubicBezTo>
                  <a:pt x="5590" y="79"/>
                  <a:pt x="5594" y="89"/>
                  <a:pt x="5598" y="98"/>
                </a:cubicBezTo>
                <a:cubicBezTo>
                  <a:pt x="5602" y="108"/>
                  <a:pt x="5605" y="118"/>
                  <a:pt x="5607" y="128"/>
                </a:cubicBezTo>
                <a:cubicBezTo>
                  <a:pt x="5610" y="138"/>
                  <a:pt x="5611" y="149"/>
                  <a:pt x="5611" y="159"/>
                </a:cubicBezTo>
                <a:lnTo>
                  <a:pt x="5611" y="635"/>
                </a:lnTo>
                <a:cubicBezTo>
                  <a:pt x="5611" y="646"/>
                  <a:pt x="5610" y="656"/>
                  <a:pt x="5607" y="666"/>
                </a:cubicBezTo>
                <a:cubicBezTo>
                  <a:pt x="5605" y="676"/>
                  <a:pt x="5602" y="686"/>
                  <a:pt x="5598" y="696"/>
                </a:cubicBezTo>
                <a:cubicBezTo>
                  <a:pt x="5594" y="706"/>
                  <a:pt x="5590" y="716"/>
                  <a:pt x="5584" y="724"/>
                </a:cubicBezTo>
                <a:cubicBezTo>
                  <a:pt x="5578" y="733"/>
                  <a:pt x="5571" y="741"/>
                  <a:pt x="5564" y="749"/>
                </a:cubicBezTo>
                <a:cubicBezTo>
                  <a:pt x="5557" y="756"/>
                  <a:pt x="5549" y="762"/>
                  <a:pt x="5540" y="768"/>
                </a:cubicBezTo>
                <a:cubicBezTo>
                  <a:pt x="5531" y="774"/>
                  <a:pt x="5522" y="779"/>
                  <a:pt x="5513" y="783"/>
                </a:cubicBezTo>
                <a:cubicBezTo>
                  <a:pt x="5503" y="787"/>
                  <a:pt x="5493" y="790"/>
                  <a:pt x="5483" y="792"/>
                </a:cubicBezTo>
                <a:cubicBezTo>
                  <a:pt x="5473" y="794"/>
                  <a:pt x="5462" y="795"/>
                  <a:pt x="5452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9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6"/>
                  <a:pt x="16" y="706"/>
                  <a:pt x="12" y="696"/>
                </a:cubicBezTo>
                <a:cubicBezTo>
                  <a:pt x="8" y="686"/>
                  <a:pt x="5" y="676"/>
                  <a:pt x="3" y="666"/>
                </a:cubicBezTo>
                <a:cubicBezTo>
                  <a:pt x="1" y="656"/>
                  <a:pt x="0" y="646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578240" y="2764440"/>
            <a:ext cx="1502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3" name=""/>
          <p:cNvSpPr/>
          <p:nvPr/>
        </p:nvSpPr>
        <p:spPr>
          <a:xfrm>
            <a:off x="933120" y="346680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578240" y="3097800"/>
            <a:ext cx="1877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./.agents/references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5" name=""/>
          <p:cNvSpPr/>
          <p:nvPr/>
        </p:nvSpPr>
        <p:spPr>
          <a:xfrm>
            <a:off x="1314360" y="3743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5"/>
                  <a:pt x="174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6" name=""/>
          <p:cNvSpPr/>
          <p:nvPr/>
        </p:nvSpPr>
        <p:spPr>
          <a:xfrm>
            <a:off x="1514160" y="3647880"/>
            <a:ext cx="1638720" cy="276480"/>
          </a:xfrm>
          <a:custGeom>
            <a:avLst/>
            <a:gdLst/>
            <a:ahLst/>
            <a:rect l="0" t="0" r="r" b="b"/>
            <a:pathLst>
              <a:path w="4552" h="768">
                <a:moveTo>
                  <a:pt x="0" y="61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393" y="0"/>
                </a:lnTo>
                <a:cubicBezTo>
                  <a:pt x="4404" y="0"/>
                  <a:pt x="4414" y="1"/>
                  <a:pt x="4424" y="3"/>
                </a:cubicBezTo>
                <a:cubicBezTo>
                  <a:pt x="4435" y="5"/>
                  <a:pt x="4445" y="8"/>
                  <a:pt x="4454" y="12"/>
                </a:cubicBezTo>
                <a:cubicBezTo>
                  <a:pt x="4464" y="16"/>
                  <a:pt x="4473" y="21"/>
                  <a:pt x="4482" y="27"/>
                </a:cubicBezTo>
                <a:cubicBezTo>
                  <a:pt x="4490" y="33"/>
                  <a:pt x="4498" y="39"/>
                  <a:pt x="4506" y="47"/>
                </a:cubicBezTo>
                <a:cubicBezTo>
                  <a:pt x="4513" y="54"/>
                  <a:pt x="4520" y="62"/>
                  <a:pt x="4525" y="71"/>
                </a:cubicBezTo>
                <a:cubicBezTo>
                  <a:pt x="4531" y="79"/>
                  <a:pt x="4536" y="88"/>
                  <a:pt x="4540" y="98"/>
                </a:cubicBezTo>
                <a:cubicBezTo>
                  <a:pt x="4544" y="108"/>
                  <a:pt x="4547" y="118"/>
                  <a:pt x="4549" y="128"/>
                </a:cubicBezTo>
                <a:cubicBezTo>
                  <a:pt x="4551" y="138"/>
                  <a:pt x="4552" y="148"/>
                  <a:pt x="4552" y="159"/>
                </a:cubicBezTo>
                <a:lnTo>
                  <a:pt x="4552" y="610"/>
                </a:lnTo>
                <a:cubicBezTo>
                  <a:pt x="4552" y="620"/>
                  <a:pt x="4551" y="630"/>
                  <a:pt x="4549" y="641"/>
                </a:cubicBezTo>
                <a:cubicBezTo>
                  <a:pt x="4547" y="651"/>
                  <a:pt x="4544" y="661"/>
                  <a:pt x="4540" y="670"/>
                </a:cubicBezTo>
                <a:cubicBezTo>
                  <a:pt x="4536" y="680"/>
                  <a:pt x="4531" y="689"/>
                  <a:pt x="4525" y="698"/>
                </a:cubicBezTo>
                <a:cubicBezTo>
                  <a:pt x="4520" y="706"/>
                  <a:pt x="4513" y="714"/>
                  <a:pt x="4506" y="722"/>
                </a:cubicBezTo>
                <a:cubicBezTo>
                  <a:pt x="4498" y="729"/>
                  <a:pt x="4490" y="736"/>
                  <a:pt x="4482" y="742"/>
                </a:cubicBezTo>
                <a:cubicBezTo>
                  <a:pt x="4473" y="747"/>
                  <a:pt x="4464" y="752"/>
                  <a:pt x="4454" y="756"/>
                </a:cubicBezTo>
                <a:cubicBezTo>
                  <a:pt x="4445" y="760"/>
                  <a:pt x="4435" y="763"/>
                  <a:pt x="4424" y="765"/>
                </a:cubicBezTo>
                <a:cubicBezTo>
                  <a:pt x="4414" y="767"/>
                  <a:pt x="4404" y="768"/>
                  <a:pt x="4393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128600" y="3356640"/>
            <a:ext cx="1074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Claude Code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8" name=""/>
          <p:cNvSpPr/>
          <p:nvPr/>
        </p:nvSpPr>
        <p:spPr>
          <a:xfrm>
            <a:off x="1314360" y="4076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5"/>
                  <a:pt x="174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9" name=""/>
          <p:cNvSpPr/>
          <p:nvPr/>
        </p:nvSpPr>
        <p:spPr>
          <a:xfrm>
            <a:off x="1514160" y="3981240"/>
            <a:ext cx="2019960" cy="276480"/>
          </a:xfrm>
          <a:custGeom>
            <a:avLst/>
            <a:gdLst/>
            <a:ahLst/>
            <a:rect l="0" t="0" r="r" b="b"/>
            <a:pathLst>
              <a:path w="5611" h="768">
                <a:moveTo>
                  <a:pt x="0" y="610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452" y="0"/>
                </a:lnTo>
                <a:cubicBezTo>
                  <a:pt x="5462" y="0"/>
                  <a:pt x="5473" y="1"/>
                  <a:pt x="5483" y="3"/>
                </a:cubicBezTo>
                <a:cubicBezTo>
                  <a:pt x="5493" y="5"/>
                  <a:pt x="5503" y="8"/>
                  <a:pt x="5513" y="12"/>
                </a:cubicBezTo>
                <a:cubicBezTo>
                  <a:pt x="5522" y="16"/>
                  <a:pt x="5531" y="21"/>
                  <a:pt x="5540" y="27"/>
                </a:cubicBezTo>
                <a:cubicBezTo>
                  <a:pt x="5549" y="33"/>
                  <a:pt x="5557" y="39"/>
                  <a:pt x="5564" y="47"/>
                </a:cubicBezTo>
                <a:cubicBezTo>
                  <a:pt x="5571" y="54"/>
                  <a:pt x="5578" y="62"/>
                  <a:pt x="5584" y="72"/>
                </a:cubicBezTo>
                <a:cubicBezTo>
                  <a:pt x="5590" y="80"/>
                  <a:pt x="5594" y="89"/>
                  <a:pt x="5598" y="99"/>
                </a:cubicBezTo>
                <a:cubicBezTo>
                  <a:pt x="5602" y="109"/>
                  <a:pt x="5605" y="119"/>
                  <a:pt x="5607" y="129"/>
                </a:cubicBezTo>
                <a:cubicBezTo>
                  <a:pt x="5610" y="139"/>
                  <a:pt x="5611" y="149"/>
                  <a:pt x="5611" y="160"/>
                </a:cubicBezTo>
                <a:lnTo>
                  <a:pt x="5611" y="610"/>
                </a:lnTo>
                <a:cubicBezTo>
                  <a:pt x="5611" y="620"/>
                  <a:pt x="5610" y="630"/>
                  <a:pt x="5607" y="641"/>
                </a:cubicBezTo>
                <a:cubicBezTo>
                  <a:pt x="5605" y="651"/>
                  <a:pt x="5602" y="661"/>
                  <a:pt x="5598" y="670"/>
                </a:cubicBezTo>
                <a:cubicBezTo>
                  <a:pt x="5594" y="680"/>
                  <a:pt x="5590" y="689"/>
                  <a:pt x="5584" y="698"/>
                </a:cubicBezTo>
                <a:cubicBezTo>
                  <a:pt x="5578" y="706"/>
                  <a:pt x="5571" y="715"/>
                  <a:pt x="5564" y="722"/>
                </a:cubicBezTo>
                <a:cubicBezTo>
                  <a:pt x="5557" y="729"/>
                  <a:pt x="5549" y="736"/>
                  <a:pt x="5540" y="742"/>
                </a:cubicBezTo>
                <a:cubicBezTo>
                  <a:pt x="5531" y="747"/>
                  <a:pt x="5522" y="752"/>
                  <a:pt x="5513" y="756"/>
                </a:cubicBezTo>
                <a:cubicBezTo>
                  <a:pt x="5503" y="760"/>
                  <a:pt x="5493" y="763"/>
                  <a:pt x="5483" y="765"/>
                </a:cubicBezTo>
                <a:cubicBezTo>
                  <a:pt x="5473" y="767"/>
                  <a:pt x="5462" y="768"/>
                  <a:pt x="5452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5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578240" y="3717000"/>
            <a:ext cx="1502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./.claude/skills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578240" y="4050360"/>
            <a:ext cx="1877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./.claude/references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2" name=""/>
          <p:cNvSpPr/>
          <p:nvPr/>
        </p:nvSpPr>
        <p:spPr>
          <a:xfrm>
            <a:off x="933120" y="494316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9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47720" y="4419720"/>
            <a:ext cx="4001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詳しいコマンドは次の⼿順書を⾒てください。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128600" y="4833000"/>
            <a:ext cx="529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0969DA"/>
                </a:solidFill>
                <a:effectLst/>
                <a:uFillTx/>
                <a:latin typeface="SegoeUI"/>
                <a:ea typeface="SegoeUI"/>
              </a:rPr>
              <a:t>Codex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657440" y="48481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0969DA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847880" y="4833000"/>
            <a:ext cx="395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0969DA"/>
                </a:solidFill>
                <a:effectLst/>
                <a:uFillTx/>
                <a:latin typeface="SegoeUI"/>
                <a:ea typeface="SegoeUI"/>
              </a:rPr>
              <a:t>skills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242800" y="484812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0969DA"/>
                </a:solidFill>
                <a:effectLst/>
                <a:uFillTx/>
                <a:latin typeface="Noto-Sans-JP"/>
                <a:ea typeface="Noto-Sans-JP"/>
              </a:rPr>
              <a:t>を使う⼿順書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8" name=""/>
          <p:cNvSpPr/>
          <p:nvPr/>
        </p:nvSpPr>
        <p:spPr>
          <a:xfrm>
            <a:off x="933120" y="52671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385800" y="4833000"/>
            <a:ext cx="31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0969DA"/>
                </a:solidFill>
                <a:effectLst/>
                <a:uFillTx/>
                <a:latin typeface="SegoeUI"/>
                <a:ea typeface="SegoeUI"/>
              </a:rPr>
              <a:t>.md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128600" y="5157000"/>
            <a:ext cx="10227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0969DA"/>
                </a:solidFill>
                <a:effectLst/>
                <a:uFillTx/>
                <a:latin typeface="SegoeUI"/>
                <a:ea typeface="SegoeUI"/>
              </a:rPr>
              <a:t>ClaudeCode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2150640" y="51721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0969DA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341080" y="5157000"/>
            <a:ext cx="395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0969DA"/>
                </a:solidFill>
                <a:effectLst/>
                <a:uFillTx/>
                <a:latin typeface="SegoeUI"/>
                <a:ea typeface="SegoeUI"/>
              </a:rPr>
              <a:t>skills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736000" y="517212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0969DA"/>
                </a:solidFill>
                <a:effectLst/>
                <a:uFillTx/>
                <a:latin typeface="Noto-Sans-JP"/>
                <a:ea typeface="Noto-Sans-JP"/>
              </a:rPr>
              <a:t>を使う⼿順書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3879000" y="5157000"/>
            <a:ext cx="31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0969DA"/>
                </a:solidFill>
                <a:effectLst/>
                <a:uFillTx/>
                <a:latin typeface="SegoeUI"/>
                <a:ea typeface="SegoeUI"/>
              </a:rPr>
              <a:t>.md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9" name=""/>
          <p:cNvSpPr/>
          <p:nvPr/>
        </p:nvSpPr>
        <p:spPr>
          <a:xfrm>
            <a:off x="757080" y="206208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7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4"/>
                  <a:pt x="29680" y="1834"/>
                  <a:pt x="29676" y="1842"/>
                </a:cubicBezTo>
                <a:cubicBezTo>
                  <a:pt x="29672" y="1851"/>
                  <a:pt x="29668" y="1860"/>
                  <a:pt x="29663" y="1868"/>
                </a:cubicBezTo>
                <a:cubicBezTo>
                  <a:pt x="29657" y="1875"/>
                  <a:pt x="29651" y="1883"/>
                  <a:pt x="29645" y="1890"/>
                </a:cubicBezTo>
                <a:cubicBezTo>
                  <a:pt x="29638" y="1896"/>
                  <a:pt x="29630" y="1902"/>
                  <a:pt x="29623" y="1908"/>
                </a:cubicBezTo>
                <a:cubicBezTo>
                  <a:pt x="29615" y="1913"/>
                  <a:pt x="29606" y="1917"/>
                  <a:pt x="29597" y="1921"/>
                </a:cubicBezTo>
                <a:cubicBezTo>
                  <a:pt x="29589" y="1925"/>
                  <a:pt x="29579" y="1928"/>
                  <a:pt x="29570" y="1929"/>
                </a:cubicBezTo>
                <a:cubicBezTo>
                  <a:pt x="29561" y="1931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1"/>
                  <a:pt x="117" y="1929"/>
                </a:cubicBezTo>
                <a:cubicBezTo>
                  <a:pt x="108" y="1928"/>
                  <a:pt x="99" y="1925"/>
                  <a:pt x="90" y="1921"/>
                </a:cubicBezTo>
                <a:cubicBezTo>
                  <a:pt x="81" y="1917"/>
                  <a:pt x="73" y="1913"/>
                  <a:pt x="65" y="1908"/>
                </a:cubicBezTo>
                <a:cubicBezTo>
                  <a:pt x="57" y="1902"/>
                  <a:pt x="49" y="1896"/>
                  <a:pt x="43" y="1890"/>
                </a:cubicBezTo>
                <a:cubicBezTo>
                  <a:pt x="36" y="1883"/>
                  <a:pt x="30" y="1875"/>
                  <a:pt x="24" y="1868"/>
                </a:cubicBezTo>
                <a:cubicBezTo>
                  <a:pt x="19" y="1860"/>
                  <a:pt x="15" y="1851"/>
                  <a:pt x="11" y="1842"/>
                </a:cubicBezTo>
                <a:cubicBezTo>
                  <a:pt x="7" y="1834"/>
                  <a:pt x="5" y="1824"/>
                  <a:pt x="3" y="1815"/>
                </a:cubicBezTo>
                <a:cubicBezTo>
                  <a:pt x="1" y="1806"/>
                  <a:pt x="0" y="1796"/>
                  <a:pt x="0" y="178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0" name=""/>
          <p:cNvSpPr/>
          <p:nvPr/>
        </p:nvSpPr>
        <p:spPr>
          <a:xfrm>
            <a:off x="757080" y="206208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7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4"/>
                  <a:pt x="29680" y="1834"/>
                  <a:pt x="29676" y="1842"/>
                </a:cubicBezTo>
                <a:cubicBezTo>
                  <a:pt x="29672" y="1851"/>
                  <a:pt x="29668" y="1860"/>
                  <a:pt x="29663" y="1868"/>
                </a:cubicBezTo>
                <a:cubicBezTo>
                  <a:pt x="29657" y="1875"/>
                  <a:pt x="29651" y="1883"/>
                  <a:pt x="29645" y="1890"/>
                </a:cubicBezTo>
                <a:cubicBezTo>
                  <a:pt x="29638" y="1896"/>
                  <a:pt x="29630" y="1902"/>
                  <a:pt x="29623" y="1908"/>
                </a:cubicBezTo>
                <a:cubicBezTo>
                  <a:pt x="29615" y="1913"/>
                  <a:pt x="29606" y="1917"/>
                  <a:pt x="29597" y="1921"/>
                </a:cubicBezTo>
                <a:cubicBezTo>
                  <a:pt x="29589" y="1925"/>
                  <a:pt x="29579" y="1928"/>
                  <a:pt x="29570" y="1929"/>
                </a:cubicBezTo>
                <a:cubicBezTo>
                  <a:pt x="29561" y="1931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1"/>
                  <a:pt x="117" y="1929"/>
                </a:cubicBezTo>
                <a:cubicBezTo>
                  <a:pt x="108" y="1928"/>
                  <a:pt x="99" y="1925"/>
                  <a:pt x="90" y="1921"/>
                </a:cubicBezTo>
                <a:cubicBezTo>
                  <a:pt x="81" y="1917"/>
                  <a:pt x="73" y="1913"/>
                  <a:pt x="65" y="1908"/>
                </a:cubicBezTo>
                <a:cubicBezTo>
                  <a:pt x="57" y="1902"/>
                  <a:pt x="49" y="1896"/>
                  <a:pt x="43" y="1890"/>
                </a:cubicBezTo>
                <a:cubicBezTo>
                  <a:pt x="36" y="1883"/>
                  <a:pt x="30" y="1875"/>
                  <a:pt x="24" y="1868"/>
                </a:cubicBezTo>
                <a:cubicBezTo>
                  <a:pt x="19" y="1860"/>
                  <a:pt x="15" y="1851"/>
                  <a:pt x="11" y="1842"/>
                </a:cubicBezTo>
                <a:cubicBezTo>
                  <a:pt x="7" y="1834"/>
                  <a:pt x="5" y="1824"/>
                  <a:pt x="3" y="1815"/>
                </a:cubicBezTo>
                <a:cubicBezTo>
                  <a:pt x="1" y="1806"/>
                  <a:pt x="0" y="1796"/>
                  <a:pt x="0" y="17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1" name=""/>
          <p:cNvSpPr/>
          <p:nvPr/>
        </p:nvSpPr>
        <p:spPr>
          <a:xfrm>
            <a:off x="757080" y="291924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7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1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3"/>
                  <a:pt x="29606" y="1918"/>
                  <a:pt x="29597" y="1921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2"/>
                  <a:pt x="117" y="1930"/>
                </a:cubicBezTo>
                <a:cubicBezTo>
                  <a:pt x="108" y="1928"/>
                  <a:pt x="99" y="1925"/>
                  <a:pt x="90" y="1921"/>
                </a:cubicBezTo>
                <a:cubicBezTo>
                  <a:pt x="81" y="1918"/>
                  <a:pt x="73" y="1913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1"/>
                  <a:pt x="11" y="1843"/>
                </a:cubicBezTo>
                <a:cubicBezTo>
                  <a:pt x="7" y="1834"/>
                  <a:pt x="5" y="1825"/>
                  <a:pt x="3" y="1815"/>
                </a:cubicBezTo>
                <a:cubicBezTo>
                  <a:pt x="1" y="1806"/>
                  <a:pt x="0" y="1796"/>
                  <a:pt x="0" y="178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2" name=""/>
          <p:cNvSpPr/>
          <p:nvPr/>
        </p:nvSpPr>
        <p:spPr>
          <a:xfrm>
            <a:off x="757080" y="2919240"/>
            <a:ext cx="10687320" cy="695520"/>
          </a:xfrm>
          <a:custGeom>
            <a:avLst/>
            <a:gdLst/>
            <a:ahLst/>
            <a:rect l="0" t="0" r="r" b="b"/>
            <a:pathLst>
              <a:path w="29687" h="1932">
                <a:moveTo>
                  <a:pt x="0" y="178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787"/>
                </a:lnTo>
                <a:cubicBezTo>
                  <a:pt x="29687" y="1796"/>
                  <a:pt x="29686" y="1806"/>
                  <a:pt x="29684" y="1815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1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3"/>
                  <a:pt x="29606" y="1918"/>
                  <a:pt x="29597" y="1921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2"/>
                  <a:pt x="29542" y="1932"/>
                </a:cubicBezTo>
                <a:lnTo>
                  <a:pt x="145" y="1932"/>
                </a:lnTo>
                <a:cubicBezTo>
                  <a:pt x="136" y="1932"/>
                  <a:pt x="126" y="1932"/>
                  <a:pt x="117" y="1930"/>
                </a:cubicBezTo>
                <a:cubicBezTo>
                  <a:pt x="108" y="1928"/>
                  <a:pt x="99" y="1925"/>
                  <a:pt x="90" y="1921"/>
                </a:cubicBezTo>
                <a:cubicBezTo>
                  <a:pt x="81" y="1918"/>
                  <a:pt x="73" y="1913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1"/>
                  <a:pt x="11" y="1843"/>
                </a:cubicBezTo>
                <a:cubicBezTo>
                  <a:pt x="7" y="1834"/>
                  <a:pt x="5" y="1825"/>
                  <a:pt x="3" y="1815"/>
                </a:cubicBezTo>
                <a:cubicBezTo>
                  <a:pt x="1" y="1806"/>
                  <a:pt x="0" y="1796"/>
                  <a:pt x="0" y="17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3" name=""/>
          <p:cNvSpPr/>
          <p:nvPr/>
        </p:nvSpPr>
        <p:spPr>
          <a:xfrm>
            <a:off x="757080" y="4271760"/>
            <a:ext cx="10687320" cy="695880"/>
          </a:xfrm>
          <a:custGeom>
            <a:avLst/>
            <a:gdLst/>
            <a:ahLst/>
            <a:rect l="0" t="0" r="r" b="b"/>
            <a:pathLst>
              <a:path w="29687" h="1933">
                <a:moveTo>
                  <a:pt x="0" y="17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787"/>
                </a:lnTo>
                <a:cubicBezTo>
                  <a:pt x="29687" y="1797"/>
                  <a:pt x="29686" y="1806"/>
                  <a:pt x="29684" y="1815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2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3"/>
                  <a:pt x="29606" y="1918"/>
                  <a:pt x="29597" y="1921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3"/>
                  <a:pt x="29542" y="1933"/>
                </a:cubicBezTo>
                <a:lnTo>
                  <a:pt x="145" y="1933"/>
                </a:lnTo>
                <a:cubicBezTo>
                  <a:pt x="136" y="1933"/>
                  <a:pt x="126" y="1932"/>
                  <a:pt x="117" y="1930"/>
                </a:cubicBezTo>
                <a:cubicBezTo>
                  <a:pt x="108" y="1928"/>
                  <a:pt x="99" y="1925"/>
                  <a:pt x="90" y="1921"/>
                </a:cubicBezTo>
                <a:cubicBezTo>
                  <a:pt x="81" y="1918"/>
                  <a:pt x="73" y="1913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2"/>
                  <a:pt x="11" y="1843"/>
                </a:cubicBezTo>
                <a:cubicBezTo>
                  <a:pt x="7" y="1834"/>
                  <a:pt x="5" y="1825"/>
                  <a:pt x="3" y="1815"/>
                </a:cubicBezTo>
                <a:cubicBezTo>
                  <a:pt x="1" y="1806"/>
                  <a:pt x="0" y="1797"/>
                  <a:pt x="0" y="178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4" name=""/>
          <p:cNvSpPr/>
          <p:nvPr/>
        </p:nvSpPr>
        <p:spPr>
          <a:xfrm>
            <a:off x="757080" y="4271760"/>
            <a:ext cx="10687320" cy="695880"/>
          </a:xfrm>
          <a:custGeom>
            <a:avLst/>
            <a:gdLst/>
            <a:ahLst/>
            <a:rect l="0" t="0" r="r" b="b"/>
            <a:pathLst>
              <a:path w="29687" h="1933">
                <a:moveTo>
                  <a:pt x="0" y="17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787"/>
                </a:lnTo>
                <a:cubicBezTo>
                  <a:pt x="29687" y="1797"/>
                  <a:pt x="29686" y="1806"/>
                  <a:pt x="29684" y="1815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2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3"/>
                  <a:pt x="29606" y="1918"/>
                  <a:pt x="29597" y="1921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3"/>
                  <a:pt x="29542" y="1933"/>
                </a:cubicBezTo>
                <a:lnTo>
                  <a:pt x="145" y="1933"/>
                </a:lnTo>
                <a:cubicBezTo>
                  <a:pt x="136" y="1933"/>
                  <a:pt x="126" y="1932"/>
                  <a:pt x="117" y="1930"/>
                </a:cubicBezTo>
                <a:cubicBezTo>
                  <a:pt x="108" y="1928"/>
                  <a:pt x="99" y="1925"/>
                  <a:pt x="90" y="1921"/>
                </a:cubicBezTo>
                <a:cubicBezTo>
                  <a:pt x="81" y="1918"/>
                  <a:pt x="73" y="1913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2"/>
                  <a:pt x="11" y="1843"/>
                </a:cubicBezTo>
                <a:cubicBezTo>
                  <a:pt x="7" y="1834"/>
                  <a:pt x="5" y="1825"/>
                  <a:pt x="3" y="1815"/>
                </a:cubicBezTo>
                <a:cubicBezTo>
                  <a:pt x="1" y="1806"/>
                  <a:pt x="0" y="1797"/>
                  <a:pt x="0" y="17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5" name=""/>
          <p:cNvSpPr/>
          <p:nvPr/>
        </p:nvSpPr>
        <p:spPr>
          <a:xfrm>
            <a:off x="757080" y="5128920"/>
            <a:ext cx="10687320" cy="695880"/>
          </a:xfrm>
          <a:custGeom>
            <a:avLst/>
            <a:gdLst/>
            <a:ahLst/>
            <a:rect l="0" t="0" r="r" b="b"/>
            <a:pathLst>
              <a:path w="29687" h="1933">
                <a:moveTo>
                  <a:pt x="0" y="17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787"/>
                </a:lnTo>
                <a:cubicBezTo>
                  <a:pt x="29687" y="1797"/>
                  <a:pt x="29686" y="1806"/>
                  <a:pt x="29684" y="1816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2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4"/>
                  <a:pt x="29606" y="1918"/>
                  <a:pt x="29597" y="1922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3"/>
                  <a:pt x="29542" y="1933"/>
                </a:cubicBezTo>
                <a:lnTo>
                  <a:pt x="145" y="1933"/>
                </a:lnTo>
                <a:cubicBezTo>
                  <a:pt x="136" y="1933"/>
                  <a:pt x="126" y="1932"/>
                  <a:pt x="117" y="1930"/>
                </a:cubicBezTo>
                <a:cubicBezTo>
                  <a:pt x="108" y="1928"/>
                  <a:pt x="99" y="1925"/>
                  <a:pt x="90" y="1922"/>
                </a:cubicBezTo>
                <a:cubicBezTo>
                  <a:pt x="81" y="1918"/>
                  <a:pt x="73" y="1914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2"/>
                  <a:pt x="11" y="1843"/>
                </a:cubicBezTo>
                <a:cubicBezTo>
                  <a:pt x="7" y="1834"/>
                  <a:pt x="5" y="1825"/>
                  <a:pt x="3" y="1816"/>
                </a:cubicBezTo>
                <a:cubicBezTo>
                  <a:pt x="1" y="1806"/>
                  <a:pt x="0" y="1797"/>
                  <a:pt x="0" y="178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6" name=""/>
          <p:cNvSpPr/>
          <p:nvPr/>
        </p:nvSpPr>
        <p:spPr>
          <a:xfrm>
            <a:off x="757080" y="5128920"/>
            <a:ext cx="10687320" cy="695880"/>
          </a:xfrm>
          <a:custGeom>
            <a:avLst/>
            <a:gdLst/>
            <a:ahLst/>
            <a:rect l="0" t="0" r="r" b="b"/>
            <a:pathLst>
              <a:path w="29687" h="1933">
                <a:moveTo>
                  <a:pt x="0" y="17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787"/>
                </a:lnTo>
                <a:cubicBezTo>
                  <a:pt x="29687" y="1797"/>
                  <a:pt x="29686" y="1806"/>
                  <a:pt x="29684" y="1816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2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4"/>
                  <a:pt x="29606" y="1918"/>
                  <a:pt x="29597" y="1922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3"/>
                  <a:pt x="29542" y="1933"/>
                </a:cubicBezTo>
                <a:lnTo>
                  <a:pt x="145" y="1933"/>
                </a:lnTo>
                <a:cubicBezTo>
                  <a:pt x="136" y="1933"/>
                  <a:pt x="126" y="1932"/>
                  <a:pt x="117" y="1930"/>
                </a:cubicBezTo>
                <a:cubicBezTo>
                  <a:pt x="108" y="1928"/>
                  <a:pt x="99" y="1925"/>
                  <a:pt x="90" y="1922"/>
                </a:cubicBezTo>
                <a:cubicBezTo>
                  <a:pt x="81" y="1918"/>
                  <a:pt x="73" y="1914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2"/>
                  <a:pt x="11" y="1843"/>
                </a:cubicBezTo>
                <a:cubicBezTo>
                  <a:pt x="7" y="1834"/>
                  <a:pt x="5" y="1825"/>
                  <a:pt x="3" y="1816"/>
                </a:cubicBezTo>
                <a:cubicBezTo>
                  <a:pt x="1" y="1806"/>
                  <a:pt x="0" y="1797"/>
                  <a:pt x="0" y="17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47720" y="1009080"/>
            <a:ext cx="119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4. AI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889280" y="1028520"/>
            <a:ext cx="1242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を起動する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47720" y="1631160"/>
            <a:ext cx="6163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Codex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914400" y="2241720"/>
            <a:ext cx="4264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C:\Users\username\work\my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914400" y="2432520"/>
            <a:ext cx="444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codex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914400" y="3099240"/>
            <a:ext cx="3375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/c/Users/username/work/my-first-app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914400" y="3289680"/>
            <a:ext cx="444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codex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747720" y="3831480"/>
            <a:ext cx="12290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Claude Code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914400" y="4451760"/>
            <a:ext cx="4264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C:\Users\username\work\my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914400" y="4642200"/>
            <a:ext cx="533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claude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914400" y="5308920"/>
            <a:ext cx="3375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/c/Users/username/work/my-first-app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914400" y="5499360"/>
            <a:ext cx="533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claude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47720" y="191412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5.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577520" y="193356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最初は実装させない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47720" y="249552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最初の⼊⼒でやらせることは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3220560" y="2480400"/>
            <a:ext cx="207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5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427560" y="249552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つです。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8" name=""/>
          <p:cNvSpPr/>
          <p:nvPr/>
        </p:nvSpPr>
        <p:spPr>
          <a:xfrm>
            <a:off x="1133280" y="2914560"/>
            <a:ext cx="4591440" cy="285840"/>
          </a:xfrm>
          <a:custGeom>
            <a:avLst/>
            <a:gdLst/>
            <a:ahLst/>
            <a:rect l="0" t="0" r="r" b="b"/>
            <a:pathLst>
              <a:path w="12754" h="794">
                <a:moveTo>
                  <a:pt x="0" y="636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595" y="0"/>
                </a:lnTo>
                <a:cubicBezTo>
                  <a:pt x="12606" y="0"/>
                  <a:pt x="12616" y="1"/>
                  <a:pt x="12626" y="3"/>
                </a:cubicBezTo>
                <a:cubicBezTo>
                  <a:pt x="12636" y="5"/>
                  <a:pt x="12646" y="8"/>
                  <a:pt x="12656" y="12"/>
                </a:cubicBezTo>
                <a:cubicBezTo>
                  <a:pt x="12666" y="16"/>
                  <a:pt x="12675" y="21"/>
                  <a:pt x="12683" y="27"/>
                </a:cubicBezTo>
                <a:cubicBezTo>
                  <a:pt x="12692" y="32"/>
                  <a:pt x="12700" y="39"/>
                  <a:pt x="12707" y="46"/>
                </a:cubicBezTo>
                <a:cubicBezTo>
                  <a:pt x="12715" y="54"/>
                  <a:pt x="12721" y="62"/>
                  <a:pt x="12727" y="70"/>
                </a:cubicBezTo>
                <a:cubicBezTo>
                  <a:pt x="12733" y="79"/>
                  <a:pt x="12738" y="88"/>
                  <a:pt x="12742" y="98"/>
                </a:cubicBezTo>
                <a:cubicBezTo>
                  <a:pt x="12746" y="107"/>
                  <a:pt x="12749" y="117"/>
                  <a:pt x="12751" y="128"/>
                </a:cubicBezTo>
                <a:cubicBezTo>
                  <a:pt x="12753" y="138"/>
                  <a:pt x="12754" y="148"/>
                  <a:pt x="12754" y="158"/>
                </a:cubicBezTo>
                <a:lnTo>
                  <a:pt x="12754" y="636"/>
                </a:lnTo>
                <a:cubicBezTo>
                  <a:pt x="12754" y="646"/>
                  <a:pt x="12753" y="656"/>
                  <a:pt x="12751" y="667"/>
                </a:cubicBezTo>
                <a:cubicBezTo>
                  <a:pt x="12749" y="677"/>
                  <a:pt x="12746" y="687"/>
                  <a:pt x="12742" y="696"/>
                </a:cubicBezTo>
                <a:cubicBezTo>
                  <a:pt x="12738" y="706"/>
                  <a:pt x="12733" y="715"/>
                  <a:pt x="12727" y="724"/>
                </a:cubicBezTo>
                <a:cubicBezTo>
                  <a:pt x="12721" y="733"/>
                  <a:pt x="12715" y="741"/>
                  <a:pt x="12707" y="748"/>
                </a:cubicBezTo>
                <a:cubicBezTo>
                  <a:pt x="12700" y="755"/>
                  <a:pt x="12692" y="762"/>
                  <a:pt x="12683" y="768"/>
                </a:cubicBezTo>
                <a:cubicBezTo>
                  <a:pt x="12675" y="774"/>
                  <a:pt x="12666" y="778"/>
                  <a:pt x="12656" y="782"/>
                </a:cubicBezTo>
                <a:cubicBezTo>
                  <a:pt x="12646" y="786"/>
                  <a:pt x="12636" y="789"/>
                  <a:pt x="12626" y="791"/>
                </a:cubicBezTo>
                <a:cubicBezTo>
                  <a:pt x="12616" y="793"/>
                  <a:pt x="12606" y="794"/>
                  <a:pt x="12595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6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932400" y="290916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197000" y="298332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799720" y="295560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371560" y="298332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722560" y="2909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774760" y="292428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を読む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32400" y="324252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128600" y="325764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その内容を参考に、今回の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408840" y="324252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4101480" y="325764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の開発要件を決める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932400" y="356652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128600" y="358128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決めた内容を反映して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1" name=""/>
          <p:cNvSpPr/>
          <p:nvPr/>
        </p:nvSpPr>
        <p:spPr>
          <a:xfrm>
            <a:off x="3076560" y="3581280"/>
            <a:ext cx="4600800" cy="276480"/>
          </a:xfrm>
          <a:custGeom>
            <a:avLst/>
            <a:gdLst/>
            <a:ahLst/>
            <a:rect l="0" t="0" r="r" b="b"/>
            <a:pathLst>
              <a:path w="12780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2621" y="0"/>
                </a:lnTo>
                <a:cubicBezTo>
                  <a:pt x="12632" y="0"/>
                  <a:pt x="12642" y="1"/>
                  <a:pt x="12652" y="3"/>
                </a:cubicBezTo>
                <a:cubicBezTo>
                  <a:pt x="12662" y="5"/>
                  <a:pt x="12672" y="8"/>
                  <a:pt x="12682" y="12"/>
                </a:cubicBezTo>
                <a:cubicBezTo>
                  <a:pt x="12692" y="16"/>
                  <a:pt x="12701" y="21"/>
                  <a:pt x="12709" y="27"/>
                </a:cubicBezTo>
                <a:cubicBezTo>
                  <a:pt x="12718" y="32"/>
                  <a:pt x="12726" y="39"/>
                  <a:pt x="12733" y="46"/>
                </a:cubicBezTo>
                <a:cubicBezTo>
                  <a:pt x="12741" y="54"/>
                  <a:pt x="12747" y="62"/>
                  <a:pt x="12753" y="70"/>
                </a:cubicBezTo>
                <a:cubicBezTo>
                  <a:pt x="12759" y="79"/>
                  <a:pt x="12764" y="88"/>
                  <a:pt x="12768" y="98"/>
                </a:cubicBezTo>
                <a:cubicBezTo>
                  <a:pt x="12772" y="107"/>
                  <a:pt x="12775" y="117"/>
                  <a:pt x="12777" y="128"/>
                </a:cubicBezTo>
                <a:cubicBezTo>
                  <a:pt x="12779" y="138"/>
                  <a:pt x="12780" y="148"/>
                  <a:pt x="12780" y="159"/>
                </a:cubicBezTo>
                <a:lnTo>
                  <a:pt x="12780" y="609"/>
                </a:lnTo>
                <a:cubicBezTo>
                  <a:pt x="12780" y="620"/>
                  <a:pt x="12779" y="630"/>
                  <a:pt x="12777" y="640"/>
                </a:cubicBezTo>
                <a:cubicBezTo>
                  <a:pt x="12775" y="651"/>
                  <a:pt x="12772" y="660"/>
                  <a:pt x="12768" y="670"/>
                </a:cubicBezTo>
                <a:cubicBezTo>
                  <a:pt x="12764" y="680"/>
                  <a:pt x="12759" y="689"/>
                  <a:pt x="12753" y="698"/>
                </a:cubicBezTo>
                <a:cubicBezTo>
                  <a:pt x="12747" y="706"/>
                  <a:pt x="12741" y="714"/>
                  <a:pt x="12733" y="722"/>
                </a:cubicBezTo>
                <a:cubicBezTo>
                  <a:pt x="12726" y="729"/>
                  <a:pt x="12718" y="736"/>
                  <a:pt x="12709" y="741"/>
                </a:cubicBezTo>
                <a:cubicBezTo>
                  <a:pt x="12701" y="747"/>
                  <a:pt x="12692" y="752"/>
                  <a:pt x="12682" y="756"/>
                </a:cubicBezTo>
                <a:cubicBezTo>
                  <a:pt x="12672" y="760"/>
                  <a:pt x="12662" y="763"/>
                  <a:pt x="12652" y="765"/>
                </a:cubicBezTo>
                <a:cubicBezTo>
                  <a:pt x="12642" y="767"/>
                  <a:pt x="12632" y="768"/>
                  <a:pt x="12621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1" y="736"/>
                  <a:pt x="53" y="729"/>
                  <a:pt x="46" y="722"/>
                </a:cubicBezTo>
                <a:cubicBezTo>
                  <a:pt x="39" y="714"/>
                  <a:pt x="32" y="706"/>
                  <a:pt x="26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3027960" y="3566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148920" y="365004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751280" y="362232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323120" y="365004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674480" y="3566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726680" y="358128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を修正する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932400" y="389988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128600" y="3914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必要な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700280" y="3899880"/>
            <a:ext cx="41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2118600" y="3914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を選ぶ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2" name=""/>
          <p:cNvSpPr/>
          <p:nvPr/>
        </p:nvSpPr>
        <p:spPr>
          <a:xfrm>
            <a:off x="1133280" y="4238280"/>
            <a:ext cx="790920" cy="276840"/>
          </a:xfrm>
          <a:custGeom>
            <a:avLst/>
            <a:gdLst/>
            <a:ahLst/>
            <a:rect l="0" t="0" r="r" b="b"/>
            <a:pathLst>
              <a:path w="2197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60" y="0"/>
                </a:cubicBezTo>
                <a:lnTo>
                  <a:pt x="2038" y="0"/>
                </a:lnTo>
                <a:cubicBezTo>
                  <a:pt x="2049" y="0"/>
                  <a:pt x="2059" y="1"/>
                  <a:pt x="2069" y="4"/>
                </a:cubicBezTo>
                <a:cubicBezTo>
                  <a:pt x="2080" y="6"/>
                  <a:pt x="2089" y="9"/>
                  <a:pt x="2099" y="13"/>
                </a:cubicBezTo>
                <a:cubicBezTo>
                  <a:pt x="2109" y="17"/>
                  <a:pt x="2118" y="21"/>
                  <a:pt x="2127" y="27"/>
                </a:cubicBezTo>
                <a:cubicBezTo>
                  <a:pt x="2135" y="33"/>
                  <a:pt x="2143" y="40"/>
                  <a:pt x="2151" y="47"/>
                </a:cubicBezTo>
                <a:cubicBezTo>
                  <a:pt x="2158" y="54"/>
                  <a:pt x="2165" y="62"/>
                  <a:pt x="2170" y="71"/>
                </a:cubicBezTo>
                <a:cubicBezTo>
                  <a:pt x="2176" y="80"/>
                  <a:pt x="2181" y="89"/>
                  <a:pt x="2185" y="98"/>
                </a:cubicBezTo>
                <a:cubicBezTo>
                  <a:pt x="2189" y="108"/>
                  <a:pt x="2192" y="119"/>
                  <a:pt x="2194" y="129"/>
                </a:cubicBezTo>
                <a:cubicBezTo>
                  <a:pt x="2196" y="139"/>
                  <a:pt x="2197" y="150"/>
                  <a:pt x="2197" y="160"/>
                </a:cubicBezTo>
                <a:lnTo>
                  <a:pt x="2197" y="610"/>
                </a:lnTo>
                <a:cubicBezTo>
                  <a:pt x="2197" y="620"/>
                  <a:pt x="2196" y="631"/>
                  <a:pt x="2194" y="641"/>
                </a:cubicBezTo>
                <a:cubicBezTo>
                  <a:pt x="2192" y="651"/>
                  <a:pt x="2189" y="661"/>
                  <a:pt x="2185" y="671"/>
                </a:cubicBezTo>
                <a:cubicBezTo>
                  <a:pt x="2181" y="680"/>
                  <a:pt x="2176" y="690"/>
                  <a:pt x="2170" y="698"/>
                </a:cubicBezTo>
                <a:cubicBezTo>
                  <a:pt x="2165" y="707"/>
                  <a:pt x="2158" y="715"/>
                  <a:pt x="2151" y="722"/>
                </a:cubicBezTo>
                <a:cubicBezTo>
                  <a:pt x="2143" y="730"/>
                  <a:pt x="2135" y="736"/>
                  <a:pt x="2127" y="742"/>
                </a:cubicBezTo>
                <a:cubicBezTo>
                  <a:pt x="2118" y="748"/>
                  <a:pt x="2109" y="753"/>
                  <a:pt x="2099" y="757"/>
                </a:cubicBezTo>
                <a:cubicBezTo>
                  <a:pt x="2089" y="761"/>
                  <a:pt x="2080" y="764"/>
                  <a:pt x="2069" y="766"/>
                </a:cubicBezTo>
                <a:cubicBezTo>
                  <a:pt x="2059" y="768"/>
                  <a:pt x="2049" y="769"/>
                  <a:pt x="2038" y="769"/>
                </a:cubicBezTo>
                <a:lnTo>
                  <a:pt x="160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932400" y="422352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197000" y="430740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925640" y="4223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977840" y="42386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7" name=""/>
          <p:cNvSpPr/>
          <p:nvPr/>
        </p:nvSpPr>
        <p:spPr>
          <a:xfrm>
            <a:off x="2219040" y="4238280"/>
            <a:ext cx="1362600" cy="276840"/>
          </a:xfrm>
          <a:custGeom>
            <a:avLst/>
            <a:gdLst/>
            <a:ahLst/>
            <a:rect l="0" t="0" r="r" b="b"/>
            <a:pathLst>
              <a:path w="3785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3626" y="0"/>
                </a:lnTo>
                <a:cubicBezTo>
                  <a:pt x="3637" y="0"/>
                  <a:pt x="3647" y="1"/>
                  <a:pt x="3657" y="4"/>
                </a:cubicBezTo>
                <a:cubicBezTo>
                  <a:pt x="3667" y="6"/>
                  <a:pt x="3677" y="9"/>
                  <a:pt x="3687" y="13"/>
                </a:cubicBezTo>
                <a:cubicBezTo>
                  <a:pt x="3696" y="17"/>
                  <a:pt x="3706" y="21"/>
                  <a:pt x="3714" y="27"/>
                </a:cubicBezTo>
                <a:cubicBezTo>
                  <a:pt x="3723" y="33"/>
                  <a:pt x="3731" y="40"/>
                  <a:pt x="3738" y="47"/>
                </a:cubicBezTo>
                <a:cubicBezTo>
                  <a:pt x="3746" y="54"/>
                  <a:pt x="3752" y="62"/>
                  <a:pt x="3758" y="71"/>
                </a:cubicBezTo>
                <a:cubicBezTo>
                  <a:pt x="3764" y="80"/>
                  <a:pt x="3769" y="89"/>
                  <a:pt x="3773" y="98"/>
                </a:cubicBezTo>
                <a:cubicBezTo>
                  <a:pt x="3777" y="108"/>
                  <a:pt x="3780" y="119"/>
                  <a:pt x="3782" y="129"/>
                </a:cubicBezTo>
                <a:cubicBezTo>
                  <a:pt x="3784" y="139"/>
                  <a:pt x="3785" y="150"/>
                  <a:pt x="3785" y="160"/>
                </a:cubicBezTo>
                <a:lnTo>
                  <a:pt x="3785" y="610"/>
                </a:lnTo>
                <a:cubicBezTo>
                  <a:pt x="3785" y="620"/>
                  <a:pt x="3784" y="631"/>
                  <a:pt x="3782" y="641"/>
                </a:cubicBezTo>
                <a:cubicBezTo>
                  <a:pt x="3780" y="651"/>
                  <a:pt x="3777" y="661"/>
                  <a:pt x="3773" y="671"/>
                </a:cubicBezTo>
                <a:cubicBezTo>
                  <a:pt x="3769" y="680"/>
                  <a:pt x="3764" y="690"/>
                  <a:pt x="3758" y="698"/>
                </a:cubicBezTo>
                <a:cubicBezTo>
                  <a:pt x="3752" y="707"/>
                  <a:pt x="3746" y="715"/>
                  <a:pt x="3738" y="722"/>
                </a:cubicBezTo>
                <a:cubicBezTo>
                  <a:pt x="3731" y="730"/>
                  <a:pt x="3723" y="736"/>
                  <a:pt x="3714" y="742"/>
                </a:cubicBezTo>
                <a:cubicBezTo>
                  <a:pt x="3706" y="748"/>
                  <a:pt x="3696" y="753"/>
                  <a:pt x="3687" y="757"/>
                </a:cubicBezTo>
                <a:cubicBezTo>
                  <a:pt x="3677" y="761"/>
                  <a:pt x="3667" y="764"/>
                  <a:pt x="3657" y="766"/>
                </a:cubicBezTo>
                <a:cubicBezTo>
                  <a:pt x="3647" y="768"/>
                  <a:pt x="3637" y="769"/>
                  <a:pt x="3626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9" y="753"/>
                  <a:pt x="80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168280" y="4223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288880" y="430740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tasks/plan.md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3582720" y="4223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3634920" y="42386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2" name=""/>
          <p:cNvSpPr/>
          <p:nvPr/>
        </p:nvSpPr>
        <p:spPr>
          <a:xfrm>
            <a:off x="3876480" y="4238280"/>
            <a:ext cx="1362600" cy="276840"/>
          </a:xfrm>
          <a:custGeom>
            <a:avLst/>
            <a:gdLst/>
            <a:ahLst/>
            <a:rect l="0" t="0" r="r" b="b"/>
            <a:pathLst>
              <a:path w="3785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7" y="1"/>
                  <a:pt x="3657" y="4"/>
                </a:cubicBezTo>
                <a:cubicBezTo>
                  <a:pt x="3667" y="6"/>
                  <a:pt x="3677" y="9"/>
                  <a:pt x="3687" y="13"/>
                </a:cubicBezTo>
                <a:cubicBezTo>
                  <a:pt x="3696" y="17"/>
                  <a:pt x="3705" y="21"/>
                  <a:pt x="3714" y="27"/>
                </a:cubicBezTo>
                <a:cubicBezTo>
                  <a:pt x="3723" y="33"/>
                  <a:pt x="3731" y="40"/>
                  <a:pt x="3738" y="47"/>
                </a:cubicBezTo>
                <a:cubicBezTo>
                  <a:pt x="3745" y="54"/>
                  <a:pt x="3752" y="62"/>
                  <a:pt x="3758" y="71"/>
                </a:cubicBezTo>
                <a:cubicBezTo>
                  <a:pt x="3764" y="80"/>
                  <a:pt x="3769" y="89"/>
                  <a:pt x="3772" y="98"/>
                </a:cubicBezTo>
                <a:cubicBezTo>
                  <a:pt x="3776" y="108"/>
                  <a:pt x="3779" y="119"/>
                  <a:pt x="3782" y="129"/>
                </a:cubicBezTo>
                <a:cubicBezTo>
                  <a:pt x="3784" y="139"/>
                  <a:pt x="3785" y="150"/>
                  <a:pt x="3785" y="160"/>
                </a:cubicBezTo>
                <a:lnTo>
                  <a:pt x="3785" y="610"/>
                </a:lnTo>
                <a:cubicBezTo>
                  <a:pt x="3785" y="620"/>
                  <a:pt x="3784" y="631"/>
                  <a:pt x="3782" y="641"/>
                </a:cubicBezTo>
                <a:cubicBezTo>
                  <a:pt x="3779" y="651"/>
                  <a:pt x="3776" y="661"/>
                  <a:pt x="3772" y="671"/>
                </a:cubicBezTo>
                <a:cubicBezTo>
                  <a:pt x="3769" y="680"/>
                  <a:pt x="3764" y="690"/>
                  <a:pt x="3758" y="698"/>
                </a:cubicBezTo>
                <a:cubicBezTo>
                  <a:pt x="3752" y="707"/>
                  <a:pt x="3745" y="715"/>
                  <a:pt x="3738" y="722"/>
                </a:cubicBezTo>
                <a:cubicBezTo>
                  <a:pt x="3731" y="730"/>
                  <a:pt x="3723" y="736"/>
                  <a:pt x="3714" y="742"/>
                </a:cubicBezTo>
                <a:cubicBezTo>
                  <a:pt x="3705" y="748"/>
                  <a:pt x="3696" y="753"/>
                  <a:pt x="3687" y="757"/>
                </a:cubicBezTo>
                <a:cubicBezTo>
                  <a:pt x="3677" y="761"/>
                  <a:pt x="3667" y="764"/>
                  <a:pt x="3657" y="766"/>
                </a:cubicBezTo>
                <a:cubicBezTo>
                  <a:pt x="3647" y="768"/>
                  <a:pt x="3636" y="769"/>
                  <a:pt x="3626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3825720" y="4223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946320" y="430740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tasks/todo.md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240160" y="4223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292360" y="4238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47720" y="4676760"/>
            <a:ext cx="3048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まだコード実装は始めさせません。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2" name=""/>
          <p:cNvSpPr/>
          <p:nvPr/>
        </p:nvSpPr>
        <p:spPr>
          <a:xfrm>
            <a:off x="757080" y="2233440"/>
            <a:ext cx="10687320" cy="2924640"/>
          </a:xfrm>
          <a:custGeom>
            <a:avLst/>
            <a:gdLst/>
            <a:ahLst/>
            <a:rect l="0" t="0" r="r" b="b"/>
            <a:pathLst>
              <a:path w="29687" h="8124">
                <a:moveTo>
                  <a:pt x="0" y="797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978"/>
                </a:lnTo>
                <a:cubicBezTo>
                  <a:pt x="29687" y="7988"/>
                  <a:pt x="29686" y="7997"/>
                  <a:pt x="29684" y="8007"/>
                </a:cubicBezTo>
                <a:cubicBezTo>
                  <a:pt x="29683" y="8016"/>
                  <a:pt x="29680" y="8025"/>
                  <a:pt x="29676" y="8034"/>
                </a:cubicBezTo>
                <a:cubicBezTo>
                  <a:pt x="29672" y="8043"/>
                  <a:pt x="29668" y="8051"/>
                  <a:pt x="29663" y="8059"/>
                </a:cubicBezTo>
                <a:cubicBezTo>
                  <a:pt x="29657" y="8067"/>
                  <a:pt x="29651" y="8074"/>
                  <a:pt x="29645" y="8081"/>
                </a:cubicBezTo>
                <a:cubicBezTo>
                  <a:pt x="29638" y="8088"/>
                  <a:pt x="29630" y="8094"/>
                  <a:pt x="29623" y="8099"/>
                </a:cubicBezTo>
                <a:cubicBezTo>
                  <a:pt x="29615" y="8104"/>
                  <a:pt x="29606" y="8109"/>
                  <a:pt x="29597" y="8113"/>
                </a:cubicBezTo>
                <a:cubicBezTo>
                  <a:pt x="29589" y="8116"/>
                  <a:pt x="29579" y="8119"/>
                  <a:pt x="29570" y="8121"/>
                </a:cubicBezTo>
                <a:cubicBezTo>
                  <a:pt x="29561" y="8123"/>
                  <a:pt x="29551" y="8124"/>
                  <a:pt x="29542" y="8124"/>
                </a:cubicBezTo>
                <a:lnTo>
                  <a:pt x="145" y="8124"/>
                </a:lnTo>
                <a:cubicBezTo>
                  <a:pt x="136" y="8124"/>
                  <a:pt x="126" y="8123"/>
                  <a:pt x="117" y="8121"/>
                </a:cubicBezTo>
                <a:cubicBezTo>
                  <a:pt x="108" y="8119"/>
                  <a:pt x="99" y="8116"/>
                  <a:pt x="90" y="8113"/>
                </a:cubicBezTo>
                <a:cubicBezTo>
                  <a:pt x="81" y="8109"/>
                  <a:pt x="73" y="8104"/>
                  <a:pt x="65" y="8099"/>
                </a:cubicBezTo>
                <a:cubicBezTo>
                  <a:pt x="57" y="8094"/>
                  <a:pt x="49" y="8088"/>
                  <a:pt x="43" y="8081"/>
                </a:cubicBezTo>
                <a:cubicBezTo>
                  <a:pt x="36" y="8074"/>
                  <a:pt x="30" y="8067"/>
                  <a:pt x="24" y="8059"/>
                </a:cubicBezTo>
                <a:cubicBezTo>
                  <a:pt x="19" y="8051"/>
                  <a:pt x="15" y="8043"/>
                  <a:pt x="11" y="8034"/>
                </a:cubicBezTo>
                <a:cubicBezTo>
                  <a:pt x="7" y="8025"/>
                  <a:pt x="5" y="8016"/>
                  <a:pt x="3" y="8007"/>
                </a:cubicBezTo>
                <a:cubicBezTo>
                  <a:pt x="1" y="7997"/>
                  <a:pt x="0" y="7988"/>
                  <a:pt x="0" y="7978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3" name=""/>
          <p:cNvSpPr/>
          <p:nvPr/>
        </p:nvSpPr>
        <p:spPr>
          <a:xfrm>
            <a:off x="757080" y="2233440"/>
            <a:ext cx="10687320" cy="2924640"/>
          </a:xfrm>
          <a:custGeom>
            <a:avLst/>
            <a:gdLst/>
            <a:ahLst/>
            <a:rect l="0" t="0" r="r" b="b"/>
            <a:pathLst>
              <a:path w="29687" h="8124">
                <a:moveTo>
                  <a:pt x="0" y="797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978"/>
                </a:lnTo>
                <a:cubicBezTo>
                  <a:pt x="29687" y="7988"/>
                  <a:pt x="29686" y="7997"/>
                  <a:pt x="29684" y="8007"/>
                </a:cubicBezTo>
                <a:cubicBezTo>
                  <a:pt x="29683" y="8016"/>
                  <a:pt x="29680" y="8025"/>
                  <a:pt x="29676" y="8034"/>
                </a:cubicBezTo>
                <a:cubicBezTo>
                  <a:pt x="29672" y="8043"/>
                  <a:pt x="29668" y="8051"/>
                  <a:pt x="29663" y="8059"/>
                </a:cubicBezTo>
                <a:cubicBezTo>
                  <a:pt x="29657" y="8067"/>
                  <a:pt x="29651" y="8074"/>
                  <a:pt x="29645" y="8081"/>
                </a:cubicBezTo>
                <a:cubicBezTo>
                  <a:pt x="29638" y="8088"/>
                  <a:pt x="29630" y="8094"/>
                  <a:pt x="29623" y="8099"/>
                </a:cubicBezTo>
                <a:cubicBezTo>
                  <a:pt x="29615" y="8104"/>
                  <a:pt x="29606" y="8109"/>
                  <a:pt x="29597" y="8113"/>
                </a:cubicBezTo>
                <a:cubicBezTo>
                  <a:pt x="29589" y="8116"/>
                  <a:pt x="29579" y="8119"/>
                  <a:pt x="29570" y="8121"/>
                </a:cubicBezTo>
                <a:cubicBezTo>
                  <a:pt x="29561" y="8123"/>
                  <a:pt x="29551" y="8124"/>
                  <a:pt x="29542" y="8124"/>
                </a:cubicBezTo>
                <a:lnTo>
                  <a:pt x="145" y="8124"/>
                </a:lnTo>
                <a:cubicBezTo>
                  <a:pt x="136" y="8124"/>
                  <a:pt x="126" y="8123"/>
                  <a:pt x="117" y="8121"/>
                </a:cubicBezTo>
                <a:cubicBezTo>
                  <a:pt x="108" y="8119"/>
                  <a:pt x="99" y="8116"/>
                  <a:pt x="90" y="8113"/>
                </a:cubicBezTo>
                <a:cubicBezTo>
                  <a:pt x="81" y="8109"/>
                  <a:pt x="73" y="8104"/>
                  <a:pt x="65" y="8099"/>
                </a:cubicBezTo>
                <a:cubicBezTo>
                  <a:pt x="57" y="8094"/>
                  <a:pt x="49" y="8088"/>
                  <a:pt x="43" y="8081"/>
                </a:cubicBezTo>
                <a:cubicBezTo>
                  <a:pt x="36" y="8074"/>
                  <a:pt x="30" y="8067"/>
                  <a:pt x="24" y="8059"/>
                </a:cubicBezTo>
                <a:cubicBezTo>
                  <a:pt x="19" y="8051"/>
                  <a:pt x="15" y="8043"/>
                  <a:pt x="11" y="8034"/>
                </a:cubicBezTo>
                <a:cubicBezTo>
                  <a:pt x="7" y="8025"/>
                  <a:pt x="5" y="8016"/>
                  <a:pt x="3" y="8007"/>
                </a:cubicBezTo>
                <a:cubicBezTo>
                  <a:pt x="1" y="7997"/>
                  <a:pt x="0" y="7988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747720" y="167580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5.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577520" y="1695600"/>
            <a:ext cx="1491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最初の⼊⼒⽂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914400" y="238716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この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238400" y="241344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project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2039400" y="238716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では、利用可能な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3335040" y="2413440"/>
            <a:ext cx="711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skills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4047120" y="2387160"/>
            <a:ext cx="2746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を使いながら開発を進めてください。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914400" y="2758680"/>
            <a:ext cx="2746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まず次のファイルを読んでください。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914400" y="2975400"/>
            <a:ext cx="1688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2606040" y="294912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5034960" y="297540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914400" y="3320640"/>
            <a:ext cx="3231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作業の進め方は次の条件に従ってください。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914400" y="3527640"/>
            <a:ext cx="1688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606040" y="350136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5034960" y="352764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5391000" y="3501360"/>
            <a:ext cx="161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を参考にして、今回の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010280" y="352764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project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811280" y="350136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の開発要件を決める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14400" y="37184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092600" y="369216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決めた開発要件を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2387880" y="3718440"/>
            <a:ext cx="1599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990240" y="369216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6419160" y="371844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775200" y="369216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に反映して修正する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914400" y="389916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092600" y="3872880"/>
            <a:ext cx="1939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最初はいきなり実装しない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914400" y="408960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092600" y="406368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まず仕様を整理して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2549880" y="408960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SPEC.md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350880" y="406368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を作る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14400" y="427068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092600" y="424440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次に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416240" y="427068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tasks/plan.md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2751840" y="4244400"/>
            <a:ext cx="16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2913480" y="427068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tasks/todo.md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4249080" y="424440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を作る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914400" y="44611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092600" y="4434840"/>
            <a:ext cx="4039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タスクは大きすぎる単位にせず、縦切りで小さく分ける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914400" y="465156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092600" y="462564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最初の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578240" y="465156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3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845360" y="4625640"/>
            <a:ext cx="1939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タスクは特に小さく分ける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914400" y="48326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092600" y="480636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どの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416240" y="4832640"/>
            <a:ext cx="622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skill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039400" y="480636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を使うかも明示する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4" name=""/>
          <p:cNvSpPr/>
          <p:nvPr/>
        </p:nvSpPr>
        <p:spPr>
          <a:xfrm>
            <a:off x="757080" y="2890800"/>
            <a:ext cx="10687320" cy="1619640"/>
          </a:xfrm>
          <a:custGeom>
            <a:avLst/>
            <a:gdLst/>
            <a:ahLst/>
            <a:rect l="0" t="0" r="r" b="b"/>
            <a:pathLst>
              <a:path w="29687" h="4499">
                <a:moveTo>
                  <a:pt x="0" y="43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353"/>
                </a:lnTo>
                <a:cubicBezTo>
                  <a:pt x="29687" y="4363"/>
                  <a:pt x="29686" y="4372"/>
                  <a:pt x="29684" y="4381"/>
                </a:cubicBezTo>
                <a:cubicBezTo>
                  <a:pt x="29683" y="4391"/>
                  <a:pt x="29680" y="4400"/>
                  <a:pt x="29676" y="4409"/>
                </a:cubicBezTo>
                <a:cubicBezTo>
                  <a:pt x="29672" y="4418"/>
                  <a:pt x="29668" y="4426"/>
                  <a:pt x="29663" y="4434"/>
                </a:cubicBezTo>
                <a:cubicBezTo>
                  <a:pt x="29657" y="4442"/>
                  <a:pt x="29651" y="4449"/>
                  <a:pt x="29645" y="4456"/>
                </a:cubicBezTo>
                <a:cubicBezTo>
                  <a:pt x="29638" y="4463"/>
                  <a:pt x="29630" y="4469"/>
                  <a:pt x="29623" y="4474"/>
                </a:cubicBezTo>
                <a:cubicBezTo>
                  <a:pt x="29615" y="4479"/>
                  <a:pt x="29606" y="4484"/>
                  <a:pt x="29597" y="4487"/>
                </a:cubicBezTo>
                <a:cubicBezTo>
                  <a:pt x="29589" y="4491"/>
                  <a:pt x="29579" y="4494"/>
                  <a:pt x="29570" y="4496"/>
                </a:cubicBezTo>
                <a:cubicBezTo>
                  <a:pt x="29561" y="4498"/>
                  <a:pt x="29551" y="4499"/>
                  <a:pt x="29542" y="4499"/>
                </a:cubicBezTo>
                <a:lnTo>
                  <a:pt x="145" y="4499"/>
                </a:lnTo>
                <a:cubicBezTo>
                  <a:pt x="136" y="4499"/>
                  <a:pt x="126" y="4498"/>
                  <a:pt x="117" y="4496"/>
                </a:cubicBezTo>
                <a:cubicBezTo>
                  <a:pt x="108" y="4494"/>
                  <a:pt x="99" y="4491"/>
                  <a:pt x="90" y="4487"/>
                </a:cubicBezTo>
                <a:cubicBezTo>
                  <a:pt x="81" y="4484"/>
                  <a:pt x="73" y="4479"/>
                  <a:pt x="65" y="4474"/>
                </a:cubicBezTo>
                <a:cubicBezTo>
                  <a:pt x="57" y="4469"/>
                  <a:pt x="49" y="4463"/>
                  <a:pt x="43" y="4456"/>
                </a:cubicBezTo>
                <a:cubicBezTo>
                  <a:pt x="36" y="4449"/>
                  <a:pt x="30" y="4442"/>
                  <a:pt x="24" y="4434"/>
                </a:cubicBezTo>
                <a:cubicBezTo>
                  <a:pt x="19" y="4426"/>
                  <a:pt x="15" y="4418"/>
                  <a:pt x="11" y="4409"/>
                </a:cubicBezTo>
                <a:cubicBezTo>
                  <a:pt x="7" y="4400"/>
                  <a:pt x="5" y="4391"/>
                  <a:pt x="3" y="4381"/>
                </a:cubicBezTo>
                <a:cubicBezTo>
                  <a:pt x="1" y="4372"/>
                  <a:pt x="0" y="4363"/>
                  <a:pt x="0" y="43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5" name=""/>
          <p:cNvSpPr/>
          <p:nvPr/>
        </p:nvSpPr>
        <p:spPr>
          <a:xfrm>
            <a:off x="757080" y="2890800"/>
            <a:ext cx="10687320" cy="1619640"/>
          </a:xfrm>
          <a:custGeom>
            <a:avLst/>
            <a:gdLst/>
            <a:ahLst/>
            <a:rect l="0" t="0" r="r" b="b"/>
            <a:pathLst>
              <a:path w="29687" h="4499">
                <a:moveTo>
                  <a:pt x="0" y="43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353"/>
                </a:lnTo>
                <a:cubicBezTo>
                  <a:pt x="29687" y="4363"/>
                  <a:pt x="29686" y="4372"/>
                  <a:pt x="29684" y="4381"/>
                </a:cubicBezTo>
                <a:cubicBezTo>
                  <a:pt x="29683" y="4391"/>
                  <a:pt x="29680" y="4400"/>
                  <a:pt x="29676" y="4409"/>
                </a:cubicBezTo>
                <a:cubicBezTo>
                  <a:pt x="29672" y="4418"/>
                  <a:pt x="29668" y="4426"/>
                  <a:pt x="29663" y="4434"/>
                </a:cubicBezTo>
                <a:cubicBezTo>
                  <a:pt x="29657" y="4442"/>
                  <a:pt x="29651" y="4449"/>
                  <a:pt x="29645" y="4456"/>
                </a:cubicBezTo>
                <a:cubicBezTo>
                  <a:pt x="29638" y="4463"/>
                  <a:pt x="29630" y="4469"/>
                  <a:pt x="29623" y="4474"/>
                </a:cubicBezTo>
                <a:cubicBezTo>
                  <a:pt x="29615" y="4479"/>
                  <a:pt x="29606" y="4484"/>
                  <a:pt x="29597" y="4487"/>
                </a:cubicBezTo>
                <a:cubicBezTo>
                  <a:pt x="29589" y="4491"/>
                  <a:pt x="29579" y="4494"/>
                  <a:pt x="29570" y="4496"/>
                </a:cubicBezTo>
                <a:cubicBezTo>
                  <a:pt x="29561" y="4498"/>
                  <a:pt x="29551" y="4499"/>
                  <a:pt x="29542" y="4499"/>
                </a:cubicBezTo>
                <a:lnTo>
                  <a:pt x="145" y="4499"/>
                </a:lnTo>
                <a:cubicBezTo>
                  <a:pt x="136" y="4499"/>
                  <a:pt x="126" y="4498"/>
                  <a:pt x="117" y="4496"/>
                </a:cubicBezTo>
                <a:cubicBezTo>
                  <a:pt x="108" y="4494"/>
                  <a:pt x="99" y="4491"/>
                  <a:pt x="90" y="4487"/>
                </a:cubicBezTo>
                <a:cubicBezTo>
                  <a:pt x="81" y="4484"/>
                  <a:pt x="73" y="4479"/>
                  <a:pt x="65" y="4474"/>
                </a:cubicBezTo>
                <a:cubicBezTo>
                  <a:pt x="57" y="4469"/>
                  <a:pt x="49" y="4463"/>
                  <a:pt x="43" y="4456"/>
                </a:cubicBezTo>
                <a:cubicBezTo>
                  <a:pt x="36" y="4449"/>
                  <a:pt x="30" y="4442"/>
                  <a:pt x="24" y="4434"/>
                </a:cubicBezTo>
                <a:cubicBezTo>
                  <a:pt x="19" y="4426"/>
                  <a:pt x="15" y="4418"/>
                  <a:pt x="11" y="4409"/>
                </a:cubicBezTo>
                <a:cubicBezTo>
                  <a:pt x="7" y="4400"/>
                  <a:pt x="5" y="4391"/>
                  <a:pt x="3" y="4381"/>
                </a:cubicBezTo>
                <a:cubicBezTo>
                  <a:pt x="1" y="4372"/>
                  <a:pt x="0" y="4363"/>
                  <a:pt x="0" y="43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47720" y="232344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5.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577520" y="234324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最初の⼊⼒⽂の続き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914400" y="304416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出力してほしいもの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2371680" y="307044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914400" y="32612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092600" y="323496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修正後の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740240" y="3261240"/>
            <a:ext cx="1599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3342600" y="323496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5771520" y="326124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914400" y="344196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SPEC.md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914400" y="363240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tasks/plan.md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914400" y="381348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tasks/todo.md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914400" y="4158720"/>
            <a:ext cx="4039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この入力では、まだコード実装は始めないでください。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47720" y="73296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6.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578240" y="752400"/>
            <a:ext cx="2981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最初の返答で確認すること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747720" y="13143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次の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128600" y="1299240"/>
            <a:ext cx="207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4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7" name=""/>
          <p:cNvSpPr/>
          <p:nvPr/>
        </p:nvSpPr>
        <p:spPr>
          <a:xfrm>
            <a:off x="933120" y="18381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38" name=""/>
          <p:cNvSpPr/>
          <p:nvPr/>
        </p:nvSpPr>
        <p:spPr>
          <a:xfrm>
            <a:off x="1133280" y="1733400"/>
            <a:ext cx="4591440" cy="276480"/>
          </a:xfrm>
          <a:custGeom>
            <a:avLst/>
            <a:gdLst/>
            <a:ahLst/>
            <a:rect l="0" t="0" r="r" b="b"/>
            <a:pathLst>
              <a:path w="12754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595" y="0"/>
                </a:lnTo>
                <a:cubicBezTo>
                  <a:pt x="12606" y="0"/>
                  <a:pt x="12616" y="1"/>
                  <a:pt x="12626" y="3"/>
                </a:cubicBezTo>
                <a:cubicBezTo>
                  <a:pt x="12636" y="5"/>
                  <a:pt x="12646" y="8"/>
                  <a:pt x="12656" y="12"/>
                </a:cubicBezTo>
                <a:cubicBezTo>
                  <a:pt x="12666" y="16"/>
                  <a:pt x="12675" y="21"/>
                  <a:pt x="12683" y="27"/>
                </a:cubicBezTo>
                <a:cubicBezTo>
                  <a:pt x="12692" y="32"/>
                  <a:pt x="12700" y="39"/>
                  <a:pt x="12707" y="46"/>
                </a:cubicBezTo>
                <a:cubicBezTo>
                  <a:pt x="12715" y="54"/>
                  <a:pt x="12721" y="62"/>
                  <a:pt x="12727" y="70"/>
                </a:cubicBezTo>
                <a:cubicBezTo>
                  <a:pt x="12733" y="79"/>
                  <a:pt x="12738" y="88"/>
                  <a:pt x="12742" y="98"/>
                </a:cubicBezTo>
                <a:cubicBezTo>
                  <a:pt x="12746" y="108"/>
                  <a:pt x="12749" y="117"/>
                  <a:pt x="12751" y="128"/>
                </a:cubicBezTo>
                <a:cubicBezTo>
                  <a:pt x="12753" y="138"/>
                  <a:pt x="12754" y="148"/>
                  <a:pt x="12754" y="159"/>
                </a:cubicBezTo>
                <a:lnTo>
                  <a:pt x="12754" y="609"/>
                </a:lnTo>
                <a:cubicBezTo>
                  <a:pt x="12754" y="620"/>
                  <a:pt x="12753" y="630"/>
                  <a:pt x="12751" y="640"/>
                </a:cubicBezTo>
                <a:cubicBezTo>
                  <a:pt x="12749" y="651"/>
                  <a:pt x="12746" y="661"/>
                  <a:pt x="12742" y="670"/>
                </a:cubicBezTo>
                <a:cubicBezTo>
                  <a:pt x="12738" y="680"/>
                  <a:pt x="12733" y="689"/>
                  <a:pt x="12727" y="698"/>
                </a:cubicBezTo>
                <a:cubicBezTo>
                  <a:pt x="12721" y="706"/>
                  <a:pt x="12715" y="714"/>
                  <a:pt x="12707" y="722"/>
                </a:cubicBezTo>
                <a:cubicBezTo>
                  <a:pt x="12700" y="729"/>
                  <a:pt x="12692" y="736"/>
                  <a:pt x="12683" y="741"/>
                </a:cubicBezTo>
                <a:cubicBezTo>
                  <a:pt x="12675" y="747"/>
                  <a:pt x="12666" y="752"/>
                  <a:pt x="12656" y="756"/>
                </a:cubicBezTo>
                <a:cubicBezTo>
                  <a:pt x="12646" y="760"/>
                  <a:pt x="12636" y="763"/>
                  <a:pt x="12626" y="765"/>
                </a:cubicBezTo>
                <a:cubicBezTo>
                  <a:pt x="12616" y="767"/>
                  <a:pt x="12606" y="768"/>
                  <a:pt x="12595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335600" y="131436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つが作られているか⾒ます。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1197000" y="180216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2799720" y="177444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2" name=""/>
          <p:cNvSpPr/>
          <p:nvPr/>
        </p:nvSpPr>
        <p:spPr>
          <a:xfrm>
            <a:off x="933120" y="21715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3" name=""/>
          <p:cNvSpPr/>
          <p:nvPr/>
        </p:nvSpPr>
        <p:spPr>
          <a:xfrm>
            <a:off x="1133280" y="2066760"/>
            <a:ext cx="790920" cy="276480"/>
          </a:xfrm>
          <a:custGeom>
            <a:avLst/>
            <a:gdLst/>
            <a:ahLst/>
            <a:rect l="0" t="0" r="r" b="b"/>
            <a:pathLst>
              <a:path w="2197" h="768">
                <a:moveTo>
                  <a:pt x="0" y="609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40"/>
                  <a:pt x="62" y="34"/>
                  <a:pt x="71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60" y="0"/>
                </a:cubicBezTo>
                <a:lnTo>
                  <a:pt x="2038" y="0"/>
                </a:lnTo>
                <a:cubicBezTo>
                  <a:pt x="2049" y="0"/>
                  <a:pt x="2059" y="1"/>
                  <a:pt x="2069" y="3"/>
                </a:cubicBezTo>
                <a:cubicBezTo>
                  <a:pt x="2080" y="5"/>
                  <a:pt x="2089" y="8"/>
                  <a:pt x="2099" y="13"/>
                </a:cubicBezTo>
                <a:cubicBezTo>
                  <a:pt x="2109" y="17"/>
                  <a:pt x="2118" y="22"/>
                  <a:pt x="2127" y="28"/>
                </a:cubicBezTo>
                <a:cubicBezTo>
                  <a:pt x="2135" y="34"/>
                  <a:pt x="2143" y="40"/>
                  <a:pt x="2151" y="47"/>
                </a:cubicBezTo>
                <a:cubicBezTo>
                  <a:pt x="2158" y="55"/>
                  <a:pt x="2165" y="63"/>
                  <a:pt x="2170" y="72"/>
                </a:cubicBezTo>
                <a:cubicBezTo>
                  <a:pt x="2176" y="80"/>
                  <a:pt x="2181" y="89"/>
                  <a:pt x="2185" y="99"/>
                </a:cubicBezTo>
                <a:cubicBezTo>
                  <a:pt x="2189" y="109"/>
                  <a:pt x="2192" y="119"/>
                  <a:pt x="2194" y="129"/>
                </a:cubicBezTo>
                <a:cubicBezTo>
                  <a:pt x="2196" y="139"/>
                  <a:pt x="2197" y="149"/>
                  <a:pt x="2197" y="160"/>
                </a:cubicBezTo>
                <a:lnTo>
                  <a:pt x="2197" y="609"/>
                </a:lnTo>
                <a:cubicBezTo>
                  <a:pt x="2197" y="620"/>
                  <a:pt x="2196" y="630"/>
                  <a:pt x="2194" y="640"/>
                </a:cubicBezTo>
                <a:cubicBezTo>
                  <a:pt x="2192" y="651"/>
                  <a:pt x="2189" y="661"/>
                  <a:pt x="2185" y="670"/>
                </a:cubicBezTo>
                <a:cubicBezTo>
                  <a:pt x="2181" y="680"/>
                  <a:pt x="2176" y="689"/>
                  <a:pt x="2170" y="698"/>
                </a:cubicBezTo>
                <a:cubicBezTo>
                  <a:pt x="2165" y="706"/>
                  <a:pt x="2158" y="714"/>
                  <a:pt x="2151" y="722"/>
                </a:cubicBezTo>
                <a:cubicBezTo>
                  <a:pt x="2143" y="729"/>
                  <a:pt x="2135" y="736"/>
                  <a:pt x="2127" y="741"/>
                </a:cubicBezTo>
                <a:cubicBezTo>
                  <a:pt x="2118" y="747"/>
                  <a:pt x="2109" y="752"/>
                  <a:pt x="2099" y="756"/>
                </a:cubicBezTo>
                <a:cubicBezTo>
                  <a:pt x="2089" y="760"/>
                  <a:pt x="2080" y="763"/>
                  <a:pt x="2069" y="765"/>
                </a:cubicBezTo>
                <a:cubicBezTo>
                  <a:pt x="2059" y="767"/>
                  <a:pt x="2049" y="768"/>
                  <a:pt x="2038" y="768"/>
                </a:cubicBezTo>
                <a:lnTo>
                  <a:pt x="160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5371560" y="180216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5" name=""/>
          <p:cNvSpPr/>
          <p:nvPr/>
        </p:nvSpPr>
        <p:spPr>
          <a:xfrm>
            <a:off x="933120" y="25048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6" name=""/>
          <p:cNvSpPr/>
          <p:nvPr/>
        </p:nvSpPr>
        <p:spPr>
          <a:xfrm>
            <a:off x="1133280" y="2400120"/>
            <a:ext cx="1362600" cy="286200"/>
          </a:xfrm>
          <a:custGeom>
            <a:avLst/>
            <a:gdLst/>
            <a:ahLst/>
            <a:rect l="0" t="0" r="r" b="b"/>
            <a:pathLst>
              <a:path w="3785" h="795">
                <a:moveTo>
                  <a:pt x="0" y="63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6" y="16"/>
                  <a:pt x="3705" y="21"/>
                  <a:pt x="3714" y="27"/>
                </a:cubicBezTo>
                <a:cubicBezTo>
                  <a:pt x="3723" y="33"/>
                  <a:pt x="3731" y="39"/>
                  <a:pt x="3738" y="46"/>
                </a:cubicBezTo>
                <a:cubicBezTo>
                  <a:pt x="3745" y="54"/>
                  <a:pt x="3752" y="62"/>
                  <a:pt x="3758" y="71"/>
                </a:cubicBezTo>
                <a:cubicBezTo>
                  <a:pt x="3764" y="80"/>
                  <a:pt x="3769" y="89"/>
                  <a:pt x="3772" y="99"/>
                </a:cubicBezTo>
                <a:cubicBezTo>
                  <a:pt x="3776" y="109"/>
                  <a:pt x="3779" y="119"/>
                  <a:pt x="3782" y="129"/>
                </a:cubicBezTo>
                <a:cubicBezTo>
                  <a:pt x="3784" y="139"/>
                  <a:pt x="3785" y="149"/>
                  <a:pt x="3785" y="160"/>
                </a:cubicBezTo>
                <a:lnTo>
                  <a:pt x="3785" y="636"/>
                </a:lnTo>
                <a:cubicBezTo>
                  <a:pt x="3785" y="646"/>
                  <a:pt x="3784" y="657"/>
                  <a:pt x="3782" y="667"/>
                </a:cubicBezTo>
                <a:cubicBezTo>
                  <a:pt x="3779" y="677"/>
                  <a:pt x="3776" y="687"/>
                  <a:pt x="3772" y="697"/>
                </a:cubicBezTo>
                <a:cubicBezTo>
                  <a:pt x="3769" y="706"/>
                  <a:pt x="3764" y="716"/>
                  <a:pt x="3758" y="724"/>
                </a:cubicBezTo>
                <a:cubicBezTo>
                  <a:pt x="3752" y="733"/>
                  <a:pt x="3745" y="741"/>
                  <a:pt x="3738" y="748"/>
                </a:cubicBezTo>
                <a:cubicBezTo>
                  <a:pt x="3731" y="756"/>
                  <a:pt x="3723" y="762"/>
                  <a:pt x="3714" y="768"/>
                </a:cubicBezTo>
                <a:cubicBezTo>
                  <a:pt x="3705" y="774"/>
                  <a:pt x="3696" y="779"/>
                  <a:pt x="3687" y="783"/>
                </a:cubicBezTo>
                <a:cubicBezTo>
                  <a:pt x="3677" y="787"/>
                  <a:pt x="3667" y="790"/>
                  <a:pt x="3657" y="792"/>
                </a:cubicBezTo>
                <a:cubicBezTo>
                  <a:pt x="3647" y="794"/>
                  <a:pt x="3636" y="795"/>
                  <a:pt x="362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6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197000" y="213552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8" name=""/>
          <p:cNvSpPr/>
          <p:nvPr/>
        </p:nvSpPr>
        <p:spPr>
          <a:xfrm>
            <a:off x="933120" y="28382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9" name=""/>
          <p:cNvSpPr/>
          <p:nvPr/>
        </p:nvSpPr>
        <p:spPr>
          <a:xfrm>
            <a:off x="1133280" y="2733480"/>
            <a:ext cx="1362600" cy="286200"/>
          </a:xfrm>
          <a:custGeom>
            <a:avLst/>
            <a:gdLst/>
            <a:ahLst/>
            <a:rect l="0" t="0" r="r" b="b"/>
            <a:pathLst>
              <a:path w="3785" h="795">
                <a:moveTo>
                  <a:pt x="0" y="63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6" y="16"/>
                  <a:pt x="3705" y="21"/>
                  <a:pt x="3714" y="27"/>
                </a:cubicBezTo>
                <a:cubicBezTo>
                  <a:pt x="3723" y="33"/>
                  <a:pt x="3731" y="39"/>
                  <a:pt x="3738" y="47"/>
                </a:cubicBezTo>
                <a:cubicBezTo>
                  <a:pt x="3745" y="54"/>
                  <a:pt x="3752" y="62"/>
                  <a:pt x="3758" y="71"/>
                </a:cubicBezTo>
                <a:cubicBezTo>
                  <a:pt x="3764" y="79"/>
                  <a:pt x="3769" y="88"/>
                  <a:pt x="3772" y="98"/>
                </a:cubicBezTo>
                <a:cubicBezTo>
                  <a:pt x="3776" y="108"/>
                  <a:pt x="3779" y="118"/>
                  <a:pt x="3782" y="128"/>
                </a:cubicBezTo>
                <a:cubicBezTo>
                  <a:pt x="3784" y="138"/>
                  <a:pt x="3785" y="148"/>
                  <a:pt x="3785" y="159"/>
                </a:cubicBezTo>
                <a:lnTo>
                  <a:pt x="3785" y="635"/>
                </a:lnTo>
                <a:cubicBezTo>
                  <a:pt x="3785" y="645"/>
                  <a:pt x="3784" y="656"/>
                  <a:pt x="3782" y="666"/>
                </a:cubicBezTo>
                <a:cubicBezTo>
                  <a:pt x="3779" y="676"/>
                  <a:pt x="3776" y="686"/>
                  <a:pt x="3772" y="696"/>
                </a:cubicBezTo>
                <a:cubicBezTo>
                  <a:pt x="3769" y="705"/>
                  <a:pt x="3764" y="715"/>
                  <a:pt x="3758" y="723"/>
                </a:cubicBezTo>
                <a:cubicBezTo>
                  <a:pt x="3752" y="732"/>
                  <a:pt x="3745" y="741"/>
                  <a:pt x="3738" y="748"/>
                </a:cubicBezTo>
                <a:cubicBezTo>
                  <a:pt x="3731" y="756"/>
                  <a:pt x="3723" y="762"/>
                  <a:pt x="3714" y="768"/>
                </a:cubicBezTo>
                <a:cubicBezTo>
                  <a:pt x="3705" y="774"/>
                  <a:pt x="3696" y="779"/>
                  <a:pt x="3687" y="783"/>
                </a:cubicBezTo>
                <a:cubicBezTo>
                  <a:pt x="3677" y="787"/>
                  <a:pt x="3667" y="790"/>
                  <a:pt x="3657" y="792"/>
                </a:cubicBezTo>
                <a:cubicBezTo>
                  <a:pt x="3647" y="794"/>
                  <a:pt x="3636" y="795"/>
                  <a:pt x="362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39" y="741"/>
                  <a:pt x="33" y="732"/>
                  <a:pt x="27" y="723"/>
                </a:cubicBezTo>
                <a:cubicBezTo>
                  <a:pt x="21" y="715"/>
                  <a:pt x="16" y="705"/>
                  <a:pt x="12" y="696"/>
                </a:cubicBezTo>
                <a:cubicBezTo>
                  <a:pt x="8" y="686"/>
                  <a:pt x="5" y="676"/>
                  <a:pt x="3" y="666"/>
                </a:cubicBezTo>
                <a:cubicBezTo>
                  <a:pt x="1" y="656"/>
                  <a:pt x="0" y="645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197000" y="246924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tasks/plan.md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197000" y="280260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tasks/todo.md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747720" y="318132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確認ポイント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3" name=""/>
          <p:cNvSpPr/>
          <p:nvPr/>
        </p:nvSpPr>
        <p:spPr>
          <a:xfrm>
            <a:off x="933120" y="37051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4" name=""/>
          <p:cNvSpPr/>
          <p:nvPr/>
        </p:nvSpPr>
        <p:spPr>
          <a:xfrm>
            <a:off x="1133280" y="3609720"/>
            <a:ext cx="4591440" cy="276480"/>
          </a:xfrm>
          <a:custGeom>
            <a:avLst/>
            <a:gdLst/>
            <a:ahLst/>
            <a:rect l="0" t="0" r="r" b="b"/>
            <a:pathLst>
              <a:path w="12754" h="768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595" y="0"/>
                </a:lnTo>
                <a:cubicBezTo>
                  <a:pt x="12606" y="0"/>
                  <a:pt x="12616" y="1"/>
                  <a:pt x="12626" y="3"/>
                </a:cubicBezTo>
                <a:cubicBezTo>
                  <a:pt x="12636" y="5"/>
                  <a:pt x="12646" y="8"/>
                  <a:pt x="12656" y="12"/>
                </a:cubicBezTo>
                <a:cubicBezTo>
                  <a:pt x="12666" y="16"/>
                  <a:pt x="12675" y="21"/>
                  <a:pt x="12683" y="27"/>
                </a:cubicBezTo>
                <a:cubicBezTo>
                  <a:pt x="12692" y="33"/>
                  <a:pt x="12700" y="39"/>
                  <a:pt x="12707" y="47"/>
                </a:cubicBezTo>
                <a:cubicBezTo>
                  <a:pt x="12715" y="54"/>
                  <a:pt x="12721" y="62"/>
                  <a:pt x="12727" y="71"/>
                </a:cubicBezTo>
                <a:cubicBezTo>
                  <a:pt x="12733" y="79"/>
                  <a:pt x="12738" y="89"/>
                  <a:pt x="12742" y="98"/>
                </a:cubicBezTo>
                <a:cubicBezTo>
                  <a:pt x="12746" y="108"/>
                  <a:pt x="12749" y="118"/>
                  <a:pt x="12751" y="128"/>
                </a:cubicBezTo>
                <a:cubicBezTo>
                  <a:pt x="12753" y="138"/>
                  <a:pt x="12754" y="149"/>
                  <a:pt x="12754" y="159"/>
                </a:cubicBezTo>
                <a:lnTo>
                  <a:pt x="12754" y="610"/>
                </a:lnTo>
                <a:cubicBezTo>
                  <a:pt x="12754" y="620"/>
                  <a:pt x="12753" y="630"/>
                  <a:pt x="12751" y="641"/>
                </a:cubicBezTo>
                <a:cubicBezTo>
                  <a:pt x="12749" y="651"/>
                  <a:pt x="12746" y="661"/>
                  <a:pt x="12742" y="671"/>
                </a:cubicBezTo>
                <a:cubicBezTo>
                  <a:pt x="12738" y="680"/>
                  <a:pt x="12733" y="689"/>
                  <a:pt x="12727" y="698"/>
                </a:cubicBezTo>
                <a:cubicBezTo>
                  <a:pt x="12721" y="707"/>
                  <a:pt x="12715" y="715"/>
                  <a:pt x="12707" y="722"/>
                </a:cubicBezTo>
                <a:cubicBezTo>
                  <a:pt x="12700" y="729"/>
                  <a:pt x="12692" y="736"/>
                  <a:pt x="12683" y="742"/>
                </a:cubicBezTo>
                <a:cubicBezTo>
                  <a:pt x="12675" y="748"/>
                  <a:pt x="12666" y="752"/>
                  <a:pt x="12656" y="756"/>
                </a:cubicBezTo>
                <a:cubicBezTo>
                  <a:pt x="12646" y="760"/>
                  <a:pt x="12636" y="763"/>
                  <a:pt x="12626" y="765"/>
                </a:cubicBezTo>
                <a:cubicBezTo>
                  <a:pt x="12616" y="767"/>
                  <a:pt x="12606" y="768"/>
                  <a:pt x="12595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890720" y="3166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197000" y="367884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2799720" y="3651120"/>
            <a:ext cx="2561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8" name=""/>
          <p:cNvSpPr/>
          <p:nvPr/>
        </p:nvSpPr>
        <p:spPr>
          <a:xfrm>
            <a:off x="1314360" y="3990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4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5371560" y="3678840"/>
            <a:ext cx="282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509840" y="389556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今回の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2081160" y="388080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2" name=""/>
          <p:cNvSpPr/>
          <p:nvPr/>
        </p:nvSpPr>
        <p:spPr>
          <a:xfrm>
            <a:off x="1314360" y="43146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773800" y="3895560"/>
            <a:ext cx="3048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に合わせて要件が調整されているか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4" name=""/>
          <p:cNvSpPr/>
          <p:nvPr/>
        </p:nvSpPr>
        <p:spPr>
          <a:xfrm>
            <a:off x="933120" y="46386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39"/>
                  <a:pt x="168" y="149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65" name=""/>
          <p:cNvSpPr/>
          <p:nvPr/>
        </p:nvSpPr>
        <p:spPr>
          <a:xfrm>
            <a:off x="1133280" y="4543200"/>
            <a:ext cx="790920" cy="276480"/>
          </a:xfrm>
          <a:custGeom>
            <a:avLst/>
            <a:gdLst/>
            <a:ahLst/>
            <a:rect l="0" t="0" r="r" b="b"/>
            <a:pathLst>
              <a:path w="2197" h="768">
                <a:moveTo>
                  <a:pt x="0" y="610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60" y="0"/>
                </a:cubicBezTo>
                <a:lnTo>
                  <a:pt x="2038" y="0"/>
                </a:lnTo>
                <a:cubicBezTo>
                  <a:pt x="2049" y="0"/>
                  <a:pt x="2059" y="1"/>
                  <a:pt x="2069" y="3"/>
                </a:cubicBezTo>
                <a:cubicBezTo>
                  <a:pt x="2080" y="5"/>
                  <a:pt x="2089" y="8"/>
                  <a:pt x="2099" y="12"/>
                </a:cubicBezTo>
                <a:cubicBezTo>
                  <a:pt x="2109" y="16"/>
                  <a:pt x="2118" y="21"/>
                  <a:pt x="2127" y="27"/>
                </a:cubicBezTo>
                <a:cubicBezTo>
                  <a:pt x="2135" y="33"/>
                  <a:pt x="2143" y="40"/>
                  <a:pt x="2151" y="48"/>
                </a:cubicBezTo>
                <a:cubicBezTo>
                  <a:pt x="2158" y="55"/>
                  <a:pt x="2165" y="63"/>
                  <a:pt x="2170" y="72"/>
                </a:cubicBezTo>
                <a:cubicBezTo>
                  <a:pt x="2176" y="80"/>
                  <a:pt x="2181" y="89"/>
                  <a:pt x="2185" y="99"/>
                </a:cubicBezTo>
                <a:cubicBezTo>
                  <a:pt x="2189" y="109"/>
                  <a:pt x="2192" y="119"/>
                  <a:pt x="2194" y="129"/>
                </a:cubicBezTo>
                <a:cubicBezTo>
                  <a:pt x="2196" y="139"/>
                  <a:pt x="2197" y="149"/>
                  <a:pt x="2197" y="160"/>
                </a:cubicBezTo>
                <a:lnTo>
                  <a:pt x="2197" y="610"/>
                </a:lnTo>
                <a:cubicBezTo>
                  <a:pt x="2197" y="620"/>
                  <a:pt x="2196" y="630"/>
                  <a:pt x="2194" y="641"/>
                </a:cubicBezTo>
                <a:cubicBezTo>
                  <a:pt x="2192" y="651"/>
                  <a:pt x="2189" y="661"/>
                  <a:pt x="2185" y="670"/>
                </a:cubicBezTo>
                <a:cubicBezTo>
                  <a:pt x="2181" y="680"/>
                  <a:pt x="2176" y="689"/>
                  <a:pt x="2170" y="698"/>
                </a:cubicBezTo>
                <a:cubicBezTo>
                  <a:pt x="2165" y="707"/>
                  <a:pt x="2158" y="715"/>
                  <a:pt x="2151" y="722"/>
                </a:cubicBezTo>
                <a:cubicBezTo>
                  <a:pt x="2143" y="729"/>
                  <a:pt x="2135" y="736"/>
                  <a:pt x="2127" y="742"/>
                </a:cubicBezTo>
                <a:cubicBezTo>
                  <a:pt x="2118" y="747"/>
                  <a:pt x="2109" y="752"/>
                  <a:pt x="2099" y="756"/>
                </a:cubicBezTo>
                <a:cubicBezTo>
                  <a:pt x="2089" y="760"/>
                  <a:pt x="2080" y="763"/>
                  <a:pt x="2069" y="765"/>
                </a:cubicBezTo>
                <a:cubicBezTo>
                  <a:pt x="2059" y="767"/>
                  <a:pt x="2049" y="768"/>
                  <a:pt x="2038" y="768"/>
                </a:cubicBezTo>
                <a:lnTo>
                  <a:pt x="160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509840" y="4219560"/>
            <a:ext cx="3620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不要な要件や不⾜要件が整理されているか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7" name=""/>
          <p:cNvSpPr/>
          <p:nvPr/>
        </p:nvSpPr>
        <p:spPr>
          <a:xfrm>
            <a:off x="1314360" y="49240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8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197000" y="461232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9" name=""/>
          <p:cNvSpPr/>
          <p:nvPr/>
        </p:nvSpPr>
        <p:spPr>
          <a:xfrm>
            <a:off x="1314360" y="5248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509840" y="482904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何を作るかが明確か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1509840" y="515304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スコープ内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450880" y="51379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/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3" name=""/>
          <p:cNvSpPr/>
          <p:nvPr/>
        </p:nvSpPr>
        <p:spPr>
          <a:xfrm>
            <a:off x="933120" y="55720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39"/>
                  <a:pt x="168" y="149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4" name=""/>
          <p:cNvSpPr/>
          <p:nvPr/>
        </p:nvSpPr>
        <p:spPr>
          <a:xfrm>
            <a:off x="1133280" y="5476680"/>
            <a:ext cx="1362600" cy="276480"/>
          </a:xfrm>
          <a:custGeom>
            <a:avLst/>
            <a:gdLst/>
            <a:ahLst/>
            <a:rect l="0" t="0" r="r" b="b"/>
            <a:pathLst>
              <a:path w="3785" h="768">
                <a:moveTo>
                  <a:pt x="0" y="61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6" y="16"/>
                  <a:pt x="3705" y="21"/>
                  <a:pt x="3714" y="27"/>
                </a:cubicBezTo>
                <a:cubicBezTo>
                  <a:pt x="3723" y="33"/>
                  <a:pt x="3731" y="39"/>
                  <a:pt x="3738" y="47"/>
                </a:cubicBezTo>
                <a:cubicBezTo>
                  <a:pt x="3745" y="54"/>
                  <a:pt x="3752" y="62"/>
                  <a:pt x="3758" y="71"/>
                </a:cubicBezTo>
                <a:cubicBezTo>
                  <a:pt x="3764" y="79"/>
                  <a:pt x="3769" y="88"/>
                  <a:pt x="3772" y="98"/>
                </a:cubicBezTo>
                <a:cubicBezTo>
                  <a:pt x="3776" y="108"/>
                  <a:pt x="3779" y="118"/>
                  <a:pt x="3782" y="128"/>
                </a:cubicBezTo>
                <a:cubicBezTo>
                  <a:pt x="3784" y="138"/>
                  <a:pt x="3785" y="148"/>
                  <a:pt x="3785" y="159"/>
                </a:cubicBezTo>
                <a:lnTo>
                  <a:pt x="3785" y="610"/>
                </a:lnTo>
                <a:cubicBezTo>
                  <a:pt x="3785" y="620"/>
                  <a:pt x="3784" y="630"/>
                  <a:pt x="3782" y="641"/>
                </a:cubicBezTo>
                <a:cubicBezTo>
                  <a:pt x="3779" y="651"/>
                  <a:pt x="3776" y="661"/>
                  <a:pt x="3772" y="670"/>
                </a:cubicBezTo>
                <a:cubicBezTo>
                  <a:pt x="3769" y="680"/>
                  <a:pt x="3764" y="689"/>
                  <a:pt x="3758" y="698"/>
                </a:cubicBezTo>
                <a:cubicBezTo>
                  <a:pt x="3752" y="706"/>
                  <a:pt x="3745" y="714"/>
                  <a:pt x="3738" y="722"/>
                </a:cubicBezTo>
                <a:cubicBezTo>
                  <a:pt x="3731" y="729"/>
                  <a:pt x="3723" y="736"/>
                  <a:pt x="3714" y="742"/>
                </a:cubicBezTo>
                <a:cubicBezTo>
                  <a:pt x="3705" y="747"/>
                  <a:pt x="3696" y="752"/>
                  <a:pt x="3687" y="756"/>
                </a:cubicBezTo>
                <a:cubicBezTo>
                  <a:pt x="3677" y="760"/>
                  <a:pt x="3667" y="763"/>
                  <a:pt x="3657" y="765"/>
                </a:cubicBezTo>
                <a:cubicBezTo>
                  <a:pt x="3647" y="767"/>
                  <a:pt x="3636" y="768"/>
                  <a:pt x="3626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2629440" y="515304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外が分かれているか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6" name=""/>
          <p:cNvSpPr/>
          <p:nvPr/>
        </p:nvSpPr>
        <p:spPr>
          <a:xfrm>
            <a:off x="1314360" y="58575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197000" y="554580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tasks/plan.md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8" name=""/>
          <p:cNvSpPr/>
          <p:nvPr/>
        </p:nvSpPr>
        <p:spPr>
          <a:xfrm>
            <a:off x="933120" y="61815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9" name=""/>
          <p:cNvSpPr/>
          <p:nvPr/>
        </p:nvSpPr>
        <p:spPr>
          <a:xfrm>
            <a:off x="1133280" y="6086160"/>
            <a:ext cx="1362600" cy="276840"/>
          </a:xfrm>
          <a:custGeom>
            <a:avLst/>
            <a:gdLst/>
            <a:ahLst/>
            <a:rect l="0" t="0" r="r" b="b"/>
            <a:pathLst>
              <a:path w="3785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6" y="16"/>
                  <a:pt x="3705" y="21"/>
                  <a:pt x="3714" y="27"/>
                </a:cubicBezTo>
                <a:cubicBezTo>
                  <a:pt x="3723" y="33"/>
                  <a:pt x="3731" y="39"/>
                  <a:pt x="3738" y="47"/>
                </a:cubicBezTo>
                <a:cubicBezTo>
                  <a:pt x="3745" y="54"/>
                  <a:pt x="3752" y="62"/>
                  <a:pt x="3758" y="71"/>
                </a:cubicBezTo>
                <a:cubicBezTo>
                  <a:pt x="3764" y="80"/>
                  <a:pt x="3769" y="89"/>
                  <a:pt x="3772" y="98"/>
                </a:cubicBezTo>
                <a:cubicBezTo>
                  <a:pt x="3776" y="108"/>
                  <a:pt x="3779" y="118"/>
                  <a:pt x="3782" y="128"/>
                </a:cubicBezTo>
                <a:cubicBezTo>
                  <a:pt x="3784" y="138"/>
                  <a:pt x="3785" y="149"/>
                  <a:pt x="3785" y="159"/>
                </a:cubicBezTo>
                <a:lnTo>
                  <a:pt x="3785" y="610"/>
                </a:lnTo>
                <a:cubicBezTo>
                  <a:pt x="3785" y="620"/>
                  <a:pt x="3784" y="631"/>
                  <a:pt x="3782" y="641"/>
                </a:cubicBezTo>
                <a:cubicBezTo>
                  <a:pt x="3779" y="651"/>
                  <a:pt x="3776" y="661"/>
                  <a:pt x="3772" y="671"/>
                </a:cubicBezTo>
                <a:cubicBezTo>
                  <a:pt x="3769" y="680"/>
                  <a:pt x="3764" y="689"/>
                  <a:pt x="3758" y="698"/>
                </a:cubicBezTo>
                <a:cubicBezTo>
                  <a:pt x="3752" y="707"/>
                  <a:pt x="3745" y="715"/>
                  <a:pt x="3738" y="722"/>
                </a:cubicBezTo>
                <a:cubicBezTo>
                  <a:pt x="3731" y="730"/>
                  <a:pt x="3723" y="736"/>
                  <a:pt x="3714" y="742"/>
                </a:cubicBezTo>
                <a:cubicBezTo>
                  <a:pt x="3705" y="748"/>
                  <a:pt x="3696" y="753"/>
                  <a:pt x="3687" y="757"/>
                </a:cubicBezTo>
                <a:cubicBezTo>
                  <a:pt x="3677" y="761"/>
                  <a:pt x="3667" y="764"/>
                  <a:pt x="3657" y="766"/>
                </a:cubicBezTo>
                <a:cubicBezTo>
                  <a:pt x="3647" y="768"/>
                  <a:pt x="3636" y="769"/>
                  <a:pt x="3626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509840" y="576252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順番が無理なく並んでいるか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1" name=""/>
          <p:cNvSpPr/>
          <p:nvPr/>
        </p:nvSpPr>
        <p:spPr>
          <a:xfrm>
            <a:off x="1314360" y="6476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197000" y="615528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tasks/todo.md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1509840" y="63666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664640" y="638172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タスクが⼤きすぎないか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9" name=""/>
          <p:cNvSpPr/>
          <p:nvPr/>
        </p:nvSpPr>
        <p:spPr>
          <a:xfrm>
            <a:off x="757080" y="2919240"/>
            <a:ext cx="10687320" cy="1991160"/>
          </a:xfrm>
          <a:custGeom>
            <a:avLst/>
            <a:gdLst/>
            <a:ahLst/>
            <a:rect l="0" t="0" r="r" b="b"/>
            <a:pathLst>
              <a:path w="29687" h="5531">
                <a:moveTo>
                  <a:pt x="0" y="53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385"/>
                </a:lnTo>
                <a:cubicBezTo>
                  <a:pt x="29687" y="5395"/>
                  <a:pt x="29686" y="5404"/>
                  <a:pt x="29684" y="5414"/>
                </a:cubicBezTo>
                <a:cubicBezTo>
                  <a:pt x="29683" y="5423"/>
                  <a:pt x="29680" y="5432"/>
                  <a:pt x="29676" y="5441"/>
                </a:cubicBezTo>
                <a:cubicBezTo>
                  <a:pt x="29672" y="5450"/>
                  <a:pt x="29668" y="5458"/>
                  <a:pt x="29663" y="5466"/>
                </a:cubicBezTo>
                <a:cubicBezTo>
                  <a:pt x="29657" y="5474"/>
                  <a:pt x="29651" y="5481"/>
                  <a:pt x="29645" y="5488"/>
                </a:cubicBezTo>
                <a:cubicBezTo>
                  <a:pt x="29638" y="5495"/>
                  <a:pt x="29630" y="5501"/>
                  <a:pt x="29623" y="5506"/>
                </a:cubicBezTo>
                <a:cubicBezTo>
                  <a:pt x="29615" y="5512"/>
                  <a:pt x="29606" y="5516"/>
                  <a:pt x="29597" y="5520"/>
                </a:cubicBezTo>
                <a:cubicBezTo>
                  <a:pt x="29589" y="5523"/>
                  <a:pt x="29579" y="5526"/>
                  <a:pt x="29570" y="5528"/>
                </a:cubicBezTo>
                <a:cubicBezTo>
                  <a:pt x="29561" y="5530"/>
                  <a:pt x="29551" y="5531"/>
                  <a:pt x="29542" y="5531"/>
                </a:cubicBezTo>
                <a:lnTo>
                  <a:pt x="145" y="5531"/>
                </a:lnTo>
                <a:cubicBezTo>
                  <a:pt x="136" y="5531"/>
                  <a:pt x="126" y="5530"/>
                  <a:pt x="117" y="5528"/>
                </a:cubicBezTo>
                <a:cubicBezTo>
                  <a:pt x="108" y="5526"/>
                  <a:pt x="99" y="5523"/>
                  <a:pt x="90" y="5520"/>
                </a:cubicBezTo>
                <a:cubicBezTo>
                  <a:pt x="81" y="5516"/>
                  <a:pt x="73" y="5512"/>
                  <a:pt x="65" y="5506"/>
                </a:cubicBezTo>
                <a:cubicBezTo>
                  <a:pt x="57" y="5501"/>
                  <a:pt x="49" y="5495"/>
                  <a:pt x="43" y="5488"/>
                </a:cubicBezTo>
                <a:cubicBezTo>
                  <a:pt x="36" y="5481"/>
                  <a:pt x="30" y="5474"/>
                  <a:pt x="24" y="5466"/>
                </a:cubicBezTo>
                <a:cubicBezTo>
                  <a:pt x="19" y="5458"/>
                  <a:pt x="15" y="5450"/>
                  <a:pt x="11" y="5441"/>
                </a:cubicBezTo>
                <a:cubicBezTo>
                  <a:pt x="7" y="5432"/>
                  <a:pt x="5" y="5423"/>
                  <a:pt x="3" y="5414"/>
                </a:cubicBezTo>
                <a:cubicBezTo>
                  <a:pt x="1" y="5404"/>
                  <a:pt x="0" y="5395"/>
                  <a:pt x="0" y="538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0" name=""/>
          <p:cNvSpPr/>
          <p:nvPr/>
        </p:nvSpPr>
        <p:spPr>
          <a:xfrm>
            <a:off x="757080" y="2919240"/>
            <a:ext cx="10687320" cy="1991160"/>
          </a:xfrm>
          <a:custGeom>
            <a:avLst/>
            <a:gdLst/>
            <a:ahLst/>
            <a:rect l="0" t="0" r="r" b="b"/>
            <a:pathLst>
              <a:path w="29687" h="5531">
                <a:moveTo>
                  <a:pt x="0" y="53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385"/>
                </a:lnTo>
                <a:cubicBezTo>
                  <a:pt x="29687" y="5395"/>
                  <a:pt x="29686" y="5404"/>
                  <a:pt x="29684" y="5414"/>
                </a:cubicBezTo>
                <a:cubicBezTo>
                  <a:pt x="29683" y="5423"/>
                  <a:pt x="29680" y="5432"/>
                  <a:pt x="29676" y="5441"/>
                </a:cubicBezTo>
                <a:cubicBezTo>
                  <a:pt x="29672" y="5450"/>
                  <a:pt x="29668" y="5458"/>
                  <a:pt x="29663" y="5466"/>
                </a:cubicBezTo>
                <a:cubicBezTo>
                  <a:pt x="29657" y="5474"/>
                  <a:pt x="29651" y="5481"/>
                  <a:pt x="29645" y="5488"/>
                </a:cubicBezTo>
                <a:cubicBezTo>
                  <a:pt x="29638" y="5495"/>
                  <a:pt x="29630" y="5501"/>
                  <a:pt x="29623" y="5506"/>
                </a:cubicBezTo>
                <a:cubicBezTo>
                  <a:pt x="29615" y="5512"/>
                  <a:pt x="29606" y="5516"/>
                  <a:pt x="29597" y="5520"/>
                </a:cubicBezTo>
                <a:cubicBezTo>
                  <a:pt x="29589" y="5523"/>
                  <a:pt x="29579" y="5526"/>
                  <a:pt x="29570" y="5528"/>
                </a:cubicBezTo>
                <a:cubicBezTo>
                  <a:pt x="29561" y="5530"/>
                  <a:pt x="29551" y="5531"/>
                  <a:pt x="29542" y="5531"/>
                </a:cubicBezTo>
                <a:lnTo>
                  <a:pt x="145" y="5531"/>
                </a:lnTo>
                <a:cubicBezTo>
                  <a:pt x="136" y="5531"/>
                  <a:pt x="126" y="5530"/>
                  <a:pt x="117" y="5528"/>
                </a:cubicBezTo>
                <a:cubicBezTo>
                  <a:pt x="108" y="5526"/>
                  <a:pt x="99" y="5523"/>
                  <a:pt x="90" y="5520"/>
                </a:cubicBezTo>
                <a:cubicBezTo>
                  <a:pt x="81" y="5516"/>
                  <a:pt x="73" y="5512"/>
                  <a:pt x="65" y="5506"/>
                </a:cubicBezTo>
                <a:cubicBezTo>
                  <a:pt x="57" y="5501"/>
                  <a:pt x="49" y="5495"/>
                  <a:pt x="43" y="5488"/>
                </a:cubicBezTo>
                <a:cubicBezTo>
                  <a:pt x="36" y="5481"/>
                  <a:pt x="30" y="5474"/>
                  <a:pt x="24" y="5466"/>
                </a:cubicBezTo>
                <a:cubicBezTo>
                  <a:pt x="19" y="5458"/>
                  <a:pt x="15" y="5450"/>
                  <a:pt x="11" y="5441"/>
                </a:cubicBezTo>
                <a:cubicBezTo>
                  <a:pt x="7" y="5432"/>
                  <a:pt x="5" y="5423"/>
                  <a:pt x="3" y="5414"/>
                </a:cubicBezTo>
                <a:cubicBezTo>
                  <a:pt x="1" y="5404"/>
                  <a:pt x="0" y="5395"/>
                  <a:pt x="0" y="538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47720" y="192348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7.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572840" y="1942920"/>
            <a:ext cx="27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タスクが⼤きすぎるとき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747720" y="2514600"/>
            <a:ext cx="457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⼤きいと感じたら、実装に進む前に細かくさせます。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914400" y="3099240"/>
            <a:ext cx="12441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tasks/todo.md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2160720" y="3072960"/>
            <a:ext cx="2100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のタスクがまだ大きいです。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914400" y="3444480"/>
            <a:ext cx="2585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次の条件で分割し直してください。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914400" y="366120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270440" y="3634920"/>
            <a:ext cx="3231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タスクごとに完了確認しやすい大きさにする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914400" y="38419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092600" y="381600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できるだけ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902240" y="384192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169000" y="381600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2817000" y="384192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3084120" y="381600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つの画面、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3893400" y="38419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4071600" y="381600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つの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4395600" y="384192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API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4751640" y="3816000"/>
            <a:ext cx="16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4913640" y="38419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5091480" y="381600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つの責務に寄せる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914400" y="40327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092600" y="4006440"/>
            <a:ext cx="1939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各タスクの完了条件を書く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914400" y="42134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092600" y="4187160"/>
            <a:ext cx="2100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依存関係が分かるようにする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914400" y="455868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まだ実装は始めないでください。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0" name=""/>
          <p:cNvSpPr/>
          <p:nvPr/>
        </p:nvSpPr>
        <p:spPr>
          <a:xfrm>
            <a:off x="757080" y="3100320"/>
            <a:ext cx="10687320" cy="1619640"/>
          </a:xfrm>
          <a:custGeom>
            <a:avLst/>
            <a:gdLst/>
            <a:ahLst/>
            <a:rect l="0" t="0" r="r" b="b"/>
            <a:pathLst>
              <a:path w="29687" h="4499">
                <a:moveTo>
                  <a:pt x="0" y="43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353"/>
                </a:lnTo>
                <a:cubicBezTo>
                  <a:pt x="29687" y="4363"/>
                  <a:pt x="29686" y="4372"/>
                  <a:pt x="29684" y="4381"/>
                </a:cubicBezTo>
                <a:cubicBezTo>
                  <a:pt x="29683" y="4391"/>
                  <a:pt x="29680" y="4400"/>
                  <a:pt x="29676" y="4409"/>
                </a:cubicBezTo>
                <a:cubicBezTo>
                  <a:pt x="29672" y="4418"/>
                  <a:pt x="29668" y="4426"/>
                  <a:pt x="29663" y="4434"/>
                </a:cubicBezTo>
                <a:cubicBezTo>
                  <a:pt x="29657" y="4442"/>
                  <a:pt x="29651" y="4449"/>
                  <a:pt x="29645" y="4456"/>
                </a:cubicBezTo>
                <a:cubicBezTo>
                  <a:pt x="29638" y="4463"/>
                  <a:pt x="29630" y="4469"/>
                  <a:pt x="29623" y="4474"/>
                </a:cubicBezTo>
                <a:cubicBezTo>
                  <a:pt x="29615" y="4479"/>
                  <a:pt x="29606" y="4484"/>
                  <a:pt x="29597" y="4488"/>
                </a:cubicBezTo>
                <a:cubicBezTo>
                  <a:pt x="29589" y="4491"/>
                  <a:pt x="29579" y="4494"/>
                  <a:pt x="29570" y="4496"/>
                </a:cubicBezTo>
                <a:cubicBezTo>
                  <a:pt x="29561" y="4498"/>
                  <a:pt x="29551" y="4499"/>
                  <a:pt x="29542" y="4499"/>
                </a:cubicBezTo>
                <a:lnTo>
                  <a:pt x="145" y="4499"/>
                </a:lnTo>
                <a:cubicBezTo>
                  <a:pt x="136" y="4499"/>
                  <a:pt x="126" y="4498"/>
                  <a:pt x="117" y="4496"/>
                </a:cubicBezTo>
                <a:cubicBezTo>
                  <a:pt x="108" y="4494"/>
                  <a:pt x="99" y="4491"/>
                  <a:pt x="90" y="4488"/>
                </a:cubicBezTo>
                <a:cubicBezTo>
                  <a:pt x="81" y="4484"/>
                  <a:pt x="73" y="4479"/>
                  <a:pt x="65" y="4474"/>
                </a:cubicBezTo>
                <a:cubicBezTo>
                  <a:pt x="57" y="4469"/>
                  <a:pt x="49" y="4463"/>
                  <a:pt x="43" y="4456"/>
                </a:cubicBezTo>
                <a:cubicBezTo>
                  <a:pt x="36" y="4449"/>
                  <a:pt x="30" y="4442"/>
                  <a:pt x="24" y="4434"/>
                </a:cubicBezTo>
                <a:cubicBezTo>
                  <a:pt x="19" y="4426"/>
                  <a:pt x="15" y="4418"/>
                  <a:pt x="11" y="4409"/>
                </a:cubicBezTo>
                <a:cubicBezTo>
                  <a:pt x="7" y="4400"/>
                  <a:pt x="5" y="4391"/>
                  <a:pt x="3" y="4381"/>
                </a:cubicBezTo>
                <a:cubicBezTo>
                  <a:pt x="1" y="4372"/>
                  <a:pt x="0" y="4363"/>
                  <a:pt x="0" y="43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1" name=""/>
          <p:cNvSpPr/>
          <p:nvPr/>
        </p:nvSpPr>
        <p:spPr>
          <a:xfrm>
            <a:off x="757080" y="3100320"/>
            <a:ext cx="10687320" cy="1619640"/>
          </a:xfrm>
          <a:custGeom>
            <a:avLst/>
            <a:gdLst/>
            <a:ahLst/>
            <a:rect l="0" t="0" r="r" b="b"/>
            <a:pathLst>
              <a:path w="29687" h="4499">
                <a:moveTo>
                  <a:pt x="0" y="43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353"/>
                </a:lnTo>
                <a:cubicBezTo>
                  <a:pt x="29687" y="4363"/>
                  <a:pt x="29686" y="4372"/>
                  <a:pt x="29684" y="4381"/>
                </a:cubicBezTo>
                <a:cubicBezTo>
                  <a:pt x="29683" y="4391"/>
                  <a:pt x="29680" y="4400"/>
                  <a:pt x="29676" y="4409"/>
                </a:cubicBezTo>
                <a:cubicBezTo>
                  <a:pt x="29672" y="4418"/>
                  <a:pt x="29668" y="4426"/>
                  <a:pt x="29663" y="4434"/>
                </a:cubicBezTo>
                <a:cubicBezTo>
                  <a:pt x="29657" y="4442"/>
                  <a:pt x="29651" y="4449"/>
                  <a:pt x="29645" y="4456"/>
                </a:cubicBezTo>
                <a:cubicBezTo>
                  <a:pt x="29638" y="4463"/>
                  <a:pt x="29630" y="4469"/>
                  <a:pt x="29623" y="4474"/>
                </a:cubicBezTo>
                <a:cubicBezTo>
                  <a:pt x="29615" y="4479"/>
                  <a:pt x="29606" y="4484"/>
                  <a:pt x="29597" y="4488"/>
                </a:cubicBezTo>
                <a:cubicBezTo>
                  <a:pt x="29589" y="4491"/>
                  <a:pt x="29579" y="4494"/>
                  <a:pt x="29570" y="4496"/>
                </a:cubicBezTo>
                <a:cubicBezTo>
                  <a:pt x="29561" y="4498"/>
                  <a:pt x="29551" y="4499"/>
                  <a:pt x="29542" y="4499"/>
                </a:cubicBezTo>
                <a:lnTo>
                  <a:pt x="145" y="4499"/>
                </a:lnTo>
                <a:cubicBezTo>
                  <a:pt x="136" y="4499"/>
                  <a:pt x="126" y="4498"/>
                  <a:pt x="117" y="4496"/>
                </a:cubicBezTo>
                <a:cubicBezTo>
                  <a:pt x="108" y="4494"/>
                  <a:pt x="99" y="4491"/>
                  <a:pt x="90" y="4488"/>
                </a:cubicBezTo>
                <a:cubicBezTo>
                  <a:pt x="81" y="4484"/>
                  <a:pt x="73" y="4479"/>
                  <a:pt x="65" y="4474"/>
                </a:cubicBezTo>
                <a:cubicBezTo>
                  <a:pt x="57" y="4469"/>
                  <a:pt x="49" y="4463"/>
                  <a:pt x="43" y="4456"/>
                </a:cubicBezTo>
                <a:cubicBezTo>
                  <a:pt x="36" y="4449"/>
                  <a:pt x="30" y="4442"/>
                  <a:pt x="24" y="4434"/>
                </a:cubicBezTo>
                <a:cubicBezTo>
                  <a:pt x="19" y="4426"/>
                  <a:pt x="15" y="4418"/>
                  <a:pt x="11" y="4409"/>
                </a:cubicBezTo>
                <a:cubicBezTo>
                  <a:pt x="7" y="4400"/>
                  <a:pt x="5" y="4391"/>
                  <a:pt x="3" y="4381"/>
                </a:cubicBezTo>
                <a:cubicBezTo>
                  <a:pt x="1" y="4372"/>
                  <a:pt x="0" y="4363"/>
                  <a:pt x="0" y="43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47720" y="2113920"/>
            <a:ext cx="1083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8. 1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745280" y="2133720"/>
            <a:ext cx="27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タスク⽬だけ実装させる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747720" y="2695680"/>
            <a:ext cx="2287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計画に納得したら、</a:t>
            </a:r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最初の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3033720" y="2680560"/>
            <a:ext cx="215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215160" y="269568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タスクだけ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4167720" y="26805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4219920" y="269568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実装させます。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914400" y="325404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では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238400" y="327996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tasks/todo.md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573640" y="3254040"/>
            <a:ext cx="16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2735640" y="327996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3002760" y="325404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タスク目だけ実装してください。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914400" y="362520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条件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238400" y="365148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914400" y="384192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270440" y="3816000"/>
            <a:ext cx="1777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タスク目以外は進めない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914400" y="402300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092600" y="3996720"/>
            <a:ext cx="2585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変更したファイルを最後にまとめる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914400" y="42134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092600" y="418716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実装後に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740240" y="4213440"/>
            <a:ext cx="977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typecheck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2719440" y="4187160"/>
            <a:ext cx="16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2881440" y="4213440"/>
            <a:ext cx="622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build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3504600" y="418716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を実行する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914400" y="43945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092600" y="4368240"/>
            <a:ext cx="2908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失敗した場合は、何が原因かを整理する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2" name=""/>
          <p:cNvSpPr/>
          <p:nvPr/>
        </p:nvSpPr>
        <p:spPr>
          <a:xfrm>
            <a:off x="757080" y="2862000"/>
            <a:ext cx="10687320" cy="1248120"/>
          </a:xfrm>
          <a:custGeom>
            <a:avLst/>
            <a:gdLst/>
            <a:ahLst/>
            <a:rect l="0" t="0" r="r" b="b"/>
            <a:pathLst>
              <a:path w="29687" h="3467">
                <a:moveTo>
                  <a:pt x="0" y="332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322"/>
                </a:lnTo>
                <a:cubicBezTo>
                  <a:pt x="29687" y="3331"/>
                  <a:pt x="29686" y="3341"/>
                  <a:pt x="29684" y="3350"/>
                </a:cubicBezTo>
                <a:cubicBezTo>
                  <a:pt x="29683" y="3360"/>
                  <a:pt x="29680" y="3369"/>
                  <a:pt x="29676" y="3377"/>
                </a:cubicBezTo>
                <a:cubicBezTo>
                  <a:pt x="29672" y="3386"/>
                  <a:pt x="29668" y="3395"/>
                  <a:pt x="29663" y="3403"/>
                </a:cubicBezTo>
                <a:cubicBezTo>
                  <a:pt x="29657" y="3411"/>
                  <a:pt x="29651" y="3418"/>
                  <a:pt x="29645" y="3425"/>
                </a:cubicBezTo>
                <a:cubicBezTo>
                  <a:pt x="29638" y="3431"/>
                  <a:pt x="29630" y="3437"/>
                  <a:pt x="29623" y="3443"/>
                </a:cubicBezTo>
                <a:cubicBezTo>
                  <a:pt x="29615" y="3448"/>
                  <a:pt x="29606" y="3453"/>
                  <a:pt x="29597" y="3456"/>
                </a:cubicBezTo>
                <a:cubicBezTo>
                  <a:pt x="29589" y="3460"/>
                  <a:pt x="29579" y="3463"/>
                  <a:pt x="29570" y="3464"/>
                </a:cubicBezTo>
                <a:cubicBezTo>
                  <a:pt x="29561" y="3466"/>
                  <a:pt x="29551" y="3467"/>
                  <a:pt x="29542" y="3467"/>
                </a:cubicBezTo>
                <a:lnTo>
                  <a:pt x="145" y="3467"/>
                </a:lnTo>
                <a:cubicBezTo>
                  <a:pt x="136" y="3467"/>
                  <a:pt x="126" y="3466"/>
                  <a:pt x="117" y="3464"/>
                </a:cubicBezTo>
                <a:cubicBezTo>
                  <a:pt x="108" y="3463"/>
                  <a:pt x="99" y="3460"/>
                  <a:pt x="90" y="3456"/>
                </a:cubicBezTo>
                <a:cubicBezTo>
                  <a:pt x="81" y="3453"/>
                  <a:pt x="73" y="3448"/>
                  <a:pt x="65" y="3443"/>
                </a:cubicBezTo>
                <a:cubicBezTo>
                  <a:pt x="57" y="3437"/>
                  <a:pt x="49" y="3431"/>
                  <a:pt x="43" y="3425"/>
                </a:cubicBezTo>
                <a:cubicBezTo>
                  <a:pt x="36" y="3418"/>
                  <a:pt x="30" y="3411"/>
                  <a:pt x="24" y="3403"/>
                </a:cubicBezTo>
                <a:cubicBezTo>
                  <a:pt x="19" y="3395"/>
                  <a:pt x="15" y="3386"/>
                  <a:pt x="11" y="3377"/>
                </a:cubicBezTo>
                <a:cubicBezTo>
                  <a:pt x="7" y="3369"/>
                  <a:pt x="5" y="3360"/>
                  <a:pt x="3" y="3350"/>
                </a:cubicBezTo>
                <a:cubicBezTo>
                  <a:pt x="1" y="3341"/>
                  <a:pt x="0" y="3331"/>
                  <a:pt x="0" y="332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3" name=""/>
          <p:cNvSpPr/>
          <p:nvPr/>
        </p:nvSpPr>
        <p:spPr>
          <a:xfrm>
            <a:off x="757080" y="2862000"/>
            <a:ext cx="10687320" cy="1248120"/>
          </a:xfrm>
          <a:custGeom>
            <a:avLst/>
            <a:gdLst/>
            <a:ahLst/>
            <a:rect l="0" t="0" r="r" b="b"/>
            <a:pathLst>
              <a:path w="29687" h="3467">
                <a:moveTo>
                  <a:pt x="0" y="332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322"/>
                </a:lnTo>
                <a:cubicBezTo>
                  <a:pt x="29687" y="3331"/>
                  <a:pt x="29686" y="3341"/>
                  <a:pt x="29684" y="3350"/>
                </a:cubicBezTo>
                <a:cubicBezTo>
                  <a:pt x="29683" y="3360"/>
                  <a:pt x="29680" y="3369"/>
                  <a:pt x="29676" y="3377"/>
                </a:cubicBezTo>
                <a:cubicBezTo>
                  <a:pt x="29672" y="3386"/>
                  <a:pt x="29668" y="3395"/>
                  <a:pt x="29663" y="3403"/>
                </a:cubicBezTo>
                <a:cubicBezTo>
                  <a:pt x="29657" y="3411"/>
                  <a:pt x="29651" y="3418"/>
                  <a:pt x="29645" y="3425"/>
                </a:cubicBezTo>
                <a:cubicBezTo>
                  <a:pt x="29638" y="3431"/>
                  <a:pt x="29630" y="3437"/>
                  <a:pt x="29623" y="3443"/>
                </a:cubicBezTo>
                <a:cubicBezTo>
                  <a:pt x="29615" y="3448"/>
                  <a:pt x="29606" y="3453"/>
                  <a:pt x="29597" y="3456"/>
                </a:cubicBezTo>
                <a:cubicBezTo>
                  <a:pt x="29589" y="3460"/>
                  <a:pt x="29579" y="3463"/>
                  <a:pt x="29570" y="3464"/>
                </a:cubicBezTo>
                <a:cubicBezTo>
                  <a:pt x="29561" y="3466"/>
                  <a:pt x="29551" y="3467"/>
                  <a:pt x="29542" y="3467"/>
                </a:cubicBezTo>
                <a:lnTo>
                  <a:pt x="145" y="3467"/>
                </a:lnTo>
                <a:cubicBezTo>
                  <a:pt x="136" y="3467"/>
                  <a:pt x="126" y="3466"/>
                  <a:pt x="117" y="3464"/>
                </a:cubicBezTo>
                <a:cubicBezTo>
                  <a:pt x="108" y="3463"/>
                  <a:pt x="99" y="3460"/>
                  <a:pt x="90" y="3456"/>
                </a:cubicBezTo>
                <a:cubicBezTo>
                  <a:pt x="81" y="3453"/>
                  <a:pt x="73" y="3448"/>
                  <a:pt x="65" y="3443"/>
                </a:cubicBezTo>
                <a:cubicBezTo>
                  <a:pt x="57" y="3437"/>
                  <a:pt x="49" y="3431"/>
                  <a:pt x="43" y="3425"/>
                </a:cubicBezTo>
                <a:cubicBezTo>
                  <a:pt x="36" y="3418"/>
                  <a:pt x="30" y="3411"/>
                  <a:pt x="24" y="3403"/>
                </a:cubicBezTo>
                <a:cubicBezTo>
                  <a:pt x="19" y="3395"/>
                  <a:pt x="15" y="3386"/>
                  <a:pt x="11" y="3377"/>
                </a:cubicBezTo>
                <a:cubicBezTo>
                  <a:pt x="7" y="3369"/>
                  <a:pt x="5" y="3360"/>
                  <a:pt x="3" y="3350"/>
                </a:cubicBezTo>
                <a:cubicBezTo>
                  <a:pt x="1" y="3341"/>
                  <a:pt x="0" y="3331"/>
                  <a:pt x="0" y="332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47720" y="2295000"/>
            <a:ext cx="87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8.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577520" y="2314440"/>
            <a:ext cx="27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実装後に報告させること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914400" y="3015720"/>
            <a:ext cx="22622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最後に次を報告してください。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914400" y="32324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092600" y="3206160"/>
            <a:ext cx="1131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何を変更したか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914400" y="34135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092600" y="338724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どこまで終わったか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914400" y="360396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1092600" y="357768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実行した確認項目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914400" y="37850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092600" y="3758760"/>
            <a:ext cx="22622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次に進む前に人間が見るべき点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747720" y="42807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902520" y="4295880"/>
            <a:ext cx="5906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タスクずつ終わらせることで、問題の切り分けがしやすくなります。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1" name=""/>
          <p:cNvSpPr/>
          <p:nvPr/>
        </p:nvSpPr>
        <p:spPr>
          <a:xfrm>
            <a:off x="757080" y="3261960"/>
            <a:ext cx="10687320" cy="876960"/>
          </a:xfrm>
          <a:custGeom>
            <a:avLst/>
            <a:gdLst/>
            <a:ahLst/>
            <a:rect l="0" t="0" r="r" b="b"/>
            <a:pathLst>
              <a:path w="29687" h="2436">
                <a:moveTo>
                  <a:pt x="0" y="229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90"/>
                </a:lnTo>
                <a:cubicBezTo>
                  <a:pt x="29687" y="2300"/>
                  <a:pt x="29686" y="2309"/>
                  <a:pt x="29684" y="2319"/>
                </a:cubicBezTo>
                <a:cubicBezTo>
                  <a:pt x="29683" y="2328"/>
                  <a:pt x="29680" y="2337"/>
                  <a:pt x="29676" y="2346"/>
                </a:cubicBezTo>
                <a:cubicBezTo>
                  <a:pt x="29672" y="2355"/>
                  <a:pt x="29668" y="2363"/>
                  <a:pt x="29663" y="2371"/>
                </a:cubicBezTo>
                <a:cubicBezTo>
                  <a:pt x="29657" y="2379"/>
                  <a:pt x="29651" y="2386"/>
                  <a:pt x="29645" y="2393"/>
                </a:cubicBezTo>
                <a:cubicBezTo>
                  <a:pt x="29638" y="2400"/>
                  <a:pt x="29630" y="2406"/>
                  <a:pt x="29623" y="2411"/>
                </a:cubicBezTo>
                <a:cubicBezTo>
                  <a:pt x="29615" y="2416"/>
                  <a:pt x="29606" y="2421"/>
                  <a:pt x="29597" y="2425"/>
                </a:cubicBezTo>
                <a:cubicBezTo>
                  <a:pt x="29589" y="2428"/>
                  <a:pt x="29579" y="2431"/>
                  <a:pt x="29570" y="2433"/>
                </a:cubicBezTo>
                <a:cubicBezTo>
                  <a:pt x="29561" y="2435"/>
                  <a:pt x="29551" y="2436"/>
                  <a:pt x="29542" y="2436"/>
                </a:cubicBezTo>
                <a:lnTo>
                  <a:pt x="145" y="2436"/>
                </a:lnTo>
                <a:cubicBezTo>
                  <a:pt x="136" y="2436"/>
                  <a:pt x="126" y="2435"/>
                  <a:pt x="117" y="2433"/>
                </a:cubicBezTo>
                <a:cubicBezTo>
                  <a:pt x="108" y="2431"/>
                  <a:pt x="99" y="2428"/>
                  <a:pt x="90" y="2425"/>
                </a:cubicBezTo>
                <a:cubicBezTo>
                  <a:pt x="81" y="2421"/>
                  <a:pt x="73" y="2416"/>
                  <a:pt x="65" y="2411"/>
                </a:cubicBezTo>
                <a:cubicBezTo>
                  <a:pt x="57" y="2406"/>
                  <a:pt x="49" y="2400"/>
                  <a:pt x="43" y="2393"/>
                </a:cubicBezTo>
                <a:cubicBezTo>
                  <a:pt x="36" y="2386"/>
                  <a:pt x="30" y="2379"/>
                  <a:pt x="24" y="2371"/>
                </a:cubicBezTo>
                <a:cubicBezTo>
                  <a:pt x="19" y="2363"/>
                  <a:pt x="15" y="2355"/>
                  <a:pt x="11" y="2346"/>
                </a:cubicBezTo>
                <a:cubicBezTo>
                  <a:pt x="7" y="2337"/>
                  <a:pt x="5" y="2328"/>
                  <a:pt x="3" y="2319"/>
                </a:cubicBezTo>
                <a:cubicBezTo>
                  <a:pt x="1" y="2309"/>
                  <a:pt x="0" y="2300"/>
                  <a:pt x="0" y="229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2" name=""/>
          <p:cNvSpPr/>
          <p:nvPr/>
        </p:nvSpPr>
        <p:spPr>
          <a:xfrm>
            <a:off x="757080" y="3261960"/>
            <a:ext cx="10687320" cy="876960"/>
          </a:xfrm>
          <a:custGeom>
            <a:avLst/>
            <a:gdLst/>
            <a:ahLst/>
            <a:rect l="0" t="0" r="r" b="b"/>
            <a:pathLst>
              <a:path w="29687" h="2436">
                <a:moveTo>
                  <a:pt x="0" y="229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290"/>
                </a:lnTo>
                <a:cubicBezTo>
                  <a:pt x="29687" y="2300"/>
                  <a:pt x="29686" y="2309"/>
                  <a:pt x="29684" y="2319"/>
                </a:cubicBezTo>
                <a:cubicBezTo>
                  <a:pt x="29683" y="2328"/>
                  <a:pt x="29680" y="2337"/>
                  <a:pt x="29676" y="2346"/>
                </a:cubicBezTo>
                <a:cubicBezTo>
                  <a:pt x="29672" y="2355"/>
                  <a:pt x="29668" y="2363"/>
                  <a:pt x="29663" y="2371"/>
                </a:cubicBezTo>
                <a:cubicBezTo>
                  <a:pt x="29657" y="2379"/>
                  <a:pt x="29651" y="2386"/>
                  <a:pt x="29645" y="2393"/>
                </a:cubicBezTo>
                <a:cubicBezTo>
                  <a:pt x="29638" y="2400"/>
                  <a:pt x="29630" y="2406"/>
                  <a:pt x="29623" y="2411"/>
                </a:cubicBezTo>
                <a:cubicBezTo>
                  <a:pt x="29615" y="2416"/>
                  <a:pt x="29606" y="2421"/>
                  <a:pt x="29597" y="2425"/>
                </a:cubicBezTo>
                <a:cubicBezTo>
                  <a:pt x="29589" y="2428"/>
                  <a:pt x="29579" y="2431"/>
                  <a:pt x="29570" y="2433"/>
                </a:cubicBezTo>
                <a:cubicBezTo>
                  <a:pt x="29561" y="2435"/>
                  <a:pt x="29551" y="2436"/>
                  <a:pt x="29542" y="2436"/>
                </a:cubicBezTo>
                <a:lnTo>
                  <a:pt x="145" y="2436"/>
                </a:lnTo>
                <a:cubicBezTo>
                  <a:pt x="136" y="2436"/>
                  <a:pt x="126" y="2435"/>
                  <a:pt x="117" y="2433"/>
                </a:cubicBezTo>
                <a:cubicBezTo>
                  <a:pt x="108" y="2431"/>
                  <a:pt x="99" y="2428"/>
                  <a:pt x="90" y="2425"/>
                </a:cubicBezTo>
                <a:cubicBezTo>
                  <a:pt x="81" y="2421"/>
                  <a:pt x="73" y="2416"/>
                  <a:pt x="65" y="2411"/>
                </a:cubicBezTo>
                <a:cubicBezTo>
                  <a:pt x="57" y="2406"/>
                  <a:pt x="49" y="2400"/>
                  <a:pt x="43" y="2393"/>
                </a:cubicBezTo>
                <a:cubicBezTo>
                  <a:pt x="36" y="2386"/>
                  <a:pt x="30" y="2379"/>
                  <a:pt x="24" y="2371"/>
                </a:cubicBezTo>
                <a:cubicBezTo>
                  <a:pt x="19" y="2363"/>
                  <a:pt x="15" y="2355"/>
                  <a:pt x="11" y="2346"/>
                </a:cubicBezTo>
                <a:cubicBezTo>
                  <a:pt x="7" y="2337"/>
                  <a:pt x="5" y="2328"/>
                  <a:pt x="3" y="2319"/>
                </a:cubicBezTo>
                <a:cubicBezTo>
                  <a:pt x="1" y="2309"/>
                  <a:pt x="0" y="2300"/>
                  <a:pt x="0" y="229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747720" y="2266560"/>
            <a:ext cx="1083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9. 2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783800" y="2286000"/>
            <a:ext cx="2484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タスク⽬以降も同じ形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47720" y="285732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毎回「次の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700280" y="2842560"/>
            <a:ext cx="207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1907280" y="285732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タスクだけ」と伝えます。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914400" y="341568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では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238400" y="344196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tasks/todo.md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573640" y="3415680"/>
            <a:ext cx="16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2735640" y="344196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2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3002760" y="341568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タスク目だけ実装してください。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914400" y="363240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092600" y="3606480"/>
            <a:ext cx="5008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タスクずつ進めたいので、他のタスクには手を出さないでください。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914400" y="378720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実装後は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562040" y="3813480"/>
            <a:ext cx="977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typecheck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2541240" y="3787200"/>
            <a:ext cx="16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703240" y="3813480"/>
            <a:ext cx="622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build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3326400" y="3787200"/>
            <a:ext cx="161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も実行してください。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747720" y="4309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902520" y="432432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タスク⽬、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1855080" y="4309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2009880" y="4324320"/>
            <a:ext cx="2667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タスク⽬も同じ形で進めます。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8" name=""/>
          <p:cNvSpPr/>
          <p:nvPr/>
        </p:nvSpPr>
        <p:spPr>
          <a:xfrm>
            <a:off x="757080" y="3100320"/>
            <a:ext cx="10687320" cy="1619640"/>
          </a:xfrm>
          <a:custGeom>
            <a:avLst/>
            <a:gdLst/>
            <a:ahLst/>
            <a:rect l="0" t="0" r="r" b="b"/>
            <a:pathLst>
              <a:path w="29687" h="4499">
                <a:moveTo>
                  <a:pt x="0" y="43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353"/>
                </a:lnTo>
                <a:cubicBezTo>
                  <a:pt x="29687" y="4363"/>
                  <a:pt x="29686" y="4372"/>
                  <a:pt x="29684" y="4381"/>
                </a:cubicBezTo>
                <a:cubicBezTo>
                  <a:pt x="29683" y="4391"/>
                  <a:pt x="29680" y="4400"/>
                  <a:pt x="29676" y="4409"/>
                </a:cubicBezTo>
                <a:cubicBezTo>
                  <a:pt x="29672" y="4418"/>
                  <a:pt x="29668" y="4426"/>
                  <a:pt x="29663" y="4434"/>
                </a:cubicBezTo>
                <a:cubicBezTo>
                  <a:pt x="29657" y="4442"/>
                  <a:pt x="29651" y="4449"/>
                  <a:pt x="29645" y="4456"/>
                </a:cubicBezTo>
                <a:cubicBezTo>
                  <a:pt x="29638" y="4463"/>
                  <a:pt x="29630" y="4469"/>
                  <a:pt x="29623" y="4474"/>
                </a:cubicBezTo>
                <a:cubicBezTo>
                  <a:pt x="29615" y="4479"/>
                  <a:pt x="29606" y="4484"/>
                  <a:pt x="29597" y="4488"/>
                </a:cubicBezTo>
                <a:cubicBezTo>
                  <a:pt x="29589" y="4491"/>
                  <a:pt x="29579" y="4494"/>
                  <a:pt x="29570" y="4496"/>
                </a:cubicBezTo>
                <a:cubicBezTo>
                  <a:pt x="29561" y="4498"/>
                  <a:pt x="29551" y="4499"/>
                  <a:pt x="29542" y="4499"/>
                </a:cubicBezTo>
                <a:lnTo>
                  <a:pt x="145" y="4499"/>
                </a:lnTo>
                <a:cubicBezTo>
                  <a:pt x="136" y="4499"/>
                  <a:pt x="126" y="4498"/>
                  <a:pt x="117" y="4496"/>
                </a:cubicBezTo>
                <a:cubicBezTo>
                  <a:pt x="108" y="4494"/>
                  <a:pt x="99" y="4491"/>
                  <a:pt x="90" y="4488"/>
                </a:cubicBezTo>
                <a:cubicBezTo>
                  <a:pt x="81" y="4484"/>
                  <a:pt x="73" y="4479"/>
                  <a:pt x="65" y="4474"/>
                </a:cubicBezTo>
                <a:cubicBezTo>
                  <a:pt x="57" y="4469"/>
                  <a:pt x="49" y="4463"/>
                  <a:pt x="43" y="4456"/>
                </a:cubicBezTo>
                <a:cubicBezTo>
                  <a:pt x="36" y="4449"/>
                  <a:pt x="30" y="4442"/>
                  <a:pt x="24" y="4434"/>
                </a:cubicBezTo>
                <a:cubicBezTo>
                  <a:pt x="19" y="4426"/>
                  <a:pt x="15" y="4418"/>
                  <a:pt x="11" y="4409"/>
                </a:cubicBezTo>
                <a:cubicBezTo>
                  <a:pt x="7" y="4400"/>
                  <a:pt x="5" y="4391"/>
                  <a:pt x="3" y="4381"/>
                </a:cubicBezTo>
                <a:cubicBezTo>
                  <a:pt x="1" y="4372"/>
                  <a:pt x="0" y="4363"/>
                  <a:pt x="0" y="43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9" name=""/>
          <p:cNvSpPr/>
          <p:nvPr/>
        </p:nvSpPr>
        <p:spPr>
          <a:xfrm>
            <a:off x="757080" y="3100320"/>
            <a:ext cx="10687320" cy="1619640"/>
          </a:xfrm>
          <a:custGeom>
            <a:avLst/>
            <a:gdLst/>
            <a:ahLst/>
            <a:rect l="0" t="0" r="r" b="b"/>
            <a:pathLst>
              <a:path w="29687" h="4499">
                <a:moveTo>
                  <a:pt x="0" y="43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353"/>
                </a:lnTo>
                <a:cubicBezTo>
                  <a:pt x="29687" y="4363"/>
                  <a:pt x="29686" y="4372"/>
                  <a:pt x="29684" y="4381"/>
                </a:cubicBezTo>
                <a:cubicBezTo>
                  <a:pt x="29683" y="4391"/>
                  <a:pt x="29680" y="4400"/>
                  <a:pt x="29676" y="4409"/>
                </a:cubicBezTo>
                <a:cubicBezTo>
                  <a:pt x="29672" y="4418"/>
                  <a:pt x="29668" y="4426"/>
                  <a:pt x="29663" y="4434"/>
                </a:cubicBezTo>
                <a:cubicBezTo>
                  <a:pt x="29657" y="4442"/>
                  <a:pt x="29651" y="4449"/>
                  <a:pt x="29645" y="4456"/>
                </a:cubicBezTo>
                <a:cubicBezTo>
                  <a:pt x="29638" y="4463"/>
                  <a:pt x="29630" y="4469"/>
                  <a:pt x="29623" y="4474"/>
                </a:cubicBezTo>
                <a:cubicBezTo>
                  <a:pt x="29615" y="4479"/>
                  <a:pt x="29606" y="4484"/>
                  <a:pt x="29597" y="4488"/>
                </a:cubicBezTo>
                <a:cubicBezTo>
                  <a:pt x="29589" y="4491"/>
                  <a:pt x="29579" y="4494"/>
                  <a:pt x="29570" y="4496"/>
                </a:cubicBezTo>
                <a:cubicBezTo>
                  <a:pt x="29561" y="4498"/>
                  <a:pt x="29551" y="4499"/>
                  <a:pt x="29542" y="4499"/>
                </a:cubicBezTo>
                <a:lnTo>
                  <a:pt x="145" y="4499"/>
                </a:lnTo>
                <a:cubicBezTo>
                  <a:pt x="136" y="4499"/>
                  <a:pt x="126" y="4498"/>
                  <a:pt x="117" y="4496"/>
                </a:cubicBezTo>
                <a:cubicBezTo>
                  <a:pt x="108" y="4494"/>
                  <a:pt x="99" y="4491"/>
                  <a:pt x="90" y="4488"/>
                </a:cubicBezTo>
                <a:cubicBezTo>
                  <a:pt x="81" y="4484"/>
                  <a:pt x="73" y="4479"/>
                  <a:pt x="65" y="4474"/>
                </a:cubicBezTo>
                <a:cubicBezTo>
                  <a:pt x="57" y="4469"/>
                  <a:pt x="49" y="4463"/>
                  <a:pt x="43" y="4456"/>
                </a:cubicBezTo>
                <a:cubicBezTo>
                  <a:pt x="36" y="4449"/>
                  <a:pt x="30" y="4442"/>
                  <a:pt x="24" y="4434"/>
                </a:cubicBezTo>
                <a:cubicBezTo>
                  <a:pt x="19" y="4426"/>
                  <a:pt x="15" y="4418"/>
                  <a:pt x="11" y="4409"/>
                </a:cubicBezTo>
                <a:cubicBezTo>
                  <a:pt x="7" y="4400"/>
                  <a:pt x="5" y="4391"/>
                  <a:pt x="3" y="4381"/>
                </a:cubicBezTo>
                <a:cubicBezTo>
                  <a:pt x="1" y="4372"/>
                  <a:pt x="0" y="4363"/>
                  <a:pt x="0" y="43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47720" y="2113920"/>
            <a:ext cx="1015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10.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677240" y="2133720"/>
            <a:ext cx="3727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会話が⻑くなったら整理して再開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747720" y="2695680"/>
            <a:ext cx="4191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⻑いセッションでは前提がぶれやすくなります。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914400" y="3254040"/>
            <a:ext cx="2746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ここまでの状況を整理してください。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914400" y="3625200"/>
            <a:ext cx="1131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確認したいこと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2048040" y="365148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914400" y="38419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092600" y="3816000"/>
            <a:ext cx="1131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完了済みタスク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914400" y="402300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1092600" y="399672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未着手タスク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914400" y="42134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092600" y="418716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今の実装が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1902240" y="4213440"/>
            <a:ext cx="533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spec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2436120" y="418716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から外れていないか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914400" y="43945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1092600" y="436824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次にやるべき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2063880" y="439452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2331000" y="436824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2" name=""/>
          <p:cNvSpPr/>
          <p:nvPr/>
        </p:nvSpPr>
        <p:spPr>
          <a:xfrm>
            <a:off x="757080" y="3233520"/>
            <a:ext cx="10687320" cy="505080"/>
          </a:xfrm>
          <a:custGeom>
            <a:avLst/>
            <a:gdLst/>
            <a:ahLst/>
            <a:rect l="0" t="0" r="r" b="b"/>
            <a:pathLst>
              <a:path w="29687" h="1403">
                <a:moveTo>
                  <a:pt x="0" y="1258"/>
                </a:moveTo>
                <a:lnTo>
                  <a:pt x="0" y="147"/>
                </a:ln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7"/>
                  <a:pt x="29687" y="147"/>
                </a:cubicBezTo>
                <a:lnTo>
                  <a:pt x="29687" y="1258"/>
                </a:lnTo>
                <a:cubicBezTo>
                  <a:pt x="29687" y="1267"/>
                  <a:pt x="29686" y="1277"/>
                  <a:pt x="29684" y="1286"/>
                </a:cubicBezTo>
                <a:cubicBezTo>
                  <a:pt x="29683" y="1296"/>
                  <a:pt x="29680" y="1305"/>
                  <a:pt x="29676" y="1314"/>
                </a:cubicBezTo>
                <a:cubicBezTo>
                  <a:pt x="29672" y="1322"/>
                  <a:pt x="29668" y="1331"/>
                  <a:pt x="29663" y="1339"/>
                </a:cubicBezTo>
                <a:cubicBezTo>
                  <a:pt x="29657" y="1347"/>
                  <a:pt x="29651" y="1354"/>
                  <a:pt x="29645" y="1361"/>
                </a:cubicBezTo>
                <a:cubicBezTo>
                  <a:pt x="29638" y="1368"/>
                  <a:pt x="29630" y="1374"/>
                  <a:pt x="29623" y="1379"/>
                </a:cubicBezTo>
                <a:cubicBezTo>
                  <a:pt x="29615" y="1384"/>
                  <a:pt x="29606" y="1389"/>
                  <a:pt x="29597" y="1392"/>
                </a:cubicBezTo>
                <a:cubicBezTo>
                  <a:pt x="29589" y="1396"/>
                  <a:pt x="29579" y="1399"/>
                  <a:pt x="29570" y="1401"/>
                </a:cubicBezTo>
                <a:cubicBezTo>
                  <a:pt x="29561" y="1402"/>
                  <a:pt x="29551" y="1403"/>
                  <a:pt x="29542" y="1403"/>
                </a:cubicBezTo>
                <a:lnTo>
                  <a:pt x="145" y="1403"/>
                </a:lnTo>
                <a:cubicBezTo>
                  <a:pt x="136" y="1403"/>
                  <a:pt x="126" y="1402"/>
                  <a:pt x="117" y="1401"/>
                </a:cubicBezTo>
                <a:cubicBezTo>
                  <a:pt x="108" y="1399"/>
                  <a:pt x="99" y="1396"/>
                  <a:pt x="90" y="1392"/>
                </a:cubicBezTo>
                <a:cubicBezTo>
                  <a:pt x="81" y="1389"/>
                  <a:pt x="73" y="1384"/>
                  <a:pt x="65" y="1379"/>
                </a:cubicBezTo>
                <a:cubicBezTo>
                  <a:pt x="57" y="1374"/>
                  <a:pt x="49" y="1368"/>
                  <a:pt x="43" y="1361"/>
                </a:cubicBezTo>
                <a:cubicBezTo>
                  <a:pt x="36" y="1354"/>
                  <a:pt x="30" y="1347"/>
                  <a:pt x="24" y="1339"/>
                </a:cubicBezTo>
                <a:cubicBezTo>
                  <a:pt x="19" y="1331"/>
                  <a:pt x="15" y="1322"/>
                  <a:pt x="11" y="1314"/>
                </a:cubicBezTo>
                <a:cubicBezTo>
                  <a:pt x="7" y="1305"/>
                  <a:pt x="5" y="1296"/>
                  <a:pt x="3" y="1286"/>
                </a:cubicBezTo>
                <a:cubicBezTo>
                  <a:pt x="1" y="1277"/>
                  <a:pt x="0" y="1267"/>
                  <a:pt x="0" y="1258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3" name=""/>
          <p:cNvSpPr/>
          <p:nvPr/>
        </p:nvSpPr>
        <p:spPr>
          <a:xfrm>
            <a:off x="757080" y="3233520"/>
            <a:ext cx="10687320" cy="505080"/>
          </a:xfrm>
          <a:custGeom>
            <a:avLst/>
            <a:gdLst/>
            <a:ahLst/>
            <a:rect l="0" t="0" r="r" b="b"/>
            <a:pathLst>
              <a:path w="29687" h="1403">
                <a:moveTo>
                  <a:pt x="0" y="1258"/>
                </a:moveTo>
                <a:lnTo>
                  <a:pt x="0" y="147"/>
                </a:ln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7"/>
                  <a:pt x="29687" y="147"/>
                </a:cubicBezTo>
                <a:lnTo>
                  <a:pt x="29687" y="1258"/>
                </a:lnTo>
                <a:cubicBezTo>
                  <a:pt x="29687" y="1267"/>
                  <a:pt x="29686" y="1277"/>
                  <a:pt x="29684" y="1286"/>
                </a:cubicBezTo>
                <a:cubicBezTo>
                  <a:pt x="29683" y="1296"/>
                  <a:pt x="29680" y="1305"/>
                  <a:pt x="29676" y="1314"/>
                </a:cubicBezTo>
                <a:cubicBezTo>
                  <a:pt x="29672" y="1322"/>
                  <a:pt x="29668" y="1331"/>
                  <a:pt x="29663" y="1339"/>
                </a:cubicBezTo>
                <a:cubicBezTo>
                  <a:pt x="29657" y="1347"/>
                  <a:pt x="29651" y="1354"/>
                  <a:pt x="29645" y="1361"/>
                </a:cubicBezTo>
                <a:cubicBezTo>
                  <a:pt x="29638" y="1368"/>
                  <a:pt x="29630" y="1374"/>
                  <a:pt x="29623" y="1379"/>
                </a:cubicBezTo>
                <a:cubicBezTo>
                  <a:pt x="29615" y="1384"/>
                  <a:pt x="29606" y="1389"/>
                  <a:pt x="29597" y="1392"/>
                </a:cubicBezTo>
                <a:cubicBezTo>
                  <a:pt x="29589" y="1396"/>
                  <a:pt x="29579" y="1399"/>
                  <a:pt x="29570" y="1401"/>
                </a:cubicBezTo>
                <a:cubicBezTo>
                  <a:pt x="29561" y="1402"/>
                  <a:pt x="29551" y="1403"/>
                  <a:pt x="29542" y="1403"/>
                </a:cubicBezTo>
                <a:lnTo>
                  <a:pt x="145" y="1403"/>
                </a:lnTo>
                <a:cubicBezTo>
                  <a:pt x="136" y="1403"/>
                  <a:pt x="126" y="1402"/>
                  <a:pt x="117" y="1401"/>
                </a:cubicBezTo>
                <a:cubicBezTo>
                  <a:pt x="108" y="1399"/>
                  <a:pt x="99" y="1396"/>
                  <a:pt x="90" y="1392"/>
                </a:cubicBezTo>
                <a:cubicBezTo>
                  <a:pt x="81" y="1389"/>
                  <a:pt x="73" y="1384"/>
                  <a:pt x="65" y="1379"/>
                </a:cubicBezTo>
                <a:cubicBezTo>
                  <a:pt x="57" y="1374"/>
                  <a:pt x="49" y="1368"/>
                  <a:pt x="43" y="1361"/>
                </a:cubicBezTo>
                <a:cubicBezTo>
                  <a:pt x="36" y="1354"/>
                  <a:pt x="30" y="1347"/>
                  <a:pt x="24" y="1339"/>
                </a:cubicBezTo>
                <a:cubicBezTo>
                  <a:pt x="19" y="1331"/>
                  <a:pt x="15" y="1322"/>
                  <a:pt x="11" y="1314"/>
                </a:cubicBezTo>
                <a:cubicBezTo>
                  <a:pt x="7" y="1305"/>
                  <a:pt x="5" y="1296"/>
                  <a:pt x="3" y="1286"/>
                </a:cubicBezTo>
                <a:cubicBezTo>
                  <a:pt x="1" y="1277"/>
                  <a:pt x="0" y="1267"/>
                  <a:pt x="0" y="12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747720" y="2666520"/>
            <a:ext cx="1015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10.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1677240" y="2685960"/>
            <a:ext cx="1491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再開⽤の⼊⼒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914400" y="338724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そのうえで、次は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2209680" y="341352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tasks/todo.md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3545280" y="338724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の次の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4030920" y="341352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1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4298040" y="3387240"/>
            <a:ext cx="2100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タスクだけ進めてください。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747720" y="3924360"/>
            <a:ext cx="47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この⼀⾔を付けると、次の作業に戻りやすくなります。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6" name=""/>
          <p:cNvSpPr/>
          <p:nvPr/>
        </p:nvSpPr>
        <p:spPr>
          <a:xfrm>
            <a:off x="757080" y="2823840"/>
            <a:ext cx="10687320" cy="2181600"/>
          </a:xfrm>
          <a:custGeom>
            <a:avLst/>
            <a:gdLst/>
            <a:ahLst/>
            <a:rect l="0" t="0" r="r" b="b"/>
            <a:pathLst>
              <a:path w="29687" h="6060">
                <a:moveTo>
                  <a:pt x="0" y="591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915"/>
                </a:lnTo>
                <a:cubicBezTo>
                  <a:pt x="29687" y="5924"/>
                  <a:pt x="29686" y="5934"/>
                  <a:pt x="29684" y="5943"/>
                </a:cubicBezTo>
                <a:cubicBezTo>
                  <a:pt x="29683" y="5953"/>
                  <a:pt x="29680" y="5962"/>
                  <a:pt x="29676" y="5971"/>
                </a:cubicBezTo>
                <a:cubicBezTo>
                  <a:pt x="29672" y="5979"/>
                  <a:pt x="29668" y="5988"/>
                  <a:pt x="29663" y="5996"/>
                </a:cubicBezTo>
                <a:cubicBezTo>
                  <a:pt x="29657" y="6004"/>
                  <a:pt x="29651" y="6011"/>
                  <a:pt x="29645" y="6018"/>
                </a:cubicBezTo>
                <a:cubicBezTo>
                  <a:pt x="29638" y="6024"/>
                  <a:pt x="29630" y="6031"/>
                  <a:pt x="29623" y="6036"/>
                </a:cubicBezTo>
                <a:cubicBezTo>
                  <a:pt x="29615" y="6041"/>
                  <a:pt x="29606" y="6046"/>
                  <a:pt x="29597" y="6049"/>
                </a:cubicBezTo>
                <a:cubicBezTo>
                  <a:pt x="29589" y="6053"/>
                  <a:pt x="29579" y="6056"/>
                  <a:pt x="29570" y="6058"/>
                </a:cubicBezTo>
                <a:cubicBezTo>
                  <a:pt x="29561" y="6059"/>
                  <a:pt x="29551" y="6060"/>
                  <a:pt x="29542" y="6060"/>
                </a:cubicBezTo>
                <a:lnTo>
                  <a:pt x="145" y="6060"/>
                </a:lnTo>
                <a:cubicBezTo>
                  <a:pt x="136" y="6060"/>
                  <a:pt x="126" y="6059"/>
                  <a:pt x="117" y="6058"/>
                </a:cubicBezTo>
                <a:cubicBezTo>
                  <a:pt x="108" y="6056"/>
                  <a:pt x="99" y="6053"/>
                  <a:pt x="90" y="6049"/>
                </a:cubicBezTo>
                <a:cubicBezTo>
                  <a:pt x="81" y="6046"/>
                  <a:pt x="73" y="6041"/>
                  <a:pt x="65" y="6036"/>
                </a:cubicBezTo>
                <a:cubicBezTo>
                  <a:pt x="57" y="6031"/>
                  <a:pt x="49" y="6024"/>
                  <a:pt x="43" y="6018"/>
                </a:cubicBezTo>
                <a:cubicBezTo>
                  <a:pt x="36" y="6011"/>
                  <a:pt x="30" y="6004"/>
                  <a:pt x="24" y="5996"/>
                </a:cubicBezTo>
                <a:cubicBezTo>
                  <a:pt x="19" y="5988"/>
                  <a:pt x="15" y="5979"/>
                  <a:pt x="11" y="5971"/>
                </a:cubicBezTo>
                <a:cubicBezTo>
                  <a:pt x="7" y="5962"/>
                  <a:pt x="5" y="5953"/>
                  <a:pt x="3" y="5943"/>
                </a:cubicBezTo>
                <a:cubicBezTo>
                  <a:pt x="1" y="5934"/>
                  <a:pt x="0" y="5924"/>
                  <a:pt x="0" y="591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7" name=""/>
          <p:cNvSpPr/>
          <p:nvPr/>
        </p:nvSpPr>
        <p:spPr>
          <a:xfrm>
            <a:off x="757080" y="2823840"/>
            <a:ext cx="10687320" cy="2181600"/>
          </a:xfrm>
          <a:custGeom>
            <a:avLst/>
            <a:gdLst/>
            <a:ahLst/>
            <a:rect l="0" t="0" r="r" b="b"/>
            <a:pathLst>
              <a:path w="29687" h="6060">
                <a:moveTo>
                  <a:pt x="0" y="591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915"/>
                </a:lnTo>
                <a:cubicBezTo>
                  <a:pt x="29687" y="5924"/>
                  <a:pt x="29686" y="5934"/>
                  <a:pt x="29684" y="5943"/>
                </a:cubicBezTo>
                <a:cubicBezTo>
                  <a:pt x="29683" y="5953"/>
                  <a:pt x="29680" y="5962"/>
                  <a:pt x="29676" y="5971"/>
                </a:cubicBezTo>
                <a:cubicBezTo>
                  <a:pt x="29672" y="5979"/>
                  <a:pt x="29668" y="5988"/>
                  <a:pt x="29663" y="5996"/>
                </a:cubicBezTo>
                <a:cubicBezTo>
                  <a:pt x="29657" y="6004"/>
                  <a:pt x="29651" y="6011"/>
                  <a:pt x="29645" y="6018"/>
                </a:cubicBezTo>
                <a:cubicBezTo>
                  <a:pt x="29638" y="6024"/>
                  <a:pt x="29630" y="6031"/>
                  <a:pt x="29623" y="6036"/>
                </a:cubicBezTo>
                <a:cubicBezTo>
                  <a:pt x="29615" y="6041"/>
                  <a:pt x="29606" y="6046"/>
                  <a:pt x="29597" y="6049"/>
                </a:cubicBezTo>
                <a:cubicBezTo>
                  <a:pt x="29589" y="6053"/>
                  <a:pt x="29579" y="6056"/>
                  <a:pt x="29570" y="6058"/>
                </a:cubicBezTo>
                <a:cubicBezTo>
                  <a:pt x="29561" y="6059"/>
                  <a:pt x="29551" y="6060"/>
                  <a:pt x="29542" y="6060"/>
                </a:cubicBezTo>
                <a:lnTo>
                  <a:pt x="145" y="6060"/>
                </a:lnTo>
                <a:cubicBezTo>
                  <a:pt x="136" y="6060"/>
                  <a:pt x="126" y="6059"/>
                  <a:pt x="117" y="6058"/>
                </a:cubicBezTo>
                <a:cubicBezTo>
                  <a:pt x="108" y="6056"/>
                  <a:pt x="99" y="6053"/>
                  <a:pt x="90" y="6049"/>
                </a:cubicBezTo>
                <a:cubicBezTo>
                  <a:pt x="81" y="6046"/>
                  <a:pt x="73" y="6041"/>
                  <a:pt x="65" y="6036"/>
                </a:cubicBezTo>
                <a:cubicBezTo>
                  <a:pt x="57" y="6031"/>
                  <a:pt x="49" y="6024"/>
                  <a:pt x="43" y="6018"/>
                </a:cubicBezTo>
                <a:cubicBezTo>
                  <a:pt x="36" y="6011"/>
                  <a:pt x="30" y="6004"/>
                  <a:pt x="24" y="5996"/>
                </a:cubicBezTo>
                <a:cubicBezTo>
                  <a:pt x="19" y="5988"/>
                  <a:pt x="15" y="5979"/>
                  <a:pt x="11" y="5971"/>
                </a:cubicBezTo>
                <a:cubicBezTo>
                  <a:pt x="7" y="5962"/>
                  <a:pt x="5" y="5953"/>
                  <a:pt x="3" y="5943"/>
                </a:cubicBezTo>
                <a:cubicBezTo>
                  <a:pt x="1" y="5934"/>
                  <a:pt x="0" y="5924"/>
                  <a:pt x="0" y="591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747720" y="1828440"/>
            <a:ext cx="1600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11. spec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2211480" y="1847880"/>
            <a:ext cx="27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と実装がずれてきたとき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47720" y="2419200"/>
            <a:ext cx="4191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違和感が出たら、そのまま進めず確認させます。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914400" y="297756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いまの実装が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886040" y="3003840"/>
            <a:ext cx="533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spec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2420280" y="2977560"/>
            <a:ext cx="2908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からずれていないか確認してください。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914400" y="334908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比較対象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562040" y="337536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914400" y="3565800"/>
            <a:ext cx="1688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2606040" y="353952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5034960" y="3565800"/>
            <a:ext cx="267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914400" y="374688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SPEC.md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914400" y="409212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やってほしいこと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2209680" y="411840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914400" y="430884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1092600" y="4282560"/>
            <a:ext cx="1777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ずれている点を列挙する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914400" y="448992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1092600" y="4463640"/>
            <a:ext cx="1777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重大なものから順に出す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914400" y="468036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092600" y="4654080"/>
            <a:ext cx="2746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まだ修正は始めず、修正方針だけ出す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747720" y="2123640"/>
            <a:ext cx="1015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12.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677240" y="2143080"/>
            <a:ext cx="1491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最後の仕上げ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4" name=""/>
          <p:cNvSpPr/>
          <p:nvPr/>
        </p:nvSpPr>
        <p:spPr>
          <a:xfrm>
            <a:off x="933120" y="32288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8"/>
                </a:cubicBezTo>
                <a:cubicBezTo>
                  <a:pt x="141" y="13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65" name=""/>
          <p:cNvSpPr/>
          <p:nvPr/>
        </p:nvSpPr>
        <p:spPr>
          <a:xfrm>
            <a:off x="1133280" y="3124080"/>
            <a:ext cx="1362600" cy="286200"/>
          </a:xfrm>
          <a:custGeom>
            <a:avLst/>
            <a:gdLst/>
            <a:ahLst/>
            <a:rect l="0" t="0" r="r" b="b"/>
            <a:pathLst>
              <a:path w="3785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6" y="16"/>
                  <a:pt x="3705" y="21"/>
                  <a:pt x="3714" y="27"/>
                </a:cubicBezTo>
                <a:cubicBezTo>
                  <a:pt x="3723" y="32"/>
                  <a:pt x="3731" y="39"/>
                  <a:pt x="3738" y="46"/>
                </a:cubicBezTo>
                <a:cubicBezTo>
                  <a:pt x="3745" y="54"/>
                  <a:pt x="3752" y="62"/>
                  <a:pt x="3758" y="70"/>
                </a:cubicBezTo>
                <a:cubicBezTo>
                  <a:pt x="3764" y="79"/>
                  <a:pt x="3769" y="88"/>
                  <a:pt x="3772" y="98"/>
                </a:cubicBezTo>
                <a:cubicBezTo>
                  <a:pt x="3776" y="107"/>
                  <a:pt x="3779" y="117"/>
                  <a:pt x="3782" y="128"/>
                </a:cubicBezTo>
                <a:cubicBezTo>
                  <a:pt x="3784" y="138"/>
                  <a:pt x="3785" y="148"/>
                  <a:pt x="3785" y="159"/>
                </a:cubicBezTo>
                <a:lnTo>
                  <a:pt x="3785" y="636"/>
                </a:lnTo>
                <a:cubicBezTo>
                  <a:pt x="3785" y="646"/>
                  <a:pt x="3784" y="657"/>
                  <a:pt x="3782" y="667"/>
                </a:cubicBezTo>
                <a:cubicBezTo>
                  <a:pt x="3779" y="677"/>
                  <a:pt x="3776" y="687"/>
                  <a:pt x="3772" y="697"/>
                </a:cubicBezTo>
                <a:cubicBezTo>
                  <a:pt x="3769" y="706"/>
                  <a:pt x="3764" y="715"/>
                  <a:pt x="3758" y="724"/>
                </a:cubicBezTo>
                <a:cubicBezTo>
                  <a:pt x="3752" y="733"/>
                  <a:pt x="3745" y="741"/>
                  <a:pt x="3738" y="748"/>
                </a:cubicBezTo>
                <a:cubicBezTo>
                  <a:pt x="3731" y="755"/>
                  <a:pt x="3723" y="762"/>
                  <a:pt x="3714" y="768"/>
                </a:cubicBezTo>
                <a:cubicBezTo>
                  <a:pt x="3705" y="774"/>
                  <a:pt x="3696" y="779"/>
                  <a:pt x="3687" y="782"/>
                </a:cubicBezTo>
                <a:cubicBezTo>
                  <a:pt x="3677" y="786"/>
                  <a:pt x="3667" y="789"/>
                  <a:pt x="3657" y="792"/>
                </a:cubicBezTo>
                <a:cubicBezTo>
                  <a:pt x="3647" y="794"/>
                  <a:pt x="3636" y="795"/>
                  <a:pt x="362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747720" y="2705040"/>
            <a:ext cx="5334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主要タスクが終わったら、最後に次をまとめて確認させます。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1197000" y="319284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tasks/todo.md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2491200" y="31186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9" name=""/>
          <p:cNvSpPr/>
          <p:nvPr/>
        </p:nvSpPr>
        <p:spPr>
          <a:xfrm>
            <a:off x="933120" y="35622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8"/>
                </a:cubicBezTo>
                <a:cubicBezTo>
                  <a:pt x="141" y="13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0" name=""/>
          <p:cNvSpPr/>
          <p:nvPr/>
        </p:nvSpPr>
        <p:spPr>
          <a:xfrm>
            <a:off x="1133280" y="3457440"/>
            <a:ext cx="790920" cy="286200"/>
          </a:xfrm>
          <a:custGeom>
            <a:avLst/>
            <a:gdLst/>
            <a:ahLst/>
            <a:rect l="0" t="0" r="r" b="b"/>
            <a:pathLst>
              <a:path w="2197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60" y="0"/>
                </a:cubicBezTo>
                <a:lnTo>
                  <a:pt x="2038" y="0"/>
                </a:lnTo>
                <a:cubicBezTo>
                  <a:pt x="2049" y="0"/>
                  <a:pt x="2059" y="1"/>
                  <a:pt x="2069" y="3"/>
                </a:cubicBezTo>
                <a:cubicBezTo>
                  <a:pt x="2080" y="5"/>
                  <a:pt x="2089" y="8"/>
                  <a:pt x="2099" y="12"/>
                </a:cubicBezTo>
                <a:cubicBezTo>
                  <a:pt x="2109" y="16"/>
                  <a:pt x="2118" y="21"/>
                  <a:pt x="2127" y="27"/>
                </a:cubicBezTo>
                <a:cubicBezTo>
                  <a:pt x="2135" y="32"/>
                  <a:pt x="2143" y="39"/>
                  <a:pt x="2151" y="46"/>
                </a:cubicBezTo>
                <a:cubicBezTo>
                  <a:pt x="2158" y="54"/>
                  <a:pt x="2165" y="62"/>
                  <a:pt x="2170" y="70"/>
                </a:cubicBezTo>
                <a:cubicBezTo>
                  <a:pt x="2176" y="79"/>
                  <a:pt x="2181" y="88"/>
                  <a:pt x="2185" y="98"/>
                </a:cubicBezTo>
                <a:cubicBezTo>
                  <a:pt x="2189" y="108"/>
                  <a:pt x="2192" y="117"/>
                  <a:pt x="2194" y="128"/>
                </a:cubicBezTo>
                <a:cubicBezTo>
                  <a:pt x="2196" y="138"/>
                  <a:pt x="2197" y="148"/>
                  <a:pt x="2197" y="159"/>
                </a:cubicBezTo>
                <a:lnTo>
                  <a:pt x="2197" y="636"/>
                </a:lnTo>
                <a:cubicBezTo>
                  <a:pt x="2197" y="646"/>
                  <a:pt x="2196" y="657"/>
                  <a:pt x="2194" y="667"/>
                </a:cubicBezTo>
                <a:cubicBezTo>
                  <a:pt x="2192" y="677"/>
                  <a:pt x="2189" y="687"/>
                  <a:pt x="2185" y="697"/>
                </a:cubicBezTo>
                <a:cubicBezTo>
                  <a:pt x="2181" y="706"/>
                  <a:pt x="2176" y="715"/>
                  <a:pt x="2170" y="724"/>
                </a:cubicBezTo>
                <a:cubicBezTo>
                  <a:pt x="2165" y="733"/>
                  <a:pt x="2158" y="741"/>
                  <a:pt x="2151" y="748"/>
                </a:cubicBezTo>
                <a:cubicBezTo>
                  <a:pt x="2143" y="755"/>
                  <a:pt x="2135" y="762"/>
                  <a:pt x="2127" y="768"/>
                </a:cubicBezTo>
                <a:cubicBezTo>
                  <a:pt x="2118" y="774"/>
                  <a:pt x="2109" y="779"/>
                  <a:pt x="2099" y="783"/>
                </a:cubicBezTo>
                <a:cubicBezTo>
                  <a:pt x="2089" y="787"/>
                  <a:pt x="2080" y="790"/>
                  <a:pt x="2069" y="792"/>
                </a:cubicBezTo>
                <a:cubicBezTo>
                  <a:pt x="2059" y="794"/>
                  <a:pt x="2049" y="795"/>
                  <a:pt x="2038" y="795"/>
                </a:cubicBezTo>
                <a:lnTo>
                  <a:pt x="160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2543400" y="313380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に未完了が残っていないか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197000" y="352620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1925640" y="3452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4" name=""/>
          <p:cNvSpPr/>
          <p:nvPr/>
        </p:nvSpPr>
        <p:spPr>
          <a:xfrm>
            <a:off x="933120" y="38955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5" name=""/>
          <p:cNvSpPr/>
          <p:nvPr/>
        </p:nvSpPr>
        <p:spPr>
          <a:xfrm>
            <a:off x="1133280" y="3800160"/>
            <a:ext cx="1733760" cy="276840"/>
          </a:xfrm>
          <a:custGeom>
            <a:avLst/>
            <a:gdLst/>
            <a:ahLst/>
            <a:rect l="0" t="0" r="r" b="b"/>
            <a:pathLst>
              <a:path w="4816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658" y="0"/>
                </a:lnTo>
                <a:cubicBezTo>
                  <a:pt x="4668" y="0"/>
                  <a:pt x="4678" y="1"/>
                  <a:pt x="4689" y="3"/>
                </a:cubicBezTo>
                <a:cubicBezTo>
                  <a:pt x="4699" y="5"/>
                  <a:pt x="4709" y="8"/>
                  <a:pt x="4718" y="12"/>
                </a:cubicBezTo>
                <a:cubicBezTo>
                  <a:pt x="4728" y="16"/>
                  <a:pt x="4737" y="21"/>
                  <a:pt x="4746" y="27"/>
                </a:cubicBezTo>
                <a:cubicBezTo>
                  <a:pt x="4755" y="33"/>
                  <a:pt x="4763" y="40"/>
                  <a:pt x="4770" y="47"/>
                </a:cubicBezTo>
                <a:cubicBezTo>
                  <a:pt x="4777" y="54"/>
                  <a:pt x="4784" y="62"/>
                  <a:pt x="4790" y="71"/>
                </a:cubicBezTo>
                <a:cubicBezTo>
                  <a:pt x="4795" y="80"/>
                  <a:pt x="4800" y="89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9"/>
                  <a:pt x="4816" y="159"/>
                </a:cubicBezTo>
                <a:lnTo>
                  <a:pt x="4816" y="610"/>
                </a:lnTo>
                <a:cubicBezTo>
                  <a:pt x="4816" y="620"/>
                  <a:pt x="4815" y="631"/>
                  <a:pt x="4813" y="641"/>
                </a:cubicBezTo>
                <a:cubicBezTo>
                  <a:pt x="4811" y="651"/>
                  <a:pt x="4808" y="661"/>
                  <a:pt x="4804" y="671"/>
                </a:cubicBezTo>
                <a:cubicBezTo>
                  <a:pt x="4800" y="680"/>
                  <a:pt x="4795" y="689"/>
                  <a:pt x="4790" y="698"/>
                </a:cubicBezTo>
                <a:cubicBezTo>
                  <a:pt x="4784" y="707"/>
                  <a:pt x="4777" y="715"/>
                  <a:pt x="4770" y="722"/>
                </a:cubicBezTo>
                <a:cubicBezTo>
                  <a:pt x="4763" y="730"/>
                  <a:pt x="4755" y="736"/>
                  <a:pt x="4746" y="742"/>
                </a:cubicBezTo>
                <a:cubicBezTo>
                  <a:pt x="4737" y="748"/>
                  <a:pt x="4728" y="753"/>
                  <a:pt x="4718" y="757"/>
                </a:cubicBezTo>
                <a:cubicBezTo>
                  <a:pt x="4709" y="761"/>
                  <a:pt x="4699" y="764"/>
                  <a:pt x="4689" y="766"/>
                </a:cubicBezTo>
                <a:cubicBezTo>
                  <a:pt x="4678" y="768"/>
                  <a:pt x="4668" y="769"/>
                  <a:pt x="4658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977840" y="346716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の要件を満たしているか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1197000" y="386928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npm run typecheck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2868120" y="37854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9" name=""/>
          <p:cNvSpPr/>
          <p:nvPr/>
        </p:nvSpPr>
        <p:spPr>
          <a:xfrm>
            <a:off x="933120" y="42289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80" name=""/>
          <p:cNvSpPr/>
          <p:nvPr/>
        </p:nvSpPr>
        <p:spPr>
          <a:xfrm>
            <a:off x="1133280" y="4133520"/>
            <a:ext cx="1362600" cy="276840"/>
          </a:xfrm>
          <a:custGeom>
            <a:avLst/>
            <a:gdLst/>
            <a:ahLst/>
            <a:rect l="0" t="0" r="r" b="b"/>
            <a:pathLst>
              <a:path w="3785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7" y="1"/>
                  <a:pt x="3657" y="3"/>
                </a:cubicBezTo>
                <a:cubicBezTo>
                  <a:pt x="3667" y="5"/>
                  <a:pt x="3677" y="9"/>
                  <a:pt x="3687" y="12"/>
                </a:cubicBezTo>
                <a:cubicBezTo>
                  <a:pt x="3696" y="16"/>
                  <a:pt x="3705" y="21"/>
                  <a:pt x="3714" y="27"/>
                </a:cubicBezTo>
                <a:cubicBezTo>
                  <a:pt x="3723" y="33"/>
                  <a:pt x="3731" y="40"/>
                  <a:pt x="3738" y="47"/>
                </a:cubicBezTo>
                <a:cubicBezTo>
                  <a:pt x="3745" y="54"/>
                  <a:pt x="3752" y="62"/>
                  <a:pt x="3758" y="71"/>
                </a:cubicBezTo>
                <a:cubicBezTo>
                  <a:pt x="3764" y="80"/>
                  <a:pt x="3769" y="89"/>
                  <a:pt x="3772" y="98"/>
                </a:cubicBezTo>
                <a:cubicBezTo>
                  <a:pt x="3776" y="108"/>
                  <a:pt x="3779" y="118"/>
                  <a:pt x="3782" y="128"/>
                </a:cubicBezTo>
                <a:cubicBezTo>
                  <a:pt x="3784" y="138"/>
                  <a:pt x="3785" y="149"/>
                  <a:pt x="3785" y="159"/>
                </a:cubicBezTo>
                <a:lnTo>
                  <a:pt x="3785" y="610"/>
                </a:lnTo>
                <a:cubicBezTo>
                  <a:pt x="3785" y="620"/>
                  <a:pt x="3784" y="631"/>
                  <a:pt x="3782" y="641"/>
                </a:cubicBezTo>
                <a:cubicBezTo>
                  <a:pt x="3779" y="651"/>
                  <a:pt x="3776" y="661"/>
                  <a:pt x="3772" y="671"/>
                </a:cubicBezTo>
                <a:cubicBezTo>
                  <a:pt x="3769" y="680"/>
                  <a:pt x="3764" y="689"/>
                  <a:pt x="3758" y="698"/>
                </a:cubicBezTo>
                <a:cubicBezTo>
                  <a:pt x="3752" y="707"/>
                  <a:pt x="3745" y="715"/>
                  <a:pt x="3738" y="722"/>
                </a:cubicBezTo>
                <a:cubicBezTo>
                  <a:pt x="3731" y="730"/>
                  <a:pt x="3723" y="736"/>
                  <a:pt x="3714" y="742"/>
                </a:cubicBezTo>
                <a:cubicBezTo>
                  <a:pt x="3705" y="748"/>
                  <a:pt x="3696" y="753"/>
                  <a:pt x="3687" y="757"/>
                </a:cubicBezTo>
                <a:cubicBezTo>
                  <a:pt x="3677" y="761"/>
                  <a:pt x="3667" y="764"/>
                  <a:pt x="3657" y="766"/>
                </a:cubicBezTo>
                <a:cubicBezTo>
                  <a:pt x="3647" y="768"/>
                  <a:pt x="3636" y="769"/>
                  <a:pt x="3626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920320" y="380052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が通るか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1197000" y="420264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npm run build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491200" y="41187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4" name=""/>
          <p:cNvSpPr/>
          <p:nvPr/>
        </p:nvSpPr>
        <p:spPr>
          <a:xfrm>
            <a:off x="933120" y="45622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7"/>
                  <a:pt x="141" y="174"/>
                  <a:pt x="129" y="178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8"/>
                </a:cubicBezTo>
                <a:cubicBezTo>
                  <a:pt x="46" y="174"/>
                  <a:pt x="36" y="167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2543400" y="413388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が通るか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1128600" y="446724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ドキュメント不⾜がないか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1" name=""/>
          <p:cNvSpPr/>
          <p:nvPr/>
        </p:nvSpPr>
        <p:spPr>
          <a:xfrm>
            <a:off x="757080" y="2423880"/>
            <a:ext cx="10687320" cy="2553120"/>
          </a:xfrm>
          <a:custGeom>
            <a:avLst/>
            <a:gdLst/>
            <a:ahLst/>
            <a:rect l="0" t="0" r="r" b="b"/>
            <a:pathLst>
              <a:path w="29687" h="7092">
                <a:moveTo>
                  <a:pt x="0" y="694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946"/>
                </a:lnTo>
                <a:cubicBezTo>
                  <a:pt x="29687" y="6956"/>
                  <a:pt x="29686" y="6965"/>
                  <a:pt x="29684" y="6975"/>
                </a:cubicBezTo>
                <a:cubicBezTo>
                  <a:pt x="29683" y="6984"/>
                  <a:pt x="29680" y="6993"/>
                  <a:pt x="29676" y="7002"/>
                </a:cubicBezTo>
                <a:cubicBezTo>
                  <a:pt x="29672" y="7011"/>
                  <a:pt x="29668" y="7019"/>
                  <a:pt x="29663" y="7027"/>
                </a:cubicBezTo>
                <a:cubicBezTo>
                  <a:pt x="29657" y="7035"/>
                  <a:pt x="29651" y="7043"/>
                  <a:pt x="29645" y="7049"/>
                </a:cubicBezTo>
                <a:cubicBezTo>
                  <a:pt x="29638" y="7056"/>
                  <a:pt x="29630" y="7062"/>
                  <a:pt x="29623" y="7067"/>
                </a:cubicBezTo>
                <a:cubicBezTo>
                  <a:pt x="29615" y="7073"/>
                  <a:pt x="29606" y="7077"/>
                  <a:pt x="29597" y="7081"/>
                </a:cubicBezTo>
                <a:cubicBezTo>
                  <a:pt x="29589" y="7085"/>
                  <a:pt x="29579" y="7087"/>
                  <a:pt x="29570" y="7089"/>
                </a:cubicBezTo>
                <a:cubicBezTo>
                  <a:pt x="29561" y="7091"/>
                  <a:pt x="29551" y="7092"/>
                  <a:pt x="29542" y="7092"/>
                </a:cubicBezTo>
                <a:lnTo>
                  <a:pt x="145" y="7092"/>
                </a:lnTo>
                <a:cubicBezTo>
                  <a:pt x="136" y="7092"/>
                  <a:pt x="126" y="7091"/>
                  <a:pt x="117" y="7089"/>
                </a:cubicBezTo>
                <a:cubicBezTo>
                  <a:pt x="108" y="7087"/>
                  <a:pt x="99" y="7085"/>
                  <a:pt x="90" y="7081"/>
                </a:cubicBezTo>
                <a:cubicBezTo>
                  <a:pt x="81" y="7077"/>
                  <a:pt x="73" y="7073"/>
                  <a:pt x="65" y="7067"/>
                </a:cubicBezTo>
                <a:cubicBezTo>
                  <a:pt x="57" y="7062"/>
                  <a:pt x="49" y="7056"/>
                  <a:pt x="43" y="7049"/>
                </a:cubicBezTo>
                <a:cubicBezTo>
                  <a:pt x="36" y="7043"/>
                  <a:pt x="30" y="7035"/>
                  <a:pt x="24" y="7027"/>
                </a:cubicBezTo>
                <a:cubicBezTo>
                  <a:pt x="19" y="7019"/>
                  <a:pt x="15" y="7011"/>
                  <a:pt x="11" y="7002"/>
                </a:cubicBezTo>
                <a:cubicBezTo>
                  <a:pt x="7" y="6993"/>
                  <a:pt x="5" y="6984"/>
                  <a:pt x="3" y="6975"/>
                </a:cubicBezTo>
                <a:cubicBezTo>
                  <a:pt x="1" y="6965"/>
                  <a:pt x="0" y="6956"/>
                  <a:pt x="0" y="694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2" name=""/>
          <p:cNvSpPr/>
          <p:nvPr/>
        </p:nvSpPr>
        <p:spPr>
          <a:xfrm>
            <a:off x="757080" y="2423880"/>
            <a:ext cx="10687320" cy="2553120"/>
          </a:xfrm>
          <a:custGeom>
            <a:avLst/>
            <a:gdLst/>
            <a:ahLst/>
            <a:rect l="0" t="0" r="r" b="b"/>
            <a:pathLst>
              <a:path w="29687" h="7092">
                <a:moveTo>
                  <a:pt x="0" y="694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946"/>
                </a:lnTo>
                <a:cubicBezTo>
                  <a:pt x="29687" y="6956"/>
                  <a:pt x="29686" y="6965"/>
                  <a:pt x="29684" y="6975"/>
                </a:cubicBezTo>
                <a:cubicBezTo>
                  <a:pt x="29683" y="6984"/>
                  <a:pt x="29680" y="6993"/>
                  <a:pt x="29676" y="7002"/>
                </a:cubicBezTo>
                <a:cubicBezTo>
                  <a:pt x="29672" y="7011"/>
                  <a:pt x="29668" y="7019"/>
                  <a:pt x="29663" y="7027"/>
                </a:cubicBezTo>
                <a:cubicBezTo>
                  <a:pt x="29657" y="7035"/>
                  <a:pt x="29651" y="7043"/>
                  <a:pt x="29645" y="7049"/>
                </a:cubicBezTo>
                <a:cubicBezTo>
                  <a:pt x="29638" y="7056"/>
                  <a:pt x="29630" y="7062"/>
                  <a:pt x="29623" y="7067"/>
                </a:cubicBezTo>
                <a:cubicBezTo>
                  <a:pt x="29615" y="7073"/>
                  <a:pt x="29606" y="7077"/>
                  <a:pt x="29597" y="7081"/>
                </a:cubicBezTo>
                <a:cubicBezTo>
                  <a:pt x="29589" y="7085"/>
                  <a:pt x="29579" y="7087"/>
                  <a:pt x="29570" y="7089"/>
                </a:cubicBezTo>
                <a:cubicBezTo>
                  <a:pt x="29561" y="7091"/>
                  <a:pt x="29551" y="7092"/>
                  <a:pt x="29542" y="7092"/>
                </a:cubicBezTo>
                <a:lnTo>
                  <a:pt x="145" y="7092"/>
                </a:lnTo>
                <a:cubicBezTo>
                  <a:pt x="136" y="7092"/>
                  <a:pt x="126" y="7091"/>
                  <a:pt x="117" y="7089"/>
                </a:cubicBezTo>
                <a:cubicBezTo>
                  <a:pt x="108" y="7087"/>
                  <a:pt x="99" y="7085"/>
                  <a:pt x="90" y="7081"/>
                </a:cubicBezTo>
                <a:cubicBezTo>
                  <a:pt x="81" y="7077"/>
                  <a:pt x="73" y="7073"/>
                  <a:pt x="65" y="7067"/>
                </a:cubicBezTo>
                <a:cubicBezTo>
                  <a:pt x="57" y="7062"/>
                  <a:pt x="49" y="7056"/>
                  <a:pt x="43" y="7049"/>
                </a:cubicBezTo>
                <a:cubicBezTo>
                  <a:pt x="36" y="7043"/>
                  <a:pt x="30" y="7035"/>
                  <a:pt x="24" y="7027"/>
                </a:cubicBezTo>
                <a:cubicBezTo>
                  <a:pt x="19" y="7019"/>
                  <a:pt x="15" y="7011"/>
                  <a:pt x="11" y="7002"/>
                </a:cubicBezTo>
                <a:cubicBezTo>
                  <a:pt x="7" y="6993"/>
                  <a:pt x="5" y="6984"/>
                  <a:pt x="3" y="6975"/>
                </a:cubicBezTo>
                <a:cubicBezTo>
                  <a:pt x="1" y="6965"/>
                  <a:pt x="0" y="6956"/>
                  <a:pt x="0" y="694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747720" y="1856880"/>
            <a:ext cx="1015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Step 12.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677240" y="1876320"/>
            <a:ext cx="198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最終確認の⼊⼒⽂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914400" y="2577600"/>
            <a:ext cx="1939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最終確認をしてください。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914400" y="294912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確認対象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562040" y="297540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14400" y="316584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SPEC.md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14400" y="3346920"/>
            <a:ext cx="133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tasks/todo.md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914400" y="353736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092600" y="351108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現在の実装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914400" y="388260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やってほしいこと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2209680" y="390888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914400" y="408960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092600" y="406368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未完了項目を出す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914400" y="428040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092600" y="425412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受け入れ条件に未達があれば出す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914400" y="4461120"/>
            <a:ext cx="1066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typecheck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982880" y="4434840"/>
            <a:ext cx="16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2144520" y="4461120"/>
            <a:ext cx="622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build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2767680" y="443484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を実行する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914400" y="465156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092600" y="4625640"/>
            <a:ext cx="22622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ドキュメント不足があれば出す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8" name=""/>
          <p:cNvSpPr/>
          <p:nvPr/>
        </p:nvSpPr>
        <p:spPr>
          <a:xfrm>
            <a:off x="933120" y="23335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747720" y="1666800"/>
            <a:ext cx="3229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初学者が迷いやすいポイント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0" name=""/>
          <p:cNvSpPr/>
          <p:nvPr/>
        </p:nvSpPr>
        <p:spPr>
          <a:xfrm>
            <a:off x="1314360" y="2609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128600" y="223848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最初から全部作らせる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2" name=""/>
          <p:cNvSpPr/>
          <p:nvPr/>
        </p:nvSpPr>
        <p:spPr>
          <a:xfrm>
            <a:off x="933120" y="29336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509840" y="251460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まずは計画だけにする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1128600" y="28234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5" name=""/>
          <p:cNvSpPr/>
          <p:nvPr/>
        </p:nvSpPr>
        <p:spPr>
          <a:xfrm>
            <a:off x="1314360" y="3209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1283760" y="283860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回で複数タスクを進めさせる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1509840" y="311472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毎回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890720" y="3099600"/>
            <a:ext cx="207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9" name=""/>
          <p:cNvSpPr/>
          <p:nvPr/>
        </p:nvSpPr>
        <p:spPr>
          <a:xfrm>
            <a:off x="933120" y="35337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2097720" y="311472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タスクだけ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128600" y="3423600"/>
            <a:ext cx="4334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spec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1561320" y="34383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751760" y="342360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4" name=""/>
          <p:cNvSpPr/>
          <p:nvPr/>
        </p:nvSpPr>
        <p:spPr>
          <a:xfrm>
            <a:off x="1314360" y="3809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5" name=""/>
          <p:cNvSpPr/>
          <p:nvPr/>
        </p:nvSpPr>
        <p:spPr>
          <a:xfrm>
            <a:off x="1514160" y="3705120"/>
            <a:ext cx="1734120" cy="276480"/>
          </a:xfrm>
          <a:custGeom>
            <a:avLst/>
            <a:gdLst/>
            <a:ahLst/>
            <a:rect l="0" t="0" r="r" b="b"/>
            <a:pathLst>
              <a:path w="4817" h="768">
                <a:moveTo>
                  <a:pt x="0" y="609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658" y="0"/>
                </a:lnTo>
                <a:cubicBezTo>
                  <a:pt x="4668" y="0"/>
                  <a:pt x="4679" y="1"/>
                  <a:pt x="4689" y="3"/>
                </a:cubicBezTo>
                <a:cubicBezTo>
                  <a:pt x="4699" y="5"/>
                  <a:pt x="4709" y="8"/>
                  <a:pt x="4719" y="12"/>
                </a:cubicBezTo>
                <a:cubicBezTo>
                  <a:pt x="4728" y="16"/>
                  <a:pt x="4738" y="21"/>
                  <a:pt x="4746" y="27"/>
                </a:cubicBezTo>
                <a:cubicBezTo>
                  <a:pt x="4755" y="32"/>
                  <a:pt x="4763" y="39"/>
                  <a:pt x="4770" y="46"/>
                </a:cubicBezTo>
                <a:cubicBezTo>
                  <a:pt x="4778" y="54"/>
                  <a:pt x="4784" y="62"/>
                  <a:pt x="4790" y="71"/>
                </a:cubicBezTo>
                <a:cubicBezTo>
                  <a:pt x="4796" y="80"/>
                  <a:pt x="4801" y="89"/>
                  <a:pt x="4805" y="99"/>
                </a:cubicBezTo>
                <a:cubicBezTo>
                  <a:pt x="4809" y="108"/>
                  <a:pt x="4812" y="118"/>
                  <a:pt x="4814" y="129"/>
                </a:cubicBezTo>
                <a:cubicBezTo>
                  <a:pt x="4816" y="139"/>
                  <a:pt x="4817" y="149"/>
                  <a:pt x="4817" y="160"/>
                </a:cubicBezTo>
                <a:lnTo>
                  <a:pt x="4817" y="609"/>
                </a:lnTo>
                <a:cubicBezTo>
                  <a:pt x="4817" y="620"/>
                  <a:pt x="4816" y="630"/>
                  <a:pt x="4814" y="640"/>
                </a:cubicBezTo>
                <a:cubicBezTo>
                  <a:pt x="4812" y="651"/>
                  <a:pt x="4809" y="660"/>
                  <a:pt x="4805" y="670"/>
                </a:cubicBezTo>
                <a:cubicBezTo>
                  <a:pt x="4801" y="680"/>
                  <a:pt x="4796" y="689"/>
                  <a:pt x="4790" y="698"/>
                </a:cubicBezTo>
                <a:cubicBezTo>
                  <a:pt x="4784" y="706"/>
                  <a:pt x="4778" y="714"/>
                  <a:pt x="4770" y="722"/>
                </a:cubicBezTo>
                <a:cubicBezTo>
                  <a:pt x="4763" y="729"/>
                  <a:pt x="4755" y="736"/>
                  <a:pt x="4746" y="741"/>
                </a:cubicBezTo>
                <a:cubicBezTo>
                  <a:pt x="4738" y="747"/>
                  <a:pt x="4728" y="752"/>
                  <a:pt x="4719" y="756"/>
                </a:cubicBezTo>
                <a:cubicBezTo>
                  <a:pt x="4709" y="760"/>
                  <a:pt x="4699" y="763"/>
                  <a:pt x="4689" y="765"/>
                </a:cubicBezTo>
                <a:cubicBezTo>
                  <a:pt x="4679" y="767"/>
                  <a:pt x="4668" y="768"/>
                  <a:pt x="4658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2444400" y="343836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外のまま使う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1578240" y="377388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3249360" y="36997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9" name=""/>
          <p:cNvSpPr/>
          <p:nvPr/>
        </p:nvSpPr>
        <p:spPr>
          <a:xfrm>
            <a:off x="933120" y="41432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3301560" y="371484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にコピーしてから使う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128600" y="4033080"/>
            <a:ext cx="447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2" name=""/>
          <p:cNvSpPr/>
          <p:nvPr/>
        </p:nvSpPr>
        <p:spPr>
          <a:xfrm>
            <a:off x="1314360" y="4419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1575720" y="404820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を有効化しない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1509840" y="432432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先に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5" name=""/>
          <p:cNvSpPr/>
          <p:nvPr/>
        </p:nvSpPr>
        <p:spPr>
          <a:xfrm>
            <a:off x="1942920" y="4314600"/>
            <a:ext cx="800280" cy="276480"/>
          </a:xfrm>
          <a:custGeom>
            <a:avLst/>
            <a:gdLst/>
            <a:ahLst/>
            <a:rect l="0" t="0" r="r" b="b"/>
            <a:pathLst>
              <a:path w="2223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60" y="0"/>
                </a:cubicBezTo>
                <a:lnTo>
                  <a:pt x="2065" y="0"/>
                </a:lnTo>
                <a:cubicBezTo>
                  <a:pt x="2075" y="0"/>
                  <a:pt x="2085" y="1"/>
                  <a:pt x="2096" y="3"/>
                </a:cubicBezTo>
                <a:cubicBezTo>
                  <a:pt x="2106" y="5"/>
                  <a:pt x="2116" y="8"/>
                  <a:pt x="2125" y="12"/>
                </a:cubicBezTo>
                <a:cubicBezTo>
                  <a:pt x="2135" y="16"/>
                  <a:pt x="2144" y="21"/>
                  <a:pt x="2153" y="27"/>
                </a:cubicBezTo>
                <a:cubicBezTo>
                  <a:pt x="2162" y="33"/>
                  <a:pt x="2170" y="39"/>
                  <a:pt x="2177" y="47"/>
                </a:cubicBezTo>
                <a:cubicBezTo>
                  <a:pt x="2184" y="54"/>
                  <a:pt x="2191" y="62"/>
                  <a:pt x="2197" y="71"/>
                </a:cubicBezTo>
                <a:cubicBezTo>
                  <a:pt x="2203" y="79"/>
                  <a:pt x="2207" y="88"/>
                  <a:pt x="2211" y="98"/>
                </a:cubicBezTo>
                <a:cubicBezTo>
                  <a:pt x="2215" y="108"/>
                  <a:pt x="2218" y="118"/>
                  <a:pt x="2220" y="128"/>
                </a:cubicBezTo>
                <a:cubicBezTo>
                  <a:pt x="2222" y="138"/>
                  <a:pt x="2223" y="148"/>
                  <a:pt x="2223" y="159"/>
                </a:cubicBezTo>
                <a:lnTo>
                  <a:pt x="2223" y="609"/>
                </a:lnTo>
                <a:cubicBezTo>
                  <a:pt x="2223" y="619"/>
                  <a:pt x="2222" y="629"/>
                  <a:pt x="2220" y="640"/>
                </a:cubicBezTo>
                <a:cubicBezTo>
                  <a:pt x="2218" y="650"/>
                  <a:pt x="2215" y="660"/>
                  <a:pt x="2211" y="669"/>
                </a:cubicBezTo>
                <a:cubicBezTo>
                  <a:pt x="2207" y="680"/>
                  <a:pt x="2203" y="689"/>
                  <a:pt x="2197" y="698"/>
                </a:cubicBezTo>
                <a:cubicBezTo>
                  <a:pt x="2191" y="707"/>
                  <a:pt x="2184" y="715"/>
                  <a:pt x="2177" y="722"/>
                </a:cubicBezTo>
                <a:cubicBezTo>
                  <a:pt x="2170" y="729"/>
                  <a:pt x="2162" y="736"/>
                  <a:pt x="2153" y="742"/>
                </a:cubicBezTo>
                <a:cubicBezTo>
                  <a:pt x="2144" y="747"/>
                  <a:pt x="2135" y="752"/>
                  <a:pt x="2125" y="756"/>
                </a:cubicBezTo>
                <a:cubicBezTo>
                  <a:pt x="2116" y="760"/>
                  <a:pt x="2106" y="763"/>
                  <a:pt x="2096" y="765"/>
                </a:cubicBezTo>
                <a:cubicBezTo>
                  <a:pt x="2085" y="767"/>
                  <a:pt x="2075" y="768"/>
                  <a:pt x="2065" y="768"/>
                </a:cubicBezTo>
                <a:lnTo>
                  <a:pt x="160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1890720" y="4309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2011320" y="438372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2739600" y="4309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2791800" y="43243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または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0" name=""/>
          <p:cNvSpPr/>
          <p:nvPr/>
        </p:nvSpPr>
        <p:spPr>
          <a:xfrm>
            <a:off x="3419280" y="4314600"/>
            <a:ext cx="790920" cy="276480"/>
          </a:xfrm>
          <a:custGeom>
            <a:avLst/>
            <a:gdLst/>
            <a:ahLst/>
            <a:rect l="0" t="0" r="r" b="b"/>
            <a:pathLst>
              <a:path w="2197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038" y="0"/>
                </a:lnTo>
                <a:cubicBezTo>
                  <a:pt x="2049" y="0"/>
                  <a:pt x="2059" y="1"/>
                  <a:pt x="2069" y="3"/>
                </a:cubicBezTo>
                <a:cubicBezTo>
                  <a:pt x="2080" y="5"/>
                  <a:pt x="2089" y="8"/>
                  <a:pt x="2099" y="12"/>
                </a:cubicBezTo>
                <a:cubicBezTo>
                  <a:pt x="2109" y="16"/>
                  <a:pt x="2118" y="21"/>
                  <a:pt x="2127" y="27"/>
                </a:cubicBezTo>
                <a:cubicBezTo>
                  <a:pt x="2135" y="33"/>
                  <a:pt x="2143" y="39"/>
                  <a:pt x="2151" y="47"/>
                </a:cubicBezTo>
                <a:cubicBezTo>
                  <a:pt x="2158" y="54"/>
                  <a:pt x="2165" y="62"/>
                  <a:pt x="2170" y="71"/>
                </a:cubicBezTo>
                <a:cubicBezTo>
                  <a:pt x="2176" y="79"/>
                  <a:pt x="2181" y="88"/>
                  <a:pt x="2185" y="98"/>
                </a:cubicBezTo>
                <a:cubicBezTo>
                  <a:pt x="2189" y="108"/>
                  <a:pt x="2192" y="118"/>
                  <a:pt x="2194" y="128"/>
                </a:cubicBezTo>
                <a:cubicBezTo>
                  <a:pt x="2196" y="138"/>
                  <a:pt x="2197" y="148"/>
                  <a:pt x="2197" y="159"/>
                </a:cubicBezTo>
                <a:lnTo>
                  <a:pt x="2197" y="609"/>
                </a:lnTo>
                <a:cubicBezTo>
                  <a:pt x="2197" y="619"/>
                  <a:pt x="2196" y="629"/>
                  <a:pt x="2194" y="640"/>
                </a:cubicBezTo>
                <a:cubicBezTo>
                  <a:pt x="2192" y="650"/>
                  <a:pt x="2189" y="660"/>
                  <a:pt x="2185" y="669"/>
                </a:cubicBezTo>
                <a:cubicBezTo>
                  <a:pt x="2181" y="680"/>
                  <a:pt x="2176" y="689"/>
                  <a:pt x="2170" y="698"/>
                </a:cubicBezTo>
                <a:cubicBezTo>
                  <a:pt x="2165" y="707"/>
                  <a:pt x="2158" y="715"/>
                  <a:pt x="2151" y="722"/>
                </a:cubicBezTo>
                <a:cubicBezTo>
                  <a:pt x="2143" y="729"/>
                  <a:pt x="2135" y="736"/>
                  <a:pt x="2127" y="742"/>
                </a:cubicBezTo>
                <a:cubicBezTo>
                  <a:pt x="2118" y="747"/>
                  <a:pt x="2109" y="752"/>
                  <a:pt x="2099" y="756"/>
                </a:cubicBezTo>
                <a:cubicBezTo>
                  <a:pt x="2089" y="760"/>
                  <a:pt x="2080" y="763"/>
                  <a:pt x="2069" y="765"/>
                </a:cubicBezTo>
                <a:cubicBezTo>
                  <a:pt x="2059" y="767"/>
                  <a:pt x="2049" y="768"/>
                  <a:pt x="2038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3363480" y="4309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3484080" y="438372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.claude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4212720" y="4309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4" name=""/>
          <p:cNvSpPr/>
          <p:nvPr/>
        </p:nvSpPr>
        <p:spPr>
          <a:xfrm>
            <a:off x="933120" y="47527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4264920" y="432432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を整える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6" name=""/>
          <p:cNvSpPr/>
          <p:nvPr/>
        </p:nvSpPr>
        <p:spPr>
          <a:xfrm>
            <a:off x="1314360" y="50288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3"/>
                  <a:pt x="105" y="187"/>
                  <a:pt x="92" y="187"/>
                </a:cubicBezTo>
                <a:cubicBezTo>
                  <a:pt x="80" y="187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8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1128600" y="465768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実装後の確認を省く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1509840" y="493380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毎回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9" name=""/>
          <p:cNvSpPr/>
          <p:nvPr/>
        </p:nvSpPr>
        <p:spPr>
          <a:xfrm>
            <a:off x="1942920" y="4924080"/>
            <a:ext cx="981360" cy="276840"/>
          </a:xfrm>
          <a:custGeom>
            <a:avLst/>
            <a:gdLst/>
            <a:ahLst/>
            <a:rect l="0" t="0" r="r" b="b"/>
            <a:pathLst>
              <a:path w="2726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2567" y="0"/>
                </a:lnTo>
                <a:cubicBezTo>
                  <a:pt x="2578" y="0"/>
                  <a:pt x="2588" y="1"/>
                  <a:pt x="2598" y="4"/>
                </a:cubicBezTo>
                <a:cubicBezTo>
                  <a:pt x="2609" y="6"/>
                  <a:pt x="2619" y="9"/>
                  <a:pt x="2628" y="13"/>
                </a:cubicBezTo>
                <a:cubicBezTo>
                  <a:pt x="2638" y="17"/>
                  <a:pt x="2647" y="21"/>
                  <a:pt x="2656" y="27"/>
                </a:cubicBezTo>
                <a:cubicBezTo>
                  <a:pt x="2664" y="33"/>
                  <a:pt x="2672" y="40"/>
                  <a:pt x="2680" y="47"/>
                </a:cubicBezTo>
                <a:cubicBezTo>
                  <a:pt x="2687" y="54"/>
                  <a:pt x="2694" y="62"/>
                  <a:pt x="2699" y="71"/>
                </a:cubicBezTo>
                <a:cubicBezTo>
                  <a:pt x="2705" y="80"/>
                  <a:pt x="2710" y="89"/>
                  <a:pt x="2714" y="98"/>
                </a:cubicBezTo>
                <a:cubicBezTo>
                  <a:pt x="2718" y="108"/>
                  <a:pt x="2721" y="118"/>
                  <a:pt x="2723" y="128"/>
                </a:cubicBezTo>
                <a:cubicBezTo>
                  <a:pt x="2725" y="138"/>
                  <a:pt x="2726" y="149"/>
                  <a:pt x="2726" y="159"/>
                </a:cubicBezTo>
                <a:lnTo>
                  <a:pt x="2726" y="610"/>
                </a:lnTo>
                <a:cubicBezTo>
                  <a:pt x="2726" y="620"/>
                  <a:pt x="2725" y="631"/>
                  <a:pt x="2723" y="641"/>
                </a:cubicBezTo>
                <a:cubicBezTo>
                  <a:pt x="2721" y="651"/>
                  <a:pt x="2718" y="661"/>
                  <a:pt x="2714" y="671"/>
                </a:cubicBezTo>
                <a:cubicBezTo>
                  <a:pt x="2710" y="680"/>
                  <a:pt x="2705" y="690"/>
                  <a:pt x="2699" y="698"/>
                </a:cubicBezTo>
                <a:cubicBezTo>
                  <a:pt x="2694" y="707"/>
                  <a:pt x="2687" y="715"/>
                  <a:pt x="2680" y="722"/>
                </a:cubicBezTo>
                <a:cubicBezTo>
                  <a:pt x="2672" y="730"/>
                  <a:pt x="2664" y="736"/>
                  <a:pt x="2656" y="742"/>
                </a:cubicBezTo>
                <a:cubicBezTo>
                  <a:pt x="2647" y="748"/>
                  <a:pt x="2638" y="753"/>
                  <a:pt x="2628" y="757"/>
                </a:cubicBezTo>
                <a:cubicBezTo>
                  <a:pt x="2619" y="761"/>
                  <a:pt x="2609" y="764"/>
                  <a:pt x="2598" y="766"/>
                </a:cubicBezTo>
                <a:cubicBezTo>
                  <a:pt x="2588" y="768"/>
                  <a:pt x="2578" y="769"/>
                  <a:pt x="2567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1890720" y="491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2011320" y="4993200"/>
            <a:ext cx="845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typecheck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2928240" y="491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2980440" y="49338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4" name=""/>
          <p:cNvSpPr/>
          <p:nvPr/>
        </p:nvSpPr>
        <p:spPr>
          <a:xfrm>
            <a:off x="3219120" y="4924080"/>
            <a:ext cx="610200" cy="276840"/>
          </a:xfrm>
          <a:custGeom>
            <a:avLst/>
            <a:gdLst/>
            <a:ahLst/>
            <a:rect l="0" t="0" r="r" b="b"/>
            <a:pathLst>
              <a:path w="1695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1536" y="0"/>
                </a:lnTo>
                <a:cubicBezTo>
                  <a:pt x="1546" y="0"/>
                  <a:pt x="1557" y="1"/>
                  <a:pt x="1567" y="4"/>
                </a:cubicBezTo>
                <a:cubicBezTo>
                  <a:pt x="1577" y="6"/>
                  <a:pt x="1587" y="9"/>
                  <a:pt x="1597" y="13"/>
                </a:cubicBezTo>
                <a:cubicBezTo>
                  <a:pt x="1606" y="17"/>
                  <a:pt x="1616" y="21"/>
                  <a:pt x="1624" y="27"/>
                </a:cubicBezTo>
                <a:cubicBezTo>
                  <a:pt x="1633" y="33"/>
                  <a:pt x="1641" y="40"/>
                  <a:pt x="1648" y="47"/>
                </a:cubicBezTo>
                <a:cubicBezTo>
                  <a:pt x="1656" y="54"/>
                  <a:pt x="1662" y="62"/>
                  <a:pt x="1668" y="71"/>
                </a:cubicBezTo>
                <a:cubicBezTo>
                  <a:pt x="1674" y="80"/>
                  <a:pt x="1679" y="89"/>
                  <a:pt x="1683" y="98"/>
                </a:cubicBezTo>
                <a:cubicBezTo>
                  <a:pt x="1687" y="108"/>
                  <a:pt x="1690" y="118"/>
                  <a:pt x="1692" y="128"/>
                </a:cubicBezTo>
                <a:cubicBezTo>
                  <a:pt x="1694" y="138"/>
                  <a:pt x="1695" y="149"/>
                  <a:pt x="1695" y="159"/>
                </a:cubicBezTo>
                <a:lnTo>
                  <a:pt x="1695" y="610"/>
                </a:lnTo>
                <a:cubicBezTo>
                  <a:pt x="1695" y="620"/>
                  <a:pt x="1694" y="631"/>
                  <a:pt x="1692" y="641"/>
                </a:cubicBezTo>
                <a:cubicBezTo>
                  <a:pt x="1690" y="651"/>
                  <a:pt x="1687" y="661"/>
                  <a:pt x="1683" y="671"/>
                </a:cubicBezTo>
                <a:cubicBezTo>
                  <a:pt x="1679" y="680"/>
                  <a:pt x="1674" y="690"/>
                  <a:pt x="1668" y="698"/>
                </a:cubicBezTo>
                <a:cubicBezTo>
                  <a:pt x="1662" y="707"/>
                  <a:pt x="1656" y="715"/>
                  <a:pt x="1648" y="722"/>
                </a:cubicBezTo>
                <a:cubicBezTo>
                  <a:pt x="1641" y="730"/>
                  <a:pt x="1633" y="736"/>
                  <a:pt x="1624" y="742"/>
                </a:cubicBezTo>
                <a:cubicBezTo>
                  <a:pt x="1616" y="748"/>
                  <a:pt x="1606" y="753"/>
                  <a:pt x="1597" y="757"/>
                </a:cubicBezTo>
                <a:cubicBezTo>
                  <a:pt x="1587" y="761"/>
                  <a:pt x="1577" y="764"/>
                  <a:pt x="1567" y="766"/>
                </a:cubicBezTo>
                <a:cubicBezTo>
                  <a:pt x="1557" y="768"/>
                  <a:pt x="1546" y="769"/>
                  <a:pt x="1536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9" y="753"/>
                  <a:pt x="80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40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9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3170880" y="491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3291840" y="4993200"/>
            <a:ext cx="46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build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747720" y="2200320"/>
            <a:ext cx="27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迷ったときの最⼩セット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932400" y="274716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1128600" y="276228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作業⽤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1700280" y="274716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2392560" y="276228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932400" y="3071160"/>
            <a:ext cx="629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spec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1561320" y="30859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8" name=""/>
          <p:cNvSpPr/>
          <p:nvPr/>
        </p:nvSpPr>
        <p:spPr>
          <a:xfrm>
            <a:off x="1800000" y="3076560"/>
            <a:ext cx="1743480" cy="285840"/>
          </a:xfrm>
          <a:custGeom>
            <a:avLst/>
            <a:gdLst/>
            <a:ahLst/>
            <a:rect l="0" t="0" r="r" b="b"/>
            <a:pathLst>
              <a:path w="4843" h="794">
                <a:moveTo>
                  <a:pt x="0" y="63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684" y="0"/>
                </a:lnTo>
                <a:cubicBezTo>
                  <a:pt x="4695" y="0"/>
                  <a:pt x="4705" y="1"/>
                  <a:pt x="4715" y="3"/>
                </a:cubicBezTo>
                <a:cubicBezTo>
                  <a:pt x="4725" y="5"/>
                  <a:pt x="4735" y="8"/>
                  <a:pt x="4745" y="12"/>
                </a:cubicBezTo>
                <a:cubicBezTo>
                  <a:pt x="4755" y="16"/>
                  <a:pt x="4764" y="21"/>
                  <a:pt x="4772" y="26"/>
                </a:cubicBezTo>
                <a:cubicBezTo>
                  <a:pt x="4781" y="32"/>
                  <a:pt x="4789" y="39"/>
                  <a:pt x="4797" y="46"/>
                </a:cubicBezTo>
                <a:cubicBezTo>
                  <a:pt x="4804" y="53"/>
                  <a:pt x="4810" y="61"/>
                  <a:pt x="4816" y="70"/>
                </a:cubicBezTo>
                <a:cubicBezTo>
                  <a:pt x="4822" y="79"/>
                  <a:pt x="4827" y="88"/>
                  <a:pt x="4831" y="98"/>
                </a:cubicBezTo>
                <a:cubicBezTo>
                  <a:pt x="4835" y="107"/>
                  <a:pt x="4838" y="117"/>
                  <a:pt x="4840" y="127"/>
                </a:cubicBezTo>
                <a:cubicBezTo>
                  <a:pt x="4842" y="138"/>
                  <a:pt x="4843" y="148"/>
                  <a:pt x="4843" y="158"/>
                </a:cubicBezTo>
                <a:lnTo>
                  <a:pt x="4843" y="636"/>
                </a:lnTo>
                <a:cubicBezTo>
                  <a:pt x="4843" y="646"/>
                  <a:pt x="4842" y="656"/>
                  <a:pt x="4840" y="667"/>
                </a:cubicBezTo>
                <a:cubicBezTo>
                  <a:pt x="4838" y="677"/>
                  <a:pt x="4835" y="687"/>
                  <a:pt x="4831" y="696"/>
                </a:cubicBezTo>
                <a:cubicBezTo>
                  <a:pt x="4827" y="706"/>
                  <a:pt x="4822" y="715"/>
                  <a:pt x="4816" y="724"/>
                </a:cubicBezTo>
                <a:cubicBezTo>
                  <a:pt x="4810" y="732"/>
                  <a:pt x="4804" y="740"/>
                  <a:pt x="4797" y="748"/>
                </a:cubicBezTo>
                <a:cubicBezTo>
                  <a:pt x="4789" y="755"/>
                  <a:pt x="4781" y="762"/>
                  <a:pt x="4772" y="768"/>
                </a:cubicBezTo>
                <a:cubicBezTo>
                  <a:pt x="4764" y="773"/>
                  <a:pt x="4755" y="778"/>
                  <a:pt x="4745" y="782"/>
                </a:cubicBezTo>
                <a:cubicBezTo>
                  <a:pt x="4735" y="786"/>
                  <a:pt x="4725" y="789"/>
                  <a:pt x="4715" y="791"/>
                </a:cubicBezTo>
                <a:cubicBezTo>
                  <a:pt x="4705" y="793"/>
                  <a:pt x="4695" y="794"/>
                  <a:pt x="4684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3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0"/>
                  <a:pt x="33" y="732"/>
                  <a:pt x="27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6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1751760" y="3071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1872720" y="314532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docs/input-specs/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3543480" y="3071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3595680" y="308592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にコピーする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932400" y="3404520"/>
            <a:ext cx="643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skills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1575720" y="34196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を有効にする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932400" y="3728160"/>
            <a:ext cx="422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AI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1354320" y="3743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7" name=""/>
          <p:cNvSpPr/>
          <p:nvPr/>
        </p:nvSpPr>
        <p:spPr>
          <a:xfrm>
            <a:off x="1599840" y="3743280"/>
            <a:ext cx="791280" cy="276480"/>
          </a:xfrm>
          <a:custGeom>
            <a:avLst/>
            <a:gdLst/>
            <a:ahLst/>
            <a:rect l="0" t="0" r="r" b="b"/>
            <a:pathLst>
              <a:path w="2198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2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039" y="0"/>
                </a:lnTo>
                <a:cubicBezTo>
                  <a:pt x="2049" y="0"/>
                  <a:pt x="2060" y="1"/>
                  <a:pt x="2070" y="3"/>
                </a:cubicBezTo>
                <a:cubicBezTo>
                  <a:pt x="2080" y="5"/>
                  <a:pt x="2090" y="8"/>
                  <a:pt x="2100" y="12"/>
                </a:cubicBezTo>
                <a:cubicBezTo>
                  <a:pt x="2109" y="16"/>
                  <a:pt x="2118" y="21"/>
                  <a:pt x="2127" y="26"/>
                </a:cubicBezTo>
                <a:cubicBezTo>
                  <a:pt x="2136" y="32"/>
                  <a:pt x="2144" y="39"/>
                  <a:pt x="2151" y="46"/>
                </a:cubicBezTo>
                <a:cubicBezTo>
                  <a:pt x="2158" y="53"/>
                  <a:pt x="2165" y="62"/>
                  <a:pt x="2171" y="70"/>
                </a:cubicBezTo>
                <a:cubicBezTo>
                  <a:pt x="2177" y="79"/>
                  <a:pt x="2181" y="88"/>
                  <a:pt x="2185" y="98"/>
                </a:cubicBezTo>
                <a:cubicBezTo>
                  <a:pt x="2189" y="107"/>
                  <a:pt x="2192" y="117"/>
                  <a:pt x="2194" y="127"/>
                </a:cubicBezTo>
                <a:cubicBezTo>
                  <a:pt x="2197" y="138"/>
                  <a:pt x="2198" y="148"/>
                  <a:pt x="2198" y="158"/>
                </a:cubicBezTo>
                <a:lnTo>
                  <a:pt x="2198" y="608"/>
                </a:lnTo>
                <a:cubicBezTo>
                  <a:pt x="2198" y="619"/>
                  <a:pt x="2197" y="629"/>
                  <a:pt x="2194" y="639"/>
                </a:cubicBezTo>
                <a:cubicBezTo>
                  <a:pt x="2192" y="649"/>
                  <a:pt x="2189" y="659"/>
                  <a:pt x="2185" y="669"/>
                </a:cubicBezTo>
                <a:cubicBezTo>
                  <a:pt x="2181" y="679"/>
                  <a:pt x="2177" y="688"/>
                  <a:pt x="2171" y="696"/>
                </a:cubicBezTo>
                <a:cubicBezTo>
                  <a:pt x="2165" y="705"/>
                  <a:pt x="2158" y="713"/>
                  <a:pt x="2151" y="720"/>
                </a:cubicBezTo>
                <a:cubicBezTo>
                  <a:pt x="2144" y="729"/>
                  <a:pt x="2136" y="735"/>
                  <a:pt x="2127" y="741"/>
                </a:cubicBezTo>
                <a:cubicBezTo>
                  <a:pt x="2118" y="747"/>
                  <a:pt x="2109" y="752"/>
                  <a:pt x="2100" y="756"/>
                </a:cubicBezTo>
                <a:cubicBezTo>
                  <a:pt x="2090" y="760"/>
                  <a:pt x="2080" y="763"/>
                  <a:pt x="2070" y="765"/>
                </a:cubicBezTo>
                <a:cubicBezTo>
                  <a:pt x="2060" y="767"/>
                  <a:pt x="2049" y="768"/>
                  <a:pt x="2039" y="768"/>
                </a:cubicBezTo>
                <a:lnTo>
                  <a:pt x="159" y="768"/>
                </a:lnTo>
                <a:cubicBezTo>
                  <a:pt x="149" y="768"/>
                  <a:pt x="139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7" y="720"/>
                </a:cubicBezTo>
                <a:cubicBezTo>
                  <a:pt x="40" y="713"/>
                  <a:pt x="33" y="705"/>
                  <a:pt x="27" y="696"/>
                </a:cubicBezTo>
                <a:cubicBezTo>
                  <a:pt x="21" y="688"/>
                  <a:pt x="17" y="679"/>
                  <a:pt x="13" y="669"/>
                </a:cubicBezTo>
                <a:cubicBezTo>
                  <a:pt x="9" y="659"/>
                  <a:pt x="6" y="649"/>
                  <a:pt x="4" y="639"/>
                </a:cubicBezTo>
                <a:cubicBezTo>
                  <a:pt x="2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1545120" y="3728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665720" y="381204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2394000" y="3728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2446200" y="3743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2" name=""/>
          <p:cNvSpPr/>
          <p:nvPr/>
        </p:nvSpPr>
        <p:spPr>
          <a:xfrm>
            <a:off x="2685960" y="3743280"/>
            <a:ext cx="1362240" cy="276480"/>
          </a:xfrm>
          <a:custGeom>
            <a:avLst/>
            <a:gdLst/>
            <a:ahLst/>
            <a:rect l="0" t="0" r="r" b="b"/>
            <a:pathLst>
              <a:path w="3784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3626" y="0"/>
                </a:lnTo>
                <a:cubicBezTo>
                  <a:pt x="3636" y="0"/>
                  <a:pt x="3646" y="1"/>
                  <a:pt x="3657" y="3"/>
                </a:cubicBezTo>
                <a:cubicBezTo>
                  <a:pt x="3667" y="5"/>
                  <a:pt x="3677" y="8"/>
                  <a:pt x="3686" y="12"/>
                </a:cubicBezTo>
                <a:cubicBezTo>
                  <a:pt x="3696" y="16"/>
                  <a:pt x="3705" y="21"/>
                  <a:pt x="3714" y="26"/>
                </a:cubicBezTo>
                <a:cubicBezTo>
                  <a:pt x="3722" y="32"/>
                  <a:pt x="3730" y="39"/>
                  <a:pt x="3738" y="46"/>
                </a:cubicBezTo>
                <a:cubicBezTo>
                  <a:pt x="3745" y="53"/>
                  <a:pt x="3752" y="62"/>
                  <a:pt x="3758" y="70"/>
                </a:cubicBezTo>
                <a:cubicBezTo>
                  <a:pt x="3763" y="79"/>
                  <a:pt x="3768" y="88"/>
                  <a:pt x="3772" y="98"/>
                </a:cubicBezTo>
                <a:cubicBezTo>
                  <a:pt x="3776" y="107"/>
                  <a:pt x="3779" y="117"/>
                  <a:pt x="3781" y="127"/>
                </a:cubicBezTo>
                <a:cubicBezTo>
                  <a:pt x="3783" y="138"/>
                  <a:pt x="3784" y="148"/>
                  <a:pt x="3784" y="158"/>
                </a:cubicBezTo>
                <a:lnTo>
                  <a:pt x="3784" y="608"/>
                </a:lnTo>
                <a:cubicBezTo>
                  <a:pt x="3784" y="619"/>
                  <a:pt x="3783" y="629"/>
                  <a:pt x="3781" y="639"/>
                </a:cubicBezTo>
                <a:cubicBezTo>
                  <a:pt x="3779" y="649"/>
                  <a:pt x="3776" y="659"/>
                  <a:pt x="3772" y="669"/>
                </a:cubicBezTo>
                <a:cubicBezTo>
                  <a:pt x="3768" y="679"/>
                  <a:pt x="3763" y="688"/>
                  <a:pt x="3758" y="696"/>
                </a:cubicBezTo>
                <a:cubicBezTo>
                  <a:pt x="3752" y="705"/>
                  <a:pt x="3745" y="713"/>
                  <a:pt x="3738" y="720"/>
                </a:cubicBezTo>
                <a:cubicBezTo>
                  <a:pt x="3730" y="729"/>
                  <a:pt x="3722" y="735"/>
                  <a:pt x="3714" y="741"/>
                </a:cubicBezTo>
                <a:cubicBezTo>
                  <a:pt x="3705" y="747"/>
                  <a:pt x="3696" y="752"/>
                  <a:pt x="3686" y="756"/>
                </a:cubicBezTo>
                <a:cubicBezTo>
                  <a:pt x="3677" y="760"/>
                  <a:pt x="3667" y="763"/>
                  <a:pt x="3657" y="765"/>
                </a:cubicBezTo>
                <a:cubicBezTo>
                  <a:pt x="3646" y="767"/>
                  <a:pt x="3636" y="768"/>
                  <a:pt x="3626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0"/>
                </a:cubicBezTo>
                <a:cubicBezTo>
                  <a:pt x="39" y="713"/>
                  <a:pt x="32" y="705"/>
                  <a:pt x="27" y="696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59"/>
                  <a:pt x="5" y="649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2636640" y="3728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2757600" y="381204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tasks/plan.md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4051440" y="3728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4103640" y="3743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7" name=""/>
          <p:cNvSpPr/>
          <p:nvPr/>
        </p:nvSpPr>
        <p:spPr>
          <a:xfrm>
            <a:off x="4343040" y="3743280"/>
            <a:ext cx="1362600" cy="276480"/>
          </a:xfrm>
          <a:custGeom>
            <a:avLst/>
            <a:gdLst/>
            <a:ahLst/>
            <a:rect l="0" t="0" r="r" b="b"/>
            <a:pathLst>
              <a:path w="3785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2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3626" y="0"/>
                </a:lnTo>
                <a:cubicBezTo>
                  <a:pt x="3637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7" y="16"/>
                  <a:pt x="3706" y="21"/>
                  <a:pt x="3714" y="26"/>
                </a:cubicBezTo>
                <a:cubicBezTo>
                  <a:pt x="3723" y="32"/>
                  <a:pt x="3731" y="39"/>
                  <a:pt x="3739" y="46"/>
                </a:cubicBezTo>
                <a:cubicBezTo>
                  <a:pt x="3746" y="53"/>
                  <a:pt x="3752" y="62"/>
                  <a:pt x="3758" y="70"/>
                </a:cubicBezTo>
                <a:cubicBezTo>
                  <a:pt x="3764" y="79"/>
                  <a:pt x="3769" y="88"/>
                  <a:pt x="3773" y="98"/>
                </a:cubicBezTo>
                <a:cubicBezTo>
                  <a:pt x="3777" y="107"/>
                  <a:pt x="3780" y="117"/>
                  <a:pt x="3782" y="127"/>
                </a:cubicBezTo>
                <a:cubicBezTo>
                  <a:pt x="3784" y="138"/>
                  <a:pt x="3785" y="148"/>
                  <a:pt x="3785" y="158"/>
                </a:cubicBezTo>
                <a:lnTo>
                  <a:pt x="3785" y="608"/>
                </a:lnTo>
                <a:cubicBezTo>
                  <a:pt x="3785" y="619"/>
                  <a:pt x="3784" y="629"/>
                  <a:pt x="3782" y="639"/>
                </a:cubicBezTo>
                <a:cubicBezTo>
                  <a:pt x="3780" y="649"/>
                  <a:pt x="3777" y="659"/>
                  <a:pt x="3773" y="669"/>
                </a:cubicBezTo>
                <a:cubicBezTo>
                  <a:pt x="3769" y="679"/>
                  <a:pt x="3764" y="688"/>
                  <a:pt x="3758" y="696"/>
                </a:cubicBezTo>
                <a:cubicBezTo>
                  <a:pt x="3752" y="705"/>
                  <a:pt x="3746" y="713"/>
                  <a:pt x="3739" y="720"/>
                </a:cubicBezTo>
                <a:cubicBezTo>
                  <a:pt x="3731" y="729"/>
                  <a:pt x="3723" y="735"/>
                  <a:pt x="3714" y="741"/>
                </a:cubicBezTo>
                <a:cubicBezTo>
                  <a:pt x="3706" y="747"/>
                  <a:pt x="3697" y="752"/>
                  <a:pt x="3687" y="756"/>
                </a:cubicBezTo>
                <a:cubicBezTo>
                  <a:pt x="3677" y="760"/>
                  <a:pt x="3667" y="763"/>
                  <a:pt x="3657" y="765"/>
                </a:cubicBezTo>
                <a:cubicBezTo>
                  <a:pt x="3647" y="767"/>
                  <a:pt x="3637" y="768"/>
                  <a:pt x="3626" y="768"/>
                </a:cubicBezTo>
                <a:lnTo>
                  <a:pt x="159" y="768"/>
                </a:lnTo>
                <a:cubicBezTo>
                  <a:pt x="149" y="768"/>
                  <a:pt x="139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7" y="720"/>
                </a:cubicBezTo>
                <a:cubicBezTo>
                  <a:pt x="40" y="713"/>
                  <a:pt x="33" y="705"/>
                  <a:pt x="27" y="696"/>
                </a:cubicBezTo>
                <a:cubicBezTo>
                  <a:pt x="21" y="688"/>
                  <a:pt x="17" y="679"/>
                  <a:pt x="13" y="669"/>
                </a:cubicBezTo>
                <a:cubicBezTo>
                  <a:pt x="9" y="659"/>
                  <a:pt x="6" y="649"/>
                  <a:pt x="4" y="639"/>
                </a:cubicBezTo>
                <a:cubicBezTo>
                  <a:pt x="2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4294080" y="3728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4414680" y="3812040"/>
            <a:ext cx="1220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tasks/todo.md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5708880" y="3728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5761080" y="374328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を作らせる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932400" y="4061520"/>
            <a:ext cx="351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283760" y="407664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タスクずつ実装させる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932400" y="438552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6.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1128600" y="440064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毎回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6" name=""/>
          <p:cNvSpPr/>
          <p:nvPr/>
        </p:nvSpPr>
        <p:spPr>
          <a:xfrm>
            <a:off x="1562040" y="4400280"/>
            <a:ext cx="981360" cy="276840"/>
          </a:xfrm>
          <a:custGeom>
            <a:avLst/>
            <a:gdLst/>
            <a:ahLst/>
            <a:rect l="0" t="0" r="r" b="b"/>
            <a:pathLst>
              <a:path w="2726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567" y="0"/>
                </a:lnTo>
                <a:cubicBezTo>
                  <a:pt x="2578" y="0"/>
                  <a:pt x="2588" y="1"/>
                  <a:pt x="2598" y="3"/>
                </a:cubicBezTo>
                <a:cubicBezTo>
                  <a:pt x="2608" y="5"/>
                  <a:pt x="2618" y="8"/>
                  <a:pt x="2628" y="12"/>
                </a:cubicBezTo>
                <a:cubicBezTo>
                  <a:pt x="2638" y="16"/>
                  <a:pt x="2647" y="21"/>
                  <a:pt x="2655" y="27"/>
                </a:cubicBezTo>
                <a:cubicBezTo>
                  <a:pt x="2664" y="33"/>
                  <a:pt x="2672" y="39"/>
                  <a:pt x="2679" y="47"/>
                </a:cubicBezTo>
                <a:cubicBezTo>
                  <a:pt x="2687" y="54"/>
                  <a:pt x="2693" y="62"/>
                  <a:pt x="2699" y="71"/>
                </a:cubicBezTo>
                <a:cubicBezTo>
                  <a:pt x="2705" y="79"/>
                  <a:pt x="2710" y="89"/>
                  <a:pt x="2714" y="98"/>
                </a:cubicBezTo>
                <a:cubicBezTo>
                  <a:pt x="2718" y="108"/>
                  <a:pt x="2721" y="118"/>
                  <a:pt x="2723" y="128"/>
                </a:cubicBezTo>
                <a:cubicBezTo>
                  <a:pt x="2725" y="138"/>
                  <a:pt x="2726" y="149"/>
                  <a:pt x="2726" y="159"/>
                </a:cubicBezTo>
                <a:lnTo>
                  <a:pt x="2726" y="610"/>
                </a:lnTo>
                <a:cubicBezTo>
                  <a:pt x="2726" y="620"/>
                  <a:pt x="2725" y="631"/>
                  <a:pt x="2723" y="641"/>
                </a:cubicBezTo>
                <a:cubicBezTo>
                  <a:pt x="2721" y="651"/>
                  <a:pt x="2718" y="661"/>
                  <a:pt x="2714" y="671"/>
                </a:cubicBezTo>
                <a:cubicBezTo>
                  <a:pt x="2710" y="680"/>
                  <a:pt x="2705" y="689"/>
                  <a:pt x="2699" y="698"/>
                </a:cubicBezTo>
                <a:cubicBezTo>
                  <a:pt x="2693" y="707"/>
                  <a:pt x="2687" y="715"/>
                  <a:pt x="2679" y="722"/>
                </a:cubicBezTo>
                <a:cubicBezTo>
                  <a:pt x="2672" y="729"/>
                  <a:pt x="2664" y="736"/>
                  <a:pt x="2655" y="742"/>
                </a:cubicBezTo>
                <a:cubicBezTo>
                  <a:pt x="2647" y="748"/>
                  <a:pt x="2638" y="752"/>
                  <a:pt x="2628" y="756"/>
                </a:cubicBezTo>
                <a:cubicBezTo>
                  <a:pt x="2618" y="760"/>
                  <a:pt x="2608" y="763"/>
                  <a:pt x="2598" y="765"/>
                </a:cubicBezTo>
                <a:cubicBezTo>
                  <a:pt x="2588" y="768"/>
                  <a:pt x="2578" y="769"/>
                  <a:pt x="2567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6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509840" y="4385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630440" y="4469400"/>
            <a:ext cx="845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typecheck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547360" y="4385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2599560" y="44006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1" name=""/>
          <p:cNvSpPr/>
          <p:nvPr/>
        </p:nvSpPr>
        <p:spPr>
          <a:xfrm>
            <a:off x="2838240" y="4400280"/>
            <a:ext cx="609840" cy="276840"/>
          </a:xfrm>
          <a:custGeom>
            <a:avLst/>
            <a:gdLst/>
            <a:ahLst/>
            <a:rect l="0" t="0" r="r" b="b"/>
            <a:pathLst>
              <a:path w="1694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36" y="0"/>
                </a:lnTo>
                <a:cubicBezTo>
                  <a:pt x="1546" y="0"/>
                  <a:pt x="1556" y="1"/>
                  <a:pt x="1567" y="3"/>
                </a:cubicBezTo>
                <a:cubicBezTo>
                  <a:pt x="1577" y="5"/>
                  <a:pt x="1587" y="8"/>
                  <a:pt x="1596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3" y="33"/>
                  <a:pt x="1641" y="39"/>
                  <a:pt x="1648" y="47"/>
                </a:cubicBezTo>
                <a:cubicBezTo>
                  <a:pt x="1655" y="54"/>
                  <a:pt x="1662" y="62"/>
                  <a:pt x="1668" y="71"/>
                </a:cubicBezTo>
                <a:cubicBezTo>
                  <a:pt x="1673" y="79"/>
                  <a:pt x="1678" y="89"/>
                  <a:pt x="1682" y="98"/>
                </a:cubicBezTo>
                <a:cubicBezTo>
                  <a:pt x="1686" y="108"/>
                  <a:pt x="1689" y="118"/>
                  <a:pt x="1691" y="128"/>
                </a:cubicBezTo>
                <a:cubicBezTo>
                  <a:pt x="1693" y="138"/>
                  <a:pt x="1694" y="149"/>
                  <a:pt x="1694" y="159"/>
                </a:cubicBezTo>
                <a:lnTo>
                  <a:pt x="1694" y="610"/>
                </a:lnTo>
                <a:cubicBezTo>
                  <a:pt x="1694" y="620"/>
                  <a:pt x="1693" y="631"/>
                  <a:pt x="1691" y="641"/>
                </a:cubicBezTo>
                <a:cubicBezTo>
                  <a:pt x="1689" y="651"/>
                  <a:pt x="1686" y="661"/>
                  <a:pt x="1682" y="671"/>
                </a:cubicBezTo>
                <a:cubicBezTo>
                  <a:pt x="1678" y="680"/>
                  <a:pt x="1673" y="689"/>
                  <a:pt x="1668" y="698"/>
                </a:cubicBezTo>
                <a:cubicBezTo>
                  <a:pt x="1662" y="707"/>
                  <a:pt x="1655" y="715"/>
                  <a:pt x="1648" y="722"/>
                </a:cubicBezTo>
                <a:cubicBezTo>
                  <a:pt x="1641" y="729"/>
                  <a:pt x="1633" y="736"/>
                  <a:pt x="1624" y="742"/>
                </a:cubicBezTo>
                <a:cubicBezTo>
                  <a:pt x="1615" y="748"/>
                  <a:pt x="1606" y="752"/>
                  <a:pt x="1596" y="756"/>
                </a:cubicBezTo>
                <a:cubicBezTo>
                  <a:pt x="1587" y="760"/>
                  <a:pt x="1577" y="763"/>
                  <a:pt x="1567" y="765"/>
                </a:cubicBezTo>
                <a:cubicBezTo>
                  <a:pt x="1556" y="768"/>
                  <a:pt x="1546" y="769"/>
                  <a:pt x="1536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2790000" y="4385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2910960" y="4469400"/>
            <a:ext cx="46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build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3450600" y="4385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3502800" y="4400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を通す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0" name=""/>
          <p:cNvSpPr/>
          <p:nvPr/>
        </p:nvSpPr>
        <p:spPr>
          <a:xfrm>
            <a:off x="757080" y="2423880"/>
            <a:ext cx="10687320" cy="2553120"/>
          </a:xfrm>
          <a:custGeom>
            <a:avLst/>
            <a:gdLst/>
            <a:ahLst/>
            <a:rect l="0" t="0" r="r" b="b"/>
            <a:pathLst>
              <a:path w="29687" h="7092">
                <a:moveTo>
                  <a:pt x="0" y="694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946"/>
                </a:lnTo>
                <a:cubicBezTo>
                  <a:pt x="29687" y="6956"/>
                  <a:pt x="29686" y="6965"/>
                  <a:pt x="29684" y="6975"/>
                </a:cubicBezTo>
                <a:cubicBezTo>
                  <a:pt x="29683" y="6984"/>
                  <a:pt x="29680" y="6993"/>
                  <a:pt x="29676" y="7002"/>
                </a:cubicBezTo>
                <a:cubicBezTo>
                  <a:pt x="29672" y="7011"/>
                  <a:pt x="29668" y="7019"/>
                  <a:pt x="29663" y="7027"/>
                </a:cubicBezTo>
                <a:cubicBezTo>
                  <a:pt x="29657" y="7035"/>
                  <a:pt x="29651" y="7043"/>
                  <a:pt x="29645" y="7049"/>
                </a:cubicBezTo>
                <a:cubicBezTo>
                  <a:pt x="29638" y="7056"/>
                  <a:pt x="29630" y="7062"/>
                  <a:pt x="29623" y="7067"/>
                </a:cubicBezTo>
                <a:cubicBezTo>
                  <a:pt x="29615" y="7073"/>
                  <a:pt x="29606" y="7077"/>
                  <a:pt x="29597" y="7081"/>
                </a:cubicBezTo>
                <a:cubicBezTo>
                  <a:pt x="29589" y="7085"/>
                  <a:pt x="29579" y="7087"/>
                  <a:pt x="29570" y="7089"/>
                </a:cubicBezTo>
                <a:cubicBezTo>
                  <a:pt x="29561" y="7091"/>
                  <a:pt x="29551" y="7092"/>
                  <a:pt x="29542" y="7092"/>
                </a:cubicBezTo>
                <a:lnTo>
                  <a:pt x="145" y="7092"/>
                </a:lnTo>
                <a:cubicBezTo>
                  <a:pt x="136" y="7092"/>
                  <a:pt x="126" y="7091"/>
                  <a:pt x="117" y="7089"/>
                </a:cubicBezTo>
                <a:cubicBezTo>
                  <a:pt x="108" y="7087"/>
                  <a:pt x="99" y="7085"/>
                  <a:pt x="90" y="7081"/>
                </a:cubicBezTo>
                <a:cubicBezTo>
                  <a:pt x="81" y="7077"/>
                  <a:pt x="73" y="7073"/>
                  <a:pt x="65" y="7067"/>
                </a:cubicBezTo>
                <a:cubicBezTo>
                  <a:pt x="57" y="7062"/>
                  <a:pt x="49" y="7056"/>
                  <a:pt x="43" y="7049"/>
                </a:cubicBezTo>
                <a:cubicBezTo>
                  <a:pt x="36" y="7043"/>
                  <a:pt x="30" y="7035"/>
                  <a:pt x="24" y="7027"/>
                </a:cubicBezTo>
                <a:cubicBezTo>
                  <a:pt x="19" y="7019"/>
                  <a:pt x="15" y="7011"/>
                  <a:pt x="11" y="7002"/>
                </a:cubicBezTo>
                <a:cubicBezTo>
                  <a:pt x="7" y="6993"/>
                  <a:pt x="5" y="6984"/>
                  <a:pt x="3" y="6975"/>
                </a:cubicBezTo>
                <a:cubicBezTo>
                  <a:pt x="1" y="6965"/>
                  <a:pt x="0" y="6956"/>
                  <a:pt x="0" y="694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1" name=""/>
          <p:cNvSpPr/>
          <p:nvPr/>
        </p:nvSpPr>
        <p:spPr>
          <a:xfrm>
            <a:off x="757080" y="2423880"/>
            <a:ext cx="10687320" cy="2553120"/>
          </a:xfrm>
          <a:custGeom>
            <a:avLst/>
            <a:gdLst/>
            <a:ahLst/>
            <a:rect l="0" t="0" r="r" b="b"/>
            <a:pathLst>
              <a:path w="29687" h="7092">
                <a:moveTo>
                  <a:pt x="0" y="694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946"/>
                </a:lnTo>
                <a:cubicBezTo>
                  <a:pt x="29687" y="6956"/>
                  <a:pt x="29686" y="6965"/>
                  <a:pt x="29684" y="6975"/>
                </a:cubicBezTo>
                <a:cubicBezTo>
                  <a:pt x="29683" y="6984"/>
                  <a:pt x="29680" y="6993"/>
                  <a:pt x="29676" y="7002"/>
                </a:cubicBezTo>
                <a:cubicBezTo>
                  <a:pt x="29672" y="7011"/>
                  <a:pt x="29668" y="7019"/>
                  <a:pt x="29663" y="7027"/>
                </a:cubicBezTo>
                <a:cubicBezTo>
                  <a:pt x="29657" y="7035"/>
                  <a:pt x="29651" y="7043"/>
                  <a:pt x="29645" y="7049"/>
                </a:cubicBezTo>
                <a:cubicBezTo>
                  <a:pt x="29638" y="7056"/>
                  <a:pt x="29630" y="7062"/>
                  <a:pt x="29623" y="7067"/>
                </a:cubicBezTo>
                <a:cubicBezTo>
                  <a:pt x="29615" y="7073"/>
                  <a:pt x="29606" y="7077"/>
                  <a:pt x="29597" y="7081"/>
                </a:cubicBezTo>
                <a:cubicBezTo>
                  <a:pt x="29589" y="7085"/>
                  <a:pt x="29579" y="7087"/>
                  <a:pt x="29570" y="7089"/>
                </a:cubicBezTo>
                <a:cubicBezTo>
                  <a:pt x="29561" y="7091"/>
                  <a:pt x="29551" y="7092"/>
                  <a:pt x="29542" y="7092"/>
                </a:cubicBezTo>
                <a:lnTo>
                  <a:pt x="145" y="7092"/>
                </a:lnTo>
                <a:cubicBezTo>
                  <a:pt x="136" y="7092"/>
                  <a:pt x="126" y="7091"/>
                  <a:pt x="117" y="7089"/>
                </a:cubicBezTo>
                <a:cubicBezTo>
                  <a:pt x="108" y="7087"/>
                  <a:pt x="99" y="7085"/>
                  <a:pt x="90" y="7081"/>
                </a:cubicBezTo>
                <a:cubicBezTo>
                  <a:pt x="81" y="7077"/>
                  <a:pt x="73" y="7073"/>
                  <a:pt x="65" y="7067"/>
                </a:cubicBezTo>
                <a:cubicBezTo>
                  <a:pt x="57" y="7062"/>
                  <a:pt x="49" y="7056"/>
                  <a:pt x="43" y="7049"/>
                </a:cubicBezTo>
                <a:cubicBezTo>
                  <a:pt x="36" y="7043"/>
                  <a:pt x="30" y="7035"/>
                  <a:pt x="24" y="7027"/>
                </a:cubicBezTo>
                <a:cubicBezTo>
                  <a:pt x="19" y="7019"/>
                  <a:pt x="15" y="7011"/>
                  <a:pt x="11" y="7002"/>
                </a:cubicBezTo>
                <a:cubicBezTo>
                  <a:pt x="7" y="6993"/>
                  <a:pt x="5" y="6984"/>
                  <a:pt x="3" y="6975"/>
                </a:cubicBezTo>
                <a:cubicBezTo>
                  <a:pt x="1" y="6965"/>
                  <a:pt x="0" y="6956"/>
                  <a:pt x="0" y="694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747720" y="1876320"/>
            <a:ext cx="3478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最初の⼊⼒⽂だけ⾒たい⼈向け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914400" y="257760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この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238400" y="260388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project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2039400" y="257760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では、利用可能な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3335040" y="2603880"/>
            <a:ext cx="711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skills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4047120" y="2577600"/>
            <a:ext cx="2746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を使いながら開発を進めてください。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914400" y="276804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まず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1238400" y="2794320"/>
            <a:ext cx="1599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2840760" y="276804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5269680" y="279432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5625720" y="276804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を読んでください。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914400" y="3139560"/>
            <a:ext cx="1131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最初にやること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2048040" y="3165840"/>
            <a:ext cx="16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914400" y="3346920"/>
            <a:ext cx="1688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2606040" y="332064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5034960" y="334692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5391000" y="3320640"/>
            <a:ext cx="22622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を参考にして開発要件を決める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914400" y="353736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092600" y="351108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決めた内容で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2063880" y="3537360"/>
            <a:ext cx="1599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docs/input-specs/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3666600" y="351108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汎用サービス開発仕様プロンプト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6095520" y="3537360"/>
            <a:ext cx="356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6451560" y="351108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を修正する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914400" y="3718440"/>
            <a:ext cx="888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SPEC.md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1804680" y="369216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を作る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914400" y="3908880"/>
            <a:ext cx="142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tasks/plan.md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2338920" y="388260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を作る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914400" y="4089600"/>
            <a:ext cx="142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tasks/todo.md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2338920" y="406368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を作る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914400" y="4280400"/>
            <a:ext cx="178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1092600" y="4254120"/>
            <a:ext cx="22622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タスクは小さく縦切りで分ける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914400" y="4625640"/>
            <a:ext cx="3231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この入力では、まだ実装しないでください。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8" name=""/>
          <p:cNvSpPr/>
          <p:nvPr/>
        </p:nvSpPr>
        <p:spPr>
          <a:xfrm>
            <a:off x="933120" y="286668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747720" y="2200320"/>
            <a:ext cx="745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まとめ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128600" y="2756880"/>
            <a:ext cx="447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575720" y="277164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はやり⽅、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2528280" y="2756880"/>
            <a:ext cx="514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specs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3" name=""/>
          <p:cNvSpPr/>
          <p:nvPr/>
        </p:nvSpPr>
        <p:spPr>
          <a:xfrm>
            <a:off x="933120" y="31906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3041640" y="2771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は仕様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1128600" y="3095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最初に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1700280" y="3080520"/>
            <a:ext cx="1080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input-specs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2780280" y="30956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2970720" y="3080520"/>
            <a:ext cx="6933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9" name=""/>
          <p:cNvSpPr/>
          <p:nvPr/>
        </p:nvSpPr>
        <p:spPr>
          <a:xfrm>
            <a:off x="933120" y="35146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3663360" y="309564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向けに直す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128600" y="3419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最初は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700280" y="3404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3" name=""/>
          <p:cNvSpPr/>
          <p:nvPr/>
        </p:nvSpPr>
        <p:spPr>
          <a:xfrm>
            <a:off x="933120" y="38383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8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1752480" y="341964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計画だけ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128600" y="374328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実装は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1700280" y="3728160"/>
            <a:ext cx="214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7" name=""/>
          <p:cNvSpPr/>
          <p:nvPr/>
        </p:nvSpPr>
        <p:spPr>
          <a:xfrm>
            <a:off x="933120" y="41623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1881360" y="374328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タスクずつ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1128600" y="406728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毎回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0" name=""/>
          <p:cNvSpPr/>
          <p:nvPr/>
        </p:nvSpPr>
        <p:spPr>
          <a:xfrm>
            <a:off x="1562040" y="4057560"/>
            <a:ext cx="981360" cy="276480"/>
          </a:xfrm>
          <a:custGeom>
            <a:avLst/>
            <a:gdLst/>
            <a:ahLst/>
            <a:rect l="0" t="0" r="r" b="b"/>
            <a:pathLst>
              <a:path w="2726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567" y="0"/>
                </a:lnTo>
                <a:cubicBezTo>
                  <a:pt x="2578" y="0"/>
                  <a:pt x="2588" y="1"/>
                  <a:pt x="2598" y="3"/>
                </a:cubicBezTo>
                <a:cubicBezTo>
                  <a:pt x="2608" y="5"/>
                  <a:pt x="2618" y="8"/>
                  <a:pt x="2628" y="12"/>
                </a:cubicBezTo>
                <a:cubicBezTo>
                  <a:pt x="2638" y="16"/>
                  <a:pt x="2647" y="21"/>
                  <a:pt x="2655" y="27"/>
                </a:cubicBezTo>
                <a:cubicBezTo>
                  <a:pt x="2664" y="32"/>
                  <a:pt x="2672" y="39"/>
                  <a:pt x="2679" y="46"/>
                </a:cubicBezTo>
                <a:cubicBezTo>
                  <a:pt x="2687" y="54"/>
                  <a:pt x="2693" y="62"/>
                  <a:pt x="2699" y="70"/>
                </a:cubicBezTo>
                <a:cubicBezTo>
                  <a:pt x="2705" y="79"/>
                  <a:pt x="2710" y="88"/>
                  <a:pt x="2714" y="98"/>
                </a:cubicBezTo>
                <a:cubicBezTo>
                  <a:pt x="2718" y="107"/>
                  <a:pt x="2721" y="117"/>
                  <a:pt x="2723" y="128"/>
                </a:cubicBezTo>
                <a:cubicBezTo>
                  <a:pt x="2725" y="138"/>
                  <a:pt x="2726" y="148"/>
                  <a:pt x="2726" y="158"/>
                </a:cubicBezTo>
                <a:lnTo>
                  <a:pt x="2726" y="608"/>
                </a:lnTo>
                <a:cubicBezTo>
                  <a:pt x="2726" y="620"/>
                  <a:pt x="2725" y="630"/>
                  <a:pt x="2723" y="640"/>
                </a:cubicBezTo>
                <a:cubicBezTo>
                  <a:pt x="2721" y="650"/>
                  <a:pt x="2718" y="660"/>
                  <a:pt x="2714" y="670"/>
                </a:cubicBezTo>
                <a:cubicBezTo>
                  <a:pt x="2710" y="680"/>
                  <a:pt x="2705" y="689"/>
                  <a:pt x="2699" y="697"/>
                </a:cubicBezTo>
                <a:cubicBezTo>
                  <a:pt x="2693" y="706"/>
                  <a:pt x="2687" y="714"/>
                  <a:pt x="2679" y="722"/>
                </a:cubicBezTo>
                <a:cubicBezTo>
                  <a:pt x="2672" y="729"/>
                  <a:pt x="2664" y="735"/>
                  <a:pt x="2655" y="741"/>
                </a:cubicBezTo>
                <a:cubicBezTo>
                  <a:pt x="2647" y="747"/>
                  <a:pt x="2638" y="752"/>
                  <a:pt x="2628" y="756"/>
                </a:cubicBezTo>
                <a:cubicBezTo>
                  <a:pt x="2618" y="760"/>
                  <a:pt x="2608" y="763"/>
                  <a:pt x="2598" y="765"/>
                </a:cubicBezTo>
                <a:cubicBezTo>
                  <a:pt x="2588" y="767"/>
                  <a:pt x="2578" y="768"/>
                  <a:pt x="2567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2"/>
                </a:cubicBezTo>
                <a:cubicBezTo>
                  <a:pt x="39" y="714"/>
                  <a:pt x="32" y="706"/>
                  <a:pt x="26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150984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1630440" y="4126320"/>
            <a:ext cx="845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typecheck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254736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2599560" y="4067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5" name=""/>
          <p:cNvSpPr/>
          <p:nvPr/>
        </p:nvSpPr>
        <p:spPr>
          <a:xfrm>
            <a:off x="2838240" y="4057560"/>
            <a:ext cx="609840" cy="276480"/>
          </a:xfrm>
          <a:custGeom>
            <a:avLst/>
            <a:gdLst/>
            <a:ahLst/>
            <a:rect l="0" t="0" r="r" b="b"/>
            <a:pathLst>
              <a:path w="1694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36" y="0"/>
                </a:lnTo>
                <a:cubicBezTo>
                  <a:pt x="1546" y="0"/>
                  <a:pt x="1556" y="1"/>
                  <a:pt x="1567" y="3"/>
                </a:cubicBezTo>
                <a:cubicBezTo>
                  <a:pt x="1577" y="5"/>
                  <a:pt x="1587" y="8"/>
                  <a:pt x="1596" y="12"/>
                </a:cubicBezTo>
                <a:cubicBezTo>
                  <a:pt x="1606" y="16"/>
                  <a:pt x="1615" y="21"/>
                  <a:pt x="1624" y="27"/>
                </a:cubicBezTo>
                <a:cubicBezTo>
                  <a:pt x="1633" y="32"/>
                  <a:pt x="1641" y="39"/>
                  <a:pt x="1648" y="46"/>
                </a:cubicBezTo>
                <a:cubicBezTo>
                  <a:pt x="1655" y="54"/>
                  <a:pt x="1662" y="62"/>
                  <a:pt x="1668" y="70"/>
                </a:cubicBezTo>
                <a:cubicBezTo>
                  <a:pt x="1673" y="79"/>
                  <a:pt x="1678" y="88"/>
                  <a:pt x="1682" y="98"/>
                </a:cubicBezTo>
                <a:cubicBezTo>
                  <a:pt x="1686" y="107"/>
                  <a:pt x="1689" y="117"/>
                  <a:pt x="1691" y="128"/>
                </a:cubicBezTo>
                <a:cubicBezTo>
                  <a:pt x="1693" y="138"/>
                  <a:pt x="1694" y="148"/>
                  <a:pt x="1694" y="158"/>
                </a:cubicBezTo>
                <a:lnTo>
                  <a:pt x="1694" y="608"/>
                </a:lnTo>
                <a:cubicBezTo>
                  <a:pt x="1694" y="620"/>
                  <a:pt x="1693" y="630"/>
                  <a:pt x="1691" y="640"/>
                </a:cubicBezTo>
                <a:cubicBezTo>
                  <a:pt x="1689" y="650"/>
                  <a:pt x="1686" y="660"/>
                  <a:pt x="1682" y="670"/>
                </a:cubicBezTo>
                <a:cubicBezTo>
                  <a:pt x="1678" y="680"/>
                  <a:pt x="1673" y="689"/>
                  <a:pt x="1668" y="697"/>
                </a:cubicBezTo>
                <a:cubicBezTo>
                  <a:pt x="1662" y="706"/>
                  <a:pt x="1655" y="714"/>
                  <a:pt x="1648" y="722"/>
                </a:cubicBezTo>
                <a:cubicBezTo>
                  <a:pt x="1641" y="729"/>
                  <a:pt x="1633" y="735"/>
                  <a:pt x="1624" y="741"/>
                </a:cubicBezTo>
                <a:cubicBezTo>
                  <a:pt x="1615" y="747"/>
                  <a:pt x="1606" y="752"/>
                  <a:pt x="1596" y="756"/>
                </a:cubicBezTo>
                <a:cubicBezTo>
                  <a:pt x="1587" y="760"/>
                  <a:pt x="1577" y="763"/>
                  <a:pt x="1567" y="765"/>
                </a:cubicBezTo>
                <a:cubicBezTo>
                  <a:pt x="1556" y="767"/>
                  <a:pt x="1546" y="768"/>
                  <a:pt x="1536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7" y="722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279000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7" name=""/>
          <p:cNvSpPr/>
          <p:nvPr/>
        </p:nvSpPr>
        <p:spPr>
          <a:xfrm>
            <a:off x="933120" y="44956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7"/>
                  <a:pt x="141" y="173"/>
                  <a:pt x="129" y="178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8"/>
                </a:cubicBezTo>
                <a:cubicBezTo>
                  <a:pt x="46" y="173"/>
                  <a:pt x="36" y="167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2910960" y="4126320"/>
            <a:ext cx="46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build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1128600" y="440064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ずれたら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890720" y="4385520"/>
            <a:ext cx="485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spec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2375640" y="44006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2" name=""/>
          <p:cNvSpPr/>
          <p:nvPr/>
        </p:nvSpPr>
        <p:spPr>
          <a:xfrm>
            <a:off x="2619360" y="4390920"/>
            <a:ext cx="800280" cy="276480"/>
          </a:xfrm>
          <a:custGeom>
            <a:avLst/>
            <a:gdLst/>
            <a:ahLst/>
            <a:rect l="0" t="0" r="r" b="b"/>
            <a:pathLst>
              <a:path w="2223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064" y="0"/>
                </a:lnTo>
                <a:cubicBezTo>
                  <a:pt x="2075" y="0"/>
                  <a:pt x="2085" y="1"/>
                  <a:pt x="2095" y="3"/>
                </a:cubicBezTo>
                <a:cubicBezTo>
                  <a:pt x="2105" y="5"/>
                  <a:pt x="2115" y="8"/>
                  <a:pt x="2125" y="12"/>
                </a:cubicBezTo>
                <a:cubicBezTo>
                  <a:pt x="2135" y="16"/>
                  <a:pt x="2144" y="21"/>
                  <a:pt x="2152" y="27"/>
                </a:cubicBezTo>
                <a:cubicBezTo>
                  <a:pt x="2161" y="32"/>
                  <a:pt x="2169" y="39"/>
                  <a:pt x="2177" y="46"/>
                </a:cubicBezTo>
                <a:cubicBezTo>
                  <a:pt x="2184" y="54"/>
                  <a:pt x="2190" y="62"/>
                  <a:pt x="2196" y="70"/>
                </a:cubicBezTo>
                <a:cubicBezTo>
                  <a:pt x="2202" y="79"/>
                  <a:pt x="2207" y="88"/>
                  <a:pt x="2211" y="98"/>
                </a:cubicBezTo>
                <a:cubicBezTo>
                  <a:pt x="2215" y="107"/>
                  <a:pt x="2218" y="117"/>
                  <a:pt x="2220" y="128"/>
                </a:cubicBezTo>
                <a:cubicBezTo>
                  <a:pt x="2222" y="138"/>
                  <a:pt x="2223" y="148"/>
                  <a:pt x="2223" y="159"/>
                </a:cubicBezTo>
                <a:lnTo>
                  <a:pt x="2223" y="609"/>
                </a:lnTo>
                <a:cubicBezTo>
                  <a:pt x="2223" y="620"/>
                  <a:pt x="2222" y="630"/>
                  <a:pt x="2220" y="640"/>
                </a:cubicBezTo>
                <a:cubicBezTo>
                  <a:pt x="2218" y="651"/>
                  <a:pt x="2215" y="660"/>
                  <a:pt x="2211" y="670"/>
                </a:cubicBezTo>
                <a:cubicBezTo>
                  <a:pt x="2207" y="680"/>
                  <a:pt x="2202" y="689"/>
                  <a:pt x="2196" y="698"/>
                </a:cubicBezTo>
                <a:cubicBezTo>
                  <a:pt x="2190" y="706"/>
                  <a:pt x="2184" y="714"/>
                  <a:pt x="2177" y="722"/>
                </a:cubicBezTo>
                <a:cubicBezTo>
                  <a:pt x="2169" y="729"/>
                  <a:pt x="2161" y="736"/>
                  <a:pt x="2152" y="741"/>
                </a:cubicBezTo>
                <a:cubicBezTo>
                  <a:pt x="2144" y="747"/>
                  <a:pt x="2135" y="752"/>
                  <a:pt x="2125" y="756"/>
                </a:cubicBezTo>
                <a:cubicBezTo>
                  <a:pt x="2115" y="760"/>
                  <a:pt x="2105" y="763"/>
                  <a:pt x="2095" y="765"/>
                </a:cubicBezTo>
                <a:cubicBezTo>
                  <a:pt x="2085" y="767"/>
                  <a:pt x="2075" y="768"/>
                  <a:pt x="2064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1" y="736"/>
                  <a:pt x="53" y="729"/>
                  <a:pt x="46" y="722"/>
                </a:cubicBezTo>
                <a:cubicBezTo>
                  <a:pt x="39" y="714"/>
                  <a:pt x="32" y="706"/>
                  <a:pt x="26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2566080" y="4385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2686680" y="445968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SPEC.md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3415320" y="4385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3467520" y="440064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に戻って確認する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